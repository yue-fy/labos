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explains LabOS through a concrete two-PC instrument scenario. It is a capability and architecture presentation, not a report of measured sample results. The central idea is to organize optical excitation, cryogenic environment, electrical transport and photovoltage or photocurrent readout into reproducible stages with shared evidence.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electrical branch tests transverse second-order response under AC current drive. The optical branch measures chopped-light photocurrent or photovoltage while changing power, polarization and excitation spectrum. Both share sample identity, wiring configuration and environmental readbacks. A common context enables comparisons without assuming a common microscopic mechanism.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operator supplies a scientific objective, sample constraints and physical interventions. A central scientific agent combines planning, analysis and troubleshooting with a versioned evidence store. Proposed stages pass through deterministic schema, units, limits, resource-lock and command-ledger checks. Persistent workers on PC A and PC B own device sessions, execute bounded actions and retain local evidence. Commands flow down; measurements, observed states and faults flow back up. The small device panels identify resources; later figures expand their actual signal paths.</a:t>
            </a:r>
          </a:p>
          <a:p>
            <a:r>
              <a:t>Reference: Architecture presentation inspired by QUANTA Fig. 1 [1]; original LabOS redraw for this instrument scenario.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local worker is more than a remote shell. It keeps instrument connections, translates finite capability calls through adapters, manages one owner per device and records each command identity. Status monitoring and the watchdog run independently of a long scientific conversation. Raw measurements are written locally before an artifact outbox synchronizes them with checksums. An ambiguous dispatched action is reconciled, not blindly replayed.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inventory follows the supplied apparatus. PC A owns SuperK and the IR spectrometer. PC B owns attoDRY, two electrical transport lock-ins, a separate BVPE lock-in, a chopper, a power-monitoring photodiode, a 2400 gate source, the 730 nm laser and CLD1000 current controller, and a motorized polarization element. The electrical drive is a function of one transport lock-in, not a fourth lock-in.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sample can receive light from PC A's SuperK or PC B's 730 nm source. A configured reference branch feeds the IR spectrometer; a power-monitoring branch supports sample-plane power calibration. PC B provides temperature, magnetic field, gate bias, electrical excitation and both transport and optical lock-in readout. Optical and electrical acquisitions are staged according to the selected wiring configuration. The cryostat drawing is an optical-access schematic, not a vendor CAD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PCs poll the central endpoint, return status through heartbeats and synchronize measurement artifacts. Central-to-PC arrows describe command payloads returned to these clients, not a requirement for inbound SSH access. An instrument resource is reserved for a run before dispatch. Command identity, boot session and ownership protect against accidental duplication or stale sessions. Local raw data are acknowledged separately from the command outcome.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each experimental point, optical preparation on PC A and environmental preparation on PC B can proceed independently. Each worker reports the requested point identity, actual readback and readiness evidence. The coordinator releases acquisition only after the required participants are ready. Each trace records its own start and end time. The electrical reference fI and optical chopper reference fchop remain physical signals, independent of network latency. Hardware triggering can be added where the experiment requires strict simultaneous sampling.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setup manifest describes physical ownership, instrument interfaces, wiring and the calibration conventions relevant to a campaign. It distinguishes a device limit from a sample-specific authorized envelope and from settings already supported by prior data. The user can reuse the device setup while changing the objective, scan coordinates, reference tests or closure policy for a new experiment.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master transport lock-in both generates the sine wave and reads longitudinal voltage using its internal reference. Its oscillator reference is routed physically to the follower, which selects harmonic two for a transverse second-order measurement. The sample current is calibrated from the series-resistor voltage with an explicit RMS convention. The drive return is drawn separately from voltage sense leads. The transverse and longitudinal inputs may share a sample contact according to the selected differential wiring. The 2400 provides an independent gate voltage with leakage monitoring.</a:t>
            </a:r>
          </a:p>
          <a:p>
            <a:r>
              <a:t>Reference: Circuit-level scenario based on the supplied apparatus; harmonic measurement rationale: [2,3].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configuration reads Vxx at the fundamental and Vxy at the second harmonic. A subsequent baseline stage can select fundamental transverse voltage, and another stage can inspect longitudinal second-harmonic pickup. These are distinct acquisition stages for single-demodulator instruments; they are not presented as four simultaneous channels from two generic lock-ins. Every record includes the harmonic, phase reference, range and RMS convention.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campaign starts from a low-drive dark reference, then tests excitation-amplitude dependence and returns to a reference setting. Frequency and harmonic controls help separate a reproducible second-order response from thermal effects, contact nonlinearities and pickup. Field symmetry must be interpreted for the chosen physical model rather than imposed using a universal linear-Hall rule. The diagrams describe measurement logic, not measured sample curves.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SuperK provides a configured spectral excitation state, while the 730 nm diode branch is controlled through CLD1000 drive current. A selected beam path passes through the chopper and polarization element to an optical-access sample mount. The reference spectrum and PD power monitor characterize the optical condition; a calibration transfer links the monitor to power at the sample plane. The BVPE lock-in measures photovoltage directly or photocurrent through its configured current input or current preamplifier. Its physical reference comes from the chopper, not from the network.</a:t>
            </a:r>
          </a:p>
          <a:p>
            <a:r>
              <a:t>Reference: Optical / photocurrent scenario for LabOS; BVPE experimental context: Osterhoudt et al. [4].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CLD1000 sets diode drive current; it does not by itself measure optical power at the sample. The PD reading is converted through detector response, monitor electronics and an optical transfer calibration. This calibration can depend on wavelength and the configured optical path, including window transmission and polarization elements. A photocurrent channel also needs its amplifier gain and the modulation-amplitude convention. These definitions are stored with each acquisition rather than inferred after the experiment.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BVPE campaign includes dark and reference acquisitions, optical-power characterization, polarization scans and environmental sweeps. The 730 nm branch is useful for fixed-wavelength power and polarization measurements. The SuperK branch is configured as a selected excitation band or a measured broadband illumination state. The IR spectrometer operates within its configured response band; the power monitor and optical transfer calibration provide the power context. The current or voltage response can then be compared under common sample-state coordinates.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joint campaign can prepare an environmental state, acquire dark transport, characterize the optical condition, acquire BVPE and then repeat a dark or power reference. PC A and PC B participate only where their capabilities are needed. Source or wiring changes are explicit stage transitions and may include operator actions. The campaign graph keeps branches and return references distinct instead of flattening them into one undifferentiated curve.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complete measurement record joins identity, requested setpoints and observed conditions without conflating them. The raw electrical and optical channels carry harmonic and reference definitions. Detector readings, spectrum and calibration identifiers explain the optical state. Quality assessment is separately versioned so that rejected data remain available for audit. Hashes link immutable plans, setup versions, artifacts and analysis products. The schema shown here is a capability-level record model rather than a claim that all fields share one instrument sampling clock.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coordinator moves a point through preparation, readiness, acquisition, synchronization and qualification. Rejected evidence is retained and can motivate a diagnostic plan. Unknown dispatch outcomes require ownership and state reconciliation instead of replay. Safe closure records observed output states; stopping electrical or optical excitation does not implicitly ramp a magnet or gate to zero. Physical rewiring or sample changes are explicit operator steps.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operator can describe a scientific task in natural language and review the resulting stages before execution. The example asks for dark nonlinear Hall and polarization-dependent BVPE at matched environmental coordinates. The PC-side configuration identifies resources, connections, drivers, data paths and local policies. The experiment-side configuration identifies the sample, scientific question, wiring, coordinate sequence and controls. The interface provides live state, data-quality feedback and an attributable run review.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test scripts are valuable starting points for finite capability adapters: connect, read status, set, settle, acquire, save and stop with verification. Drivers keep manufacturer dependencies and physical connections local. The central resource graph can include more PCs while preserving resource locks, shared physical paths and local ownership. Code and protocols also become versioned evidence for planning, which is different from executing arbitrary retrieved code.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LabOS connects a distributed set of laboratory resources around a scientific objective. In this scenario, it joins two PCs, two excitation paths, environmental and gate control, harmonic transport, and chopped-light readout. Deterministic execution and local ownership support dependable operation, while shared identities, calibrations, timestamps and quality records support scientific interpretation. The central agent can then propose the next useful comparison from the evidence.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instrument inventory and drive method were supplied and confirmed by the user. QUANTA is the framework reference for separating scientific reasoning, deterministic execution and persistent hardware ownership. The nonlinear Hall papers motivate fundamental and second-harmonic readout and the need for controls. The BVPE paper provides optical-response context. These sources are not used as measured data from this apparatus. The cryostat and front-panel illustrations are conceptual, with roles and interfaces expressed through experiment configuration.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10.38850" TargetMode="External"/><Relationship Id="rId3" Type="http://schemas.openxmlformats.org/officeDocument/2006/relationships/hyperlink" Target="https://doi.org/10.1103/PhysRevLett.115.216806" TargetMode="External"/><Relationship Id="rId4" Type="http://schemas.openxmlformats.org/officeDocument/2006/relationships/hyperlink" Target="https://doi.org/10.1038/s41586-018-0807-6" TargetMode="External"/><Relationship Id="rId5" Type="http://schemas.openxmlformats.org/officeDocument/2006/relationships/hyperlink" Target="https://doi.org/10.1038/s41563-019-0297-4" TargetMode="External"/><Relationship Id="rId6"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2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0075" y="419100"/>
            <a:ext cx="2390775" cy="295275"/>
          </a:xfrm>
          <a:prstGeom prst="roundRect">
            <a:avLst>
              <a:gd name="adj" fmla="val 45161"/>
            </a:avLst>
          </a:prstGeom>
          <a:solidFill>
            <a:srgbClr val="2634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8163" y="466725"/>
            <a:ext cx="2170797" cy="186690"/>
          </a:xfrm>
          <a:prstGeom prst="rect">
            <a:avLst/>
          </a:prstGeom>
          <a:noFill/>
        </p:spPr>
        <p:txBody>
          <a:bodyPr wrap="none" lIns="0" rIns="0" tIns="0" bIns="0">
            <a:spAutoFit/>
          </a:bodyPr>
          <a:lstStyle/>
          <a:p>
            <a:pPr>
              <a:lnSpc>
                <a:spcPts val="1417"/>
              </a:lnSpc>
              <a:spcBef>
                <a:spcPts val="0"/>
              </a:spcBef>
              <a:spcAft>
                <a:spcPts val="0"/>
              </a:spcAft>
            </a:pPr>
            <a:r>
              <a:rPr sz="1050" b="1">
                <a:solidFill>
                  <a:srgbClr val="BBA5FF"/>
                </a:solidFill>
                <a:latin typeface="Arial"/>
                <a:ea typeface="Microsoft YaHei"/>
              </a:rPr>
              <a:t>DISTRIBUTED</a:t>
            </a:r>
            <a:r>
              <a:rPr sz="1050" b="1">
                <a:solidFill>
                  <a:srgbClr val="BBA5FF"/>
                </a:solidFill>
                <a:latin typeface="Microsoft YaHei"/>
                <a:ea typeface="Microsoft YaHei"/>
              </a:rPr>
              <a:t> </a:t>
            </a:r>
            <a:r>
              <a:rPr sz="1050" b="1">
                <a:solidFill>
                  <a:srgbClr val="BBA5FF"/>
                </a:solidFill>
                <a:latin typeface="Arial"/>
                <a:ea typeface="Microsoft YaHei"/>
              </a:rPr>
              <a:t>EXPERIMENTS</a:t>
            </a:r>
          </a:p>
        </p:txBody>
      </p:sp>
      <p:sp>
        <p:nvSpPr>
          <p:cNvPr id="5" name="TextBox 4"/>
          <p:cNvSpPr txBox="1"/>
          <p:nvPr/>
        </p:nvSpPr>
        <p:spPr>
          <a:xfrm>
            <a:off x="600075" y="1133475"/>
            <a:ext cx="2852258" cy="1080135"/>
          </a:xfrm>
          <a:prstGeom prst="rect">
            <a:avLst/>
          </a:prstGeom>
          <a:noFill/>
        </p:spPr>
        <p:txBody>
          <a:bodyPr wrap="none" lIns="0" rIns="0" tIns="0" bIns="0">
            <a:spAutoFit/>
          </a:bodyPr>
          <a:lstStyle/>
          <a:p>
            <a:pPr>
              <a:lnSpc>
                <a:spcPts val="8201"/>
              </a:lnSpc>
              <a:spcBef>
                <a:spcPts val="0"/>
              </a:spcBef>
              <a:spcAft>
                <a:spcPts val="0"/>
              </a:spcAft>
            </a:pPr>
            <a:r>
              <a:rPr sz="6075" b="1">
                <a:solidFill>
                  <a:srgbClr val="FFFFFF"/>
                </a:solidFill>
                <a:latin typeface="Arial"/>
                <a:ea typeface="Microsoft YaHei"/>
              </a:rPr>
              <a:t>LabOS</a:t>
            </a:r>
          </a:p>
        </p:txBody>
      </p:sp>
      <p:sp>
        <p:nvSpPr>
          <p:cNvPr id="6" name="TextBox 5"/>
          <p:cNvSpPr txBox="1"/>
          <p:nvPr/>
        </p:nvSpPr>
        <p:spPr>
          <a:xfrm>
            <a:off x="638175" y="2390775"/>
            <a:ext cx="7005377" cy="573405"/>
          </a:xfrm>
          <a:prstGeom prst="rect">
            <a:avLst/>
          </a:prstGeom>
          <a:noFill/>
        </p:spPr>
        <p:txBody>
          <a:bodyPr wrap="none" lIns="0" rIns="0" tIns="0" bIns="0">
            <a:spAutoFit/>
          </a:bodyPr>
          <a:lstStyle/>
          <a:p>
            <a:pPr>
              <a:lnSpc>
                <a:spcPts val="4353"/>
              </a:lnSpc>
              <a:spcBef>
                <a:spcPts val="0"/>
              </a:spcBef>
              <a:spcAft>
                <a:spcPts val="0"/>
              </a:spcAft>
            </a:pPr>
            <a:r>
              <a:rPr sz="3225" b="1">
                <a:solidFill>
                  <a:srgbClr val="FFFFFF"/>
                </a:solidFill>
                <a:latin typeface="Arial"/>
                <a:ea typeface="Microsoft YaHei"/>
              </a:rPr>
              <a:t>One</a:t>
            </a:r>
            <a:r>
              <a:rPr sz="3225" b="1">
                <a:solidFill>
                  <a:srgbClr val="FFFFFF"/>
                </a:solidFill>
                <a:latin typeface="Microsoft YaHei"/>
                <a:ea typeface="Microsoft YaHei"/>
              </a:rPr>
              <a:t> </a:t>
            </a:r>
            <a:r>
              <a:rPr sz="3225" b="1">
                <a:solidFill>
                  <a:srgbClr val="FFFFFF"/>
                </a:solidFill>
                <a:latin typeface="Arial"/>
                <a:ea typeface="Microsoft YaHei"/>
              </a:rPr>
              <a:t>experiment.</a:t>
            </a:r>
            <a:r>
              <a:rPr sz="3225" b="1">
                <a:solidFill>
                  <a:srgbClr val="FFFFFF"/>
                </a:solidFill>
                <a:latin typeface="Microsoft YaHei"/>
                <a:ea typeface="Microsoft YaHei"/>
              </a:rPr>
              <a:t> </a:t>
            </a:r>
            <a:r>
              <a:rPr sz="3225" b="1">
                <a:solidFill>
                  <a:srgbClr val="FFFFFF"/>
                </a:solidFill>
                <a:latin typeface="Arial"/>
                <a:ea typeface="Microsoft YaHei"/>
              </a:rPr>
              <a:t>Multiple</a:t>
            </a:r>
            <a:r>
              <a:rPr sz="3225" b="1">
                <a:solidFill>
                  <a:srgbClr val="FFFFFF"/>
                </a:solidFill>
                <a:latin typeface="Microsoft YaHei"/>
                <a:ea typeface="Microsoft YaHei"/>
              </a:rPr>
              <a:t> </a:t>
            </a:r>
            <a:r>
              <a:rPr sz="3225" b="1">
                <a:solidFill>
                  <a:srgbClr val="FFFFFF"/>
                </a:solidFill>
                <a:latin typeface="Arial"/>
                <a:ea typeface="Microsoft YaHei"/>
              </a:rPr>
              <a:t>PCs.</a:t>
            </a:r>
          </a:p>
        </p:txBody>
      </p:sp>
      <p:sp>
        <p:nvSpPr>
          <p:cNvPr id="7" name="TextBox 6"/>
          <p:cNvSpPr txBox="1"/>
          <p:nvPr/>
        </p:nvSpPr>
        <p:spPr>
          <a:xfrm>
            <a:off x="638175" y="2943701"/>
            <a:ext cx="8107909" cy="573405"/>
          </a:xfrm>
          <a:prstGeom prst="rect">
            <a:avLst/>
          </a:prstGeom>
          <a:noFill/>
        </p:spPr>
        <p:txBody>
          <a:bodyPr wrap="none" lIns="0" rIns="0" tIns="0" bIns="0">
            <a:spAutoFit/>
          </a:bodyPr>
          <a:lstStyle/>
          <a:p>
            <a:pPr>
              <a:lnSpc>
                <a:spcPts val="4353"/>
              </a:lnSpc>
              <a:spcBef>
                <a:spcPts val="0"/>
              </a:spcBef>
              <a:spcAft>
                <a:spcPts val="0"/>
              </a:spcAft>
            </a:pPr>
            <a:r>
              <a:rPr sz="3225" b="1">
                <a:solidFill>
                  <a:srgbClr val="FFFFFF"/>
                </a:solidFill>
                <a:latin typeface="Arial"/>
                <a:ea typeface="Microsoft YaHei"/>
              </a:rPr>
              <a:t>A</a:t>
            </a:r>
            <a:r>
              <a:rPr sz="3225" b="1">
                <a:solidFill>
                  <a:srgbClr val="FFFFFF"/>
                </a:solidFill>
                <a:latin typeface="Microsoft YaHei"/>
                <a:ea typeface="Microsoft YaHei"/>
              </a:rPr>
              <a:t> </a:t>
            </a:r>
            <a:r>
              <a:rPr sz="3225" b="1">
                <a:solidFill>
                  <a:srgbClr val="FFFFFF"/>
                </a:solidFill>
                <a:latin typeface="Arial"/>
                <a:ea typeface="Microsoft YaHei"/>
              </a:rPr>
              <a:t>connected</a:t>
            </a:r>
            <a:r>
              <a:rPr sz="3225" b="1">
                <a:solidFill>
                  <a:srgbClr val="FFFFFF"/>
                </a:solidFill>
                <a:latin typeface="Microsoft YaHei"/>
                <a:ea typeface="Microsoft YaHei"/>
              </a:rPr>
              <a:t> </a:t>
            </a:r>
            <a:r>
              <a:rPr sz="3225" b="1">
                <a:solidFill>
                  <a:srgbClr val="FFFFFF"/>
                </a:solidFill>
                <a:latin typeface="Arial"/>
                <a:ea typeface="Microsoft YaHei"/>
              </a:rPr>
              <a:t>measurement</a:t>
            </a:r>
            <a:r>
              <a:rPr sz="3225" b="1">
                <a:solidFill>
                  <a:srgbClr val="FFFFFF"/>
                </a:solidFill>
                <a:latin typeface="Microsoft YaHei"/>
                <a:ea typeface="Microsoft YaHei"/>
              </a:rPr>
              <a:t> </a:t>
            </a:r>
            <a:r>
              <a:rPr sz="3225" b="1">
                <a:solidFill>
                  <a:srgbClr val="FFFFFF"/>
                </a:solidFill>
                <a:latin typeface="Arial"/>
                <a:ea typeface="Microsoft YaHei"/>
              </a:rPr>
              <a:t>system.</a:t>
            </a:r>
          </a:p>
        </p:txBody>
      </p:sp>
      <p:sp>
        <p:nvSpPr>
          <p:cNvPr id="8" name="TextBox 7"/>
          <p:cNvSpPr txBox="1"/>
          <p:nvPr/>
        </p:nvSpPr>
        <p:spPr>
          <a:xfrm>
            <a:off x="638175" y="3743325"/>
            <a:ext cx="7186203" cy="373380"/>
          </a:xfrm>
          <a:prstGeom prst="rect">
            <a:avLst/>
          </a:prstGeom>
          <a:noFill/>
        </p:spPr>
        <p:txBody>
          <a:bodyPr wrap="none" lIns="0" rIns="0" tIns="0" bIns="0">
            <a:spAutoFit/>
          </a:bodyPr>
          <a:lstStyle/>
          <a:p>
            <a:pPr>
              <a:lnSpc>
                <a:spcPts val="2835"/>
              </a:lnSpc>
              <a:spcBef>
                <a:spcPts val="0"/>
              </a:spcBef>
              <a:spcAft>
                <a:spcPts val="0"/>
              </a:spcAft>
            </a:pPr>
            <a:r>
              <a:rPr sz="2100" b="0">
                <a:solidFill>
                  <a:srgbClr val="BDCEE4"/>
                </a:solidFill>
                <a:latin typeface="Arial"/>
                <a:ea typeface="Microsoft YaHei"/>
              </a:rPr>
              <a:t>Nonlinear</a:t>
            </a:r>
            <a:r>
              <a:rPr sz="2100" b="0">
                <a:solidFill>
                  <a:srgbClr val="BDCEE4"/>
                </a:solidFill>
                <a:latin typeface="Microsoft YaHei"/>
                <a:ea typeface="Microsoft YaHei"/>
              </a:rPr>
              <a:t> </a:t>
            </a:r>
            <a:r>
              <a:rPr sz="2100" b="0">
                <a:solidFill>
                  <a:srgbClr val="BDCEE4"/>
                </a:solidFill>
                <a:latin typeface="Arial"/>
                <a:ea typeface="Microsoft YaHei"/>
              </a:rPr>
              <a:t>Hall</a:t>
            </a:r>
            <a:r>
              <a:rPr sz="2100" b="0">
                <a:solidFill>
                  <a:srgbClr val="BDCEE4"/>
                </a:solidFill>
                <a:latin typeface="Microsoft YaHei"/>
                <a:ea typeface="Microsoft YaHei"/>
              </a:rPr>
              <a:t> </a:t>
            </a:r>
            <a:r>
              <a:rPr sz="2100" b="0">
                <a:solidFill>
                  <a:srgbClr val="BDCEE4"/>
                </a:solidFill>
                <a:latin typeface="Arial"/>
                <a:ea typeface="Microsoft YaHei"/>
              </a:rPr>
              <a:t>transport</a:t>
            </a:r>
            <a:r>
              <a:rPr sz="2100" b="0">
                <a:solidFill>
                  <a:srgbClr val="BDCEE4"/>
                </a:solidFill>
                <a:latin typeface="Microsoft YaHei"/>
                <a:ea typeface="Microsoft YaHei"/>
              </a:rPr>
              <a:t> </a:t>
            </a:r>
            <a:r>
              <a:rPr sz="2100" b="0">
                <a:solidFill>
                  <a:srgbClr val="BDCEE4"/>
                </a:solidFill>
                <a:latin typeface="Arial"/>
                <a:ea typeface="Microsoft YaHei"/>
              </a:rPr>
              <a:t>+</a:t>
            </a:r>
            <a:r>
              <a:rPr sz="2100" b="0">
                <a:solidFill>
                  <a:srgbClr val="BDCEE4"/>
                </a:solidFill>
                <a:latin typeface="Microsoft YaHei"/>
                <a:ea typeface="Microsoft YaHei"/>
              </a:rPr>
              <a:t> </a:t>
            </a:r>
            <a:r>
              <a:rPr sz="2100" b="0">
                <a:solidFill>
                  <a:srgbClr val="BDCEE4"/>
                </a:solidFill>
                <a:latin typeface="Arial"/>
                <a:ea typeface="Microsoft YaHei"/>
              </a:rPr>
              <a:t>bulk</a:t>
            </a:r>
            <a:r>
              <a:rPr sz="2100" b="0">
                <a:solidFill>
                  <a:srgbClr val="BDCEE4"/>
                </a:solidFill>
                <a:latin typeface="Microsoft YaHei"/>
                <a:ea typeface="Microsoft YaHei"/>
              </a:rPr>
              <a:t> </a:t>
            </a:r>
            <a:r>
              <a:rPr sz="2100" b="0">
                <a:solidFill>
                  <a:srgbClr val="BDCEE4"/>
                </a:solidFill>
                <a:latin typeface="Arial"/>
                <a:ea typeface="Microsoft YaHei"/>
              </a:rPr>
              <a:t>photovoltaic</a:t>
            </a:r>
            <a:r>
              <a:rPr sz="2100" b="0">
                <a:solidFill>
                  <a:srgbClr val="BDCEE4"/>
                </a:solidFill>
                <a:latin typeface="Microsoft YaHei"/>
                <a:ea typeface="Microsoft YaHei"/>
              </a:rPr>
              <a:t> </a:t>
            </a:r>
            <a:r>
              <a:rPr sz="2100" b="0">
                <a:solidFill>
                  <a:srgbClr val="BDCEE4"/>
                </a:solidFill>
                <a:latin typeface="Arial"/>
                <a:ea typeface="Microsoft YaHei"/>
              </a:rPr>
              <a:t>response</a:t>
            </a:r>
          </a:p>
        </p:txBody>
      </p:sp>
      <p:sp>
        <p:nvSpPr>
          <p:cNvPr id="9" name="Rounded Rectangle 8"/>
          <p:cNvSpPr/>
          <p:nvPr/>
        </p:nvSpPr>
        <p:spPr>
          <a:xfrm>
            <a:off x="638175" y="4791075"/>
            <a:ext cx="3143250" cy="952500"/>
          </a:xfrm>
          <a:prstGeom prst="roundRect">
            <a:avLst>
              <a:gd name="adj" fmla="val 10000"/>
            </a:avLst>
          </a:prstGeom>
          <a:solidFill>
            <a:srgbClr val="E9F6F7"/>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0286" y="4914900"/>
            <a:ext cx="2755227" cy="293370"/>
          </a:xfrm>
          <a:prstGeom prst="rect">
            <a:avLst/>
          </a:prstGeom>
          <a:noFill/>
        </p:spPr>
        <p:txBody>
          <a:bodyPr wrap="none" lIns="0" rIns="0" tIns="0" bIns="0">
            <a:spAutoFit/>
          </a:bodyPr>
          <a:lstStyle/>
          <a:p>
            <a:pPr>
              <a:lnSpc>
                <a:spcPts val="2227"/>
              </a:lnSpc>
              <a:spcBef>
                <a:spcPts val="0"/>
              </a:spcBef>
              <a:spcAft>
                <a:spcPts val="0"/>
              </a:spcAft>
            </a:pPr>
            <a:r>
              <a:rPr sz="1650" b="1">
                <a:solidFill>
                  <a:srgbClr val="168D9D"/>
                </a:solidFill>
                <a:latin typeface="Arial"/>
                <a:ea typeface="Microsoft YaHei"/>
              </a:rPr>
              <a:t>PC</a:t>
            </a:r>
            <a:r>
              <a:rPr sz="1650" b="1">
                <a:solidFill>
                  <a:srgbClr val="168D9D"/>
                </a:solidFill>
                <a:latin typeface="Microsoft YaHei"/>
                <a:ea typeface="Microsoft YaHei"/>
              </a:rPr>
              <a:t> </a:t>
            </a:r>
            <a:r>
              <a:rPr sz="1650" b="1">
                <a:solidFill>
                  <a:srgbClr val="168D9D"/>
                </a:solidFill>
                <a:latin typeface="Arial"/>
                <a:ea typeface="Microsoft YaHei"/>
              </a:rPr>
              <a:t>A:</a:t>
            </a:r>
            <a:r>
              <a:rPr sz="1650" b="1">
                <a:solidFill>
                  <a:srgbClr val="168D9D"/>
                </a:solidFill>
                <a:latin typeface="Microsoft YaHei"/>
                <a:ea typeface="Microsoft YaHei"/>
              </a:rPr>
              <a:t> </a:t>
            </a:r>
            <a:r>
              <a:rPr sz="1650" b="1">
                <a:solidFill>
                  <a:srgbClr val="168D9D"/>
                </a:solidFill>
                <a:latin typeface="Arial"/>
                <a:ea typeface="Microsoft YaHei"/>
              </a:rPr>
              <a:t>optical</a:t>
            </a:r>
            <a:r>
              <a:rPr sz="1650" b="1">
                <a:solidFill>
                  <a:srgbClr val="168D9D"/>
                </a:solidFill>
                <a:latin typeface="Microsoft YaHei"/>
                <a:ea typeface="Microsoft YaHei"/>
              </a:rPr>
              <a:t> </a:t>
            </a:r>
            <a:r>
              <a:rPr sz="1650" b="1">
                <a:solidFill>
                  <a:srgbClr val="168D9D"/>
                </a:solidFill>
                <a:latin typeface="Arial"/>
                <a:ea typeface="Microsoft YaHei"/>
              </a:rPr>
              <a:t>resources</a:t>
            </a:r>
          </a:p>
        </p:txBody>
      </p:sp>
      <p:sp>
        <p:nvSpPr>
          <p:cNvPr id="11" name="TextBox 10"/>
          <p:cNvSpPr txBox="1"/>
          <p:nvPr/>
        </p:nvSpPr>
        <p:spPr>
          <a:xfrm>
            <a:off x="1005668" y="5226367"/>
            <a:ext cx="2484462"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SuperK</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infrared</a:t>
            </a:r>
            <a:r>
              <a:rPr sz="1200" b="0">
                <a:solidFill>
                  <a:srgbClr val="62758C"/>
                </a:solidFill>
                <a:latin typeface="Microsoft YaHei"/>
                <a:ea typeface="Microsoft YaHei"/>
              </a:rPr>
              <a:t> </a:t>
            </a:r>
            <a:r>
              <a:rPr sz="1200" b="0">
                <a:solidFill>
                  <a:srgbClr val="62758C"/>
                </a:solidFill>
                <a:latin typeface="Arial"/>
                <a:ea typeface="Microsoft YaHei"/>
              </a:rPr>
              <a:t>spectroscopy</a:t>
            </a:r>
          </a:p>
        </p:txBody>
      </p:sp>
      <p:sp>
        <p:nvSpPr>
          <p:cNvPr id="12" name="Rounded Rectangle 11"/>
          <p:cNvSpPr/>
          <p:nvPr/>
        </p:nvSpPr>
        <p:spPr>
          <a:xfrm>
            <a:off x="4543425" y="4791075"/>
            <a:ext cx="3143250" cy="952500"/>
          </a:xfrm>
          <a:prstGeom prst="roundRect">
            <a:avLst>
              <a:gd name="adj" fmla="val 10000"/>
            </a:avLst>
          </a:prstGeom>
          <a:solidFill>
            <a:srgbClr val="F1ECFC"/>
          </a:solidFill>
          <a:ln w="13334">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2207" y="4914900"/>
            <a:ext cx="2801884" cy="293370"/>
          </a:xfrm>
          <a:prstGeom prst="rect">
            <a:avLst/>
          </a:prstGeom>
          <a:noFill/>
        </p:spPr>
        <p:txBody>
          <a:bodyPr wrap="none" lIns="0" rIns="0" tIns="0" bIns="0">
            <a:spAutoFit/>
          </a:bodyPr>
          <a:lstStyle/>
          <a:p>
            <a:pPr>
              <a:lnSpc>
                <a:spcPts val="2227"/>
              </a:lnSpc>
              <a:spcBef>
                <a:spcPts val="0"/>
              </a:spcBef>
              <a:spcAft>
                <a:spcPts val="0"/>
              </a:spcAft>
            </a:pPr>
            <a:r>
              <a:rPr sz="1650" b="1">
                <a:solidFill>
                  <a:srgbClr val="7653CF"/>
                </a:solidFill>
                <a:latin typeface="Arial"/>
                <a:ea typeface="Microsoft YaHei"/>
              </a:rPr>
              <a:t>Central</a:t>
            </a:r>
            <a:r>
              <a:rPr sz="1650" b="1">
                <a:solidFill>
                  <a:srgbClr val="7653CF"/>
                </a:solidFill>
                <a:latin typeface="Microsoft YaHei"/>
                <a:ea typeface="Microsoft YaHei"/>
              </a:rPr>
              <a:t> </a:t>
            </a:r>
            <a:r>
              <a:rPr sz="1650" b="1">
                <a:solidFill>
                  <a:srgbClr val="7653CF"/>
                </a:solidFill>
                <a:latin typeface="Arial"/>
                <a:ea typeface="Microsoft YaHei"/>
              </a:rPr>
              <a:t>scientific</a:t>
            </a:r>
            <a:r>
              <a:rPr sz="1650" b="1">
                <a:solidFill>
                  <a:srgbClr val="7653CF"/>
                </a:solidFill>
                <a:latin typeface="Microsoft YaHei"/>
                <a:ea typeface="Microsoft YaHei"/>
              </a:rPr>
              <a:t> </a:t>
            </a:r>
            <a:r>
              <a:rPr sz="1650" b="1">
                <a:solidFill>
                  <a:srgbClr val="7653CF"/>
                </a:solidFill>
                <a:latin typeface="Arial"/>
                <a:ea typeface="Microsoft YaHei"/>
              </a:rPr>
              <a:t>agent</a:t>
            </a:r>
          </a:p>
        </p:txBody>
      </p:sp>
      <p:sp>
        <p:nvSpPr>
          <p:cNvPr id="14" name="TextBox 13"/>
          <p:cNvSpPr txBox="1"/>
          <p:nvPr/>
        </p:nvSpPr>
        <p:spPr>
          <a:xfrm>
            <a:off x="4725292" y="5226367"/>
            <a:ext cx="2855714"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Planning</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orchestration</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evidence</a:t>
            </a:r>
          </a:p>
        </p:txBody>
      </p:sp>
      <p:sp>
        <p:nvSpPr>
          <p:cNvPr id="15" name="Rounded Rectangle 14"/>
          <p:cNvSpPr/>
          <p:nvPr/>
        </p:nvSpPr>
        <p:spPr>
          <a:xfrm>
            <a:off x="8448675" y="4791075"/>
            <a:ext cx="3143250" cy="952500"/>
          </a:xfrm>
          <a:prstGeom prst="roundRect">
            <a:avLst>
              <a:gd name="adj" fmla="val 10000"/>
            </a:avLst>
          </a:prstGeom>
          <a:solidFill>
            <a:srgbClr val="E9F6F7"/>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59539" y="4914900"/>
            <a:ext cx="2997721" cy="286702"/>
          </a:xfrm>
          <a:prstGeom prst="rect">
            <a:avLst/>
          </a:prstGeom>
          <a:noFill/>
        </p:spPr>
        <p:txBody>
          <a:bodyPr wrap="none" lIns="0" rIns="0" tIns="0" bIns="0">
            <a:spAutoFit/>
          </a:bodyPr>
          <a:lstStyle/>
          <a:p>
            <a:pPr>
              <a:lnSpc>
                <a:spcPts val="2176"/>
              </a:lnSpc>
              <a:spcBef>
                <a:spcPts val="0"/>
              </a:spcBef>
              <a:spcAft>
                <a:spcPts val="0"/>
              </a:spcAft>
            </a:pPr>
            <a:r>
              <a:rPr sz="1612" b="1">
                <a:solidFill>
                  <a:srgbClr val="168D9D"/>
                </a:solidFill>
                <a:latin typeface="Arial"/>
                <a:ea typeface="Microsoft YaHei"/>
              </a:rPr>
              <a:t>PC</a:t>
            </a:r>
            <a:r>
              <a:rPr sz="1612" b="1">
                <a:solidFill>
                  <a:srgbClr val="168D9D"/>
                </a:solidFill>
                <a:latin typeface="Microsoft YaHei"/>
                <a:ea typeface="Microsoft YaHei"/>
              </a:rPr>
              <a:t> </a:t>
            </a:r>
            <a:r>
              <a:rPr sz="1612" b="1">
                <a:solidFill>
                  <a:srgbClr val="168D9D"/>
                </a:solidFill>
                <a:latin typeface="Arial"/>
                <a:ea typeface="Microsoft YaHei"/>
              </a:rPr>
              <a:t>B:</a:t>
            </a:r>
            <a:r>
              <a:rPr sz="1612" b="1">
                <a:solidFill>
                  <a:srgbClr val="168D9D"/>
                </a:solidFill>
                <a:latin typeface="Microsoft YaHei"/>
                <a:ea typeface="Microsoft YaHei"/>
              </a:rPr>
              <a:t> </a:t>
            </a:r>
            <a:r>
              <a:rPr sz="1612" b="1">
                <a:solidFill>
                  <a:srgbClr val="168D9D"/>
                </a:solidFill>
                <a:latin typeface="Arial"/>
                <a:ea typeface="Microsoft YaHei"/>
              </a:rPr>
              <a:t>sample</a:t>
            </a:r>
            <a:r>
              <a:rPr sz="1612" b="1">
                <a:solidFill>
                  <a:srgbClr val="168D9D"/>
                </a:solidFill>
                <a:latin typeface="Microsoft YaHei"/>
                <a:ea typeface="Microsoft YaHei"/>
              </a:rPr>
              <a:t> </a:t>
            </a:r>
            <a:r>
              <a:rPr sz="1612" b="1">
                <a:solidFill>
                  <a:srgbClr val="168D9D"/>
                </a:solidFill>
                <a:latin typeface="Arial"/>
                <a:ea typeface="Microsoft YaHei"/>
              </a:rPr>
              <a:t>and</a:t>
            </a:r>
            <a:r>
              <a:rPr sz="1612" b="1">
                <a:solidFill>
                  <a:srgbClr val="168D9D"/>
                </a:solidFill>
                <a:latin typeface="Microsoft YaHei"/>
                <a:ea typeface="Microsoft YaHei"/>
              </a:rPr>
              <a:t> </a:t>
            </a:r>
            <a:r>
              <a:rPr sz="1612" b="1">
                <a:solidFill>
                  <a:srgbClr val="168D9D"/>
                </a:solidFill>
                <a:latin typeface="Arial"/>
                <a:ea typeface="Microsoft YaHei"/>
              </a:rPr>
              <a:t>readout</a:t>
            </a:r>
          </a:p>
        </p:txBody>
      </p:sp>
      <p:sp>
        <p:nvSpPr>
          <p:cNvPr id="17" name="TextBox 16"/>
          <p:cNvSpPr txBox="1"/>
          <p:nvPr/>
        </p:nvSpPr>
        <p:spPr>
          <a:xfrm>
            <a:off x="8649258" y="5226367"/>
            <a:ext cx="2818283"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attoDRY</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electrical</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optical</a:t>
            </a:r>
            <a:r>
              <a:rPr sz="1200" b="0">
                <a:solidFill>
                  <a:srgbClr val="62758C"/>
                </a:solidFill>
                <a:latin typeface="Microsoft YaHei"/>
                <a:ea typeface="Microsoft YaHei"/>
              </a:rPr>
              <a:t> </a:t>
            </a:r>
            <a:r>
              <a:rPr sz="1200" b="0">
                <a:solidFill>
                  <a:srgbClr val="62758C"/>
                </a:solidFill>
                <a:latin typeface="Arial"/>
                <a:ea typeface="Microsoft YaHei"/>
              </a:rPr>
              <a:t>control</a:t>
            </a:r>
          </a:p>
        </p:txBody>
      </p:sp>
      <p:cxnSp>
        <p:nvCxnSpPr>
          <p:cNvPr id="18" name="Connector 17"/>
          <p:cNvCxnSpPr/>
          <p:nvPr/>
        </p:nvCxnSpPr>
        <p:spPr>
          <a:xfrm>
            <a:off x="3781425" y="5267325"/>
            <a:ext cx="762000" cy="0"/>
          </a:xfrm>
          <a:prstGeom prst="line">
            <a:avLst/>
          </a:prstGeom>
          <a:ln w="28575">
            <a:solidFill>
              <a:srgbClr val="5FC9D5"/>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4457700" y="5232400"/>
            <a:ext cx="88900" cy="76200"/>
          </a:xfrm>
          <a:custGeom>
            <a:avLst/>
            <a:gdLst/>
            <a:ahLst/>
            <a:cxnLst/>
            <a:rect l="l" t="t" r="r" b="b"/>
            <a:pathLst>
              <a:path w="7" h="6">
                <a:moveTo>
                  <a:pt x="7" y="3"/>
                </a:moveTo>
                <a:lnTo>
                  <a:pt x="0" y="0"/>
                </a:lnTo>
                <a:lnTo>
                  <a:pt x="0" y="6"/>
                </a:lnTo>
                <a:close/>
              </a:path>
            </a:pathLst>
          </a:custGeom>
          <a:solidFill>
            <a:srgbClr val="5FC9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7686675" y="5267325"/>
            <a:ext cx="762000" cy="0"/>
          </a:xfrm>
          <a:prstGeom prst="line">
            <a:avLst/>
          </a:prstGeom>
          <a:ln w="28575">
            <a:solidFill>
              <a:srgbClr val="5FC9D5"/>
            </a:solidFill>
          </a:ln>
        </p:spPr>
        <p:style>
          <a:lnRef idx="2">
            <a:schemeClr val="accent1"/>
          </a:lnRef>
          <a:fillRef idx="0">
            <a:schemeClr val="accent1"/>
          </a:fillRef>
          <a:effectRef idx="1">
            <a:schemeClr val="accent1"/>
          </a:effectRef>
          <a:fontRef idx="minor">
            <a:schemeClr val="tx1"/>
          </a:fontRef>
        </p:style>
      </p:cxnSp>
      <p:sp>
        <p:nvSpPr>
          <p:cNvPr id="21" name="Freeform 20"/>
          <p:cNvSpPr/>
          <p:nvPr/>
        </p:nvSpPr>
        <p:spPr>
          <a:xfrm>
            <a:off x="8356600" y="5232400"/>
            <a:ext cx="88900" cy="76200"/>
          </a:xfrm>
          <a:custGeom>
            <a:avLst/>
            <a:gdLst/>
            <a:ahLst/>
            <a:cxnLst/>
            <a:rect l="l" t="t" r="r" b="b"/>
            <a:pathLst>
              <a:path w="7" h="6">
                <a:moveTo>
                  <a:pt x="7" y="3"/>
                </a:moveTo>
                <a:lnTo>
                  <a:pt x="0" y="0"/>
                </a:lnTo>
                <a:lnTo>
                  <a:pt x="0" y="6"/>
                </a:lnTo>
                <a:close/>
              </a:path>
            </a:pathLst>
          </a:custGeom>
          <a:solidFill>
            <a:srgbClr val="5FC9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175" y="6115050"/>
            <a:ext cx="7383860"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BDCEE4"/>
                </a:solidFill>
                <a:latin typeface="Arial"/>
                <a:ea typeface="Microsoft YaHei"/>
              </a:rPr>
              <a:t>A</a:t>
            </a:r>
            <a:r>
              <a:rPr sz="1425" b="0">
                <a:solidFill>
                  <a:srgbClr val="BDCEE4"/>
                </a:solidFill>
                <a:latin typeface="Microsoft YaHei"/>
                <a:ea typeface="Microsoft YaHei"/>
              </a:rPr>
              <a:t> </a:t>
            </a:r>
            <a:r>
              <a:rPr sz="1425" b="0">
                <a:solidFill>
                  <a:srgbClr val="BDCEE4"/>
                </a:solidFill>
                <a:latin typeface="Arial"/>
                <a:ea typeface="Microsoft YaHei"/>
              </a:rPr>
              <a:t>system-level</a:t>
            </a:r>
            <a:r>
              <a:rPr sz="1425" b="0">
                <a:solidFill>
                  <a:srgbClr val="BDCEE4"/>
                </a:solidFill>
                <a:latin typeface="Microsoft YaHei"/>
                <a:ea typeface="Microsoft YaHei"/>
              </a:rPr>
              <a:t> </a:t>
            </a:r>
            <a:r>
              <a:rPr sz="1425" b="0">
                <a:solidFill>
                  <a:srgbClr val="BDCEE4"/>
                </a:solidFill>
                <a:latin typeface="Arial"/>
                <a:ea typeface="Microsoft YaHei"/>
              </a:rPr>
              <a:t>view</a:t>
            </a:r>
            <a:r>
              <a:rPr sz="1425" b="0">
                <a:solidFill>
                  <a:srgbClr val="BDCEE4"/>
                </a:solidFill>
                <a:latin typeface="Microsoft YaHei"/>
                <a:ea typeface="Microsoft YaHei"/>
              </a:rPr>
              <a:t> </a:t>
            </a:r>
            <a:r>
              <a:rPr sz="1425" b="0">
                <a:solidFill>
                  <a:srgbClr val="BDCEE4"/>
                </a:solidFill>
                <a:latin typeface="Arial"/>
                <a:ea typeface="Microsoft YaHei"/>
              </a:rPr>
              <a:t>of</a:t>
            </a:r>
            <a:r>
              <a:rPr sz="1425" b="0">
                <a:solidFill>
                  <a:srgbClr val="BDCEE4"/>
                </a:solidFill>
                <a:latin typeface="Microsoft YaHei"/>
                <a:ea typeface="Microsoft YaHei"/>
              </a:rPr>
              <a:t> </a:t>
            </a:r>
            <a:r>
              <a:rPr sz="1425" b="0">
                <a:solidFill>
                  <a:srgbClr val="BDCEE4"/>
                </a:solidFill>
                <a:latin typeface="Arial"/>
                <a:ea typeface="Microsoft YaHei"/>
              </a:rPr>
              <a:t>hardware,</a:t>
            </a:r>
            <a:r>
              <a:rPr sz="1425" b="0">
                <a:solidFill>
                  <a:srgbClr val="BDCEE4"/>
                </a:solidFill>
                <a:latin typeface="Microsoft YaHei"/>
                <a:ea typeface="Microsoft YaHei"/>
              </a:rPr>
              <a:t> </a:t>
            </a:r>
            <a:r>
              <a:rPr sz="1425" b="0">
                <a:solidFill>
                  <a:srgbClr val="BDCEE4"/>
                </a:solidFill>
                <a:latin typeface="Arial"/>
                <a:ea typeface="Microsoft YaHei"/>
              </a:rPr>
              <a:t>references,</a:t>
            </a:r>
            <a:r>
              <a:rPr sz="1425" b="0">
                <a:solidFill>
                  <a:srgbClr val="BDCEE4"/>
                </a:solidFill>
                <a:latin typeface="Microsoft YaHei"/>
                <a:ea typeface="Microsoft YaHei"/>
              </a:rPr>
              <a:t> </a:t>
            </a:r>
            <a:r>
              <a:rPr sz="1425" b="0">
                <a:solidFill>
                  <a:srgbClr val="BDCEE4"/>
                </a:solidFill>
                <a:latin typeface="Arial"/>
                <a:ea typeface="Microsoft YaHei"/>
              </a:rPr>
              <a:t>timing,</a:t>
            </a:r>
            <a:r>
              <a:rPr sz="1425" b="0">
                <a:solidFill>
                  <a:srgbClr val="BDCEE4"/>
                </a:solidFill>
                <a:latin typeface="Microsoft YaHei"/>
                <a:ea typeface="Microsoft YaHei"/>
              </a:rPr>
              <a:t> </a:t>
            </a:r>
            <a:r>
              <a:rPr sz="1425" b="0">
                <a:solidFill>
                  <a:srgbClr val="BDCEE4"/>
                </a:solidFill>
                <a:latin typeface="Arial"/>
                <a:ea typeface="Microsoft YaHei"/>
              </a:rPr>
              <a:t>data</a:t>
            </a:r>
            <a:r>
              <a:rPr sz="1425" b="0">
                <a:solidFill>
                  <a:srgbClr val="BDCEE4"/>
                </a:solidFill>
                <a:latin typeface="Microsoft YaHei"/>
                <a:ea typeface="Microsoft YaHei"/>
              </a:rPr>
              <a:t> </a:t>
            </a:r>
            <a:r>
              <a:rPr sz="1425" b="0">
                <a:solidFill>
                  <a:srgbClr val="BDCEE4"/>
                </a:solidFill>
                <a:latin typeface="Arial"/>
                <a:ea typeface="Microsoft YaHei"/>
              </a:rPr>
              <a:t>and</a:t>
            </a:r>
            <a:r>
              <a:rPr sz="1425" b="0">
                <a:solidFill>
                  <a:srgbClr val="BDCEE4"/>
                </a:solidFill>
                <a:latin typeface="Microsoft YaHei"/>
                <a:ea typeface="Microsoft YaHei"/>
              </a:rPr>
              <a:t> </a:t>
            </a:r>
            <a:r>
              <a:rPr sz="1425" b="0">
                <a:solidFill>
                  <a:srgbClr val="BDCEE4"/>
                </a:solidFill>
                <a:latin typeface="Arial"/>
                <a:ea typeface="Microsoft YaHei"/>
              </a:rPr>
              <a:t>scientific</a:t>
            </a:r>
            <a:r>
              <a:rPr sz="1425" b="0">
                <a:solidFill>
                  <a:srgbClr val="BDCEE4"/>
                </a:solidFill>
                <a:latin typeface="Microsoft YaHei"/>
                <a:ea typeface="Microsoft YaHei"/>
              </a:rPr>
              <a:t> </a:t>
            </a:r>
            <a:r>
              <a:rPr sz="1425" b="0">
                <a:solidFill>
                  <a:srgbClr val="BDCEE4"/>
                </a:solidFill>
                <a:latin typeface="Arial"/>
                <a:ea typeface="Microsoft YaHei"/>
              </a:rPr>
              <a:t>decisions</a:t>
            </a:r>
          </a:p>
        </p:txBody>
      </p:sp>
      <p:cxnSp>
        <p:nvCxnSpPr>
          <p:cNvPr id="23" name="Connector 22"/>
          <p:cNvCxnSpPr/>
          <p:nvPr/>
        </p:nvCxnSpPr>
        <p:spPr>
          <a:xfrm>
            <a:off x="514350" y="6543675"/>
            <a:ext cx="11163300" cy="0"/>
          </a:xfrm>
          <a:prstGeom prst="line">
            <a:avLst/>
          </a:prstGeom>
          <a:ln w="9525">
            <a:solidFill>
              <a:srgbClr val="31435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23875" y="6619875"/>
            <a:ext cx="3609184"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B1C2DA"/>
                </a:solidFill>
                <a:latin typeface="Arial"/>
                <a:ea typeface="Microsoft YaHei"/>
              </a:rPr>
              <a:t>LabOS</a:t>
            </a:r>
            <a:r>
              <a:rPr sz="825" b="0">
                <a:solidFill>
                  <a:srgbClr val="B1C2DA"/>
                </a:solidFill>
                <a:latin typeface="Microsoft YaHei"/>
                <a:ea typeface="Microsoft YaHei"/>
              </a:rPr>
              <a:t>  </a:t>
            </a:r>
            <a:r>
              <a:rPr sz="825" b="0">
                <a:solidFill>
                  <a:srgbClr val="B1C2DA"/>
                </a:solidFill>
                <a:latin typeface="Arial"/>
                <a:ea typeface="Microsoft YaHei"/>
              </a:rPr>
              <a:t>|</a:t>
            </a:r>
            <a:r>
              <a:rPr sz="825" b="0">
                <a:solidFill>
                  <a:srgbClr val="B1C2DA"/>
                </a:solidFill>
                <a:latin typeface="Microsoft YaHei"/>
                <a:ea typeface="Microsoft YaHei"/>
              </a:rPr>
              <a:t>  </a:t>
            </a:r>
            <a:r>
              <a:rPr sz="825" b="0">
                <a:solidFill>
                  <a:srgbClr val="B1C2DA"/>
                </a:solidFill>
                <a:latin typeface="Arial"/>
                <a:ea typeface="Microsoft YaHei"/>
              </a:rPr>
              <a:t>Cross-PC</a:t>
            </a:r>
            <a:r>
              <a:rPr sz="825" b="0">
                <a:solidFill>
                  <a:srgbClr val="B1C2DA"/>
                </a:solidFill>
                <a:latin typeface="Microsoft YaHei"/>
                <a:ea typeface="Microsoft YaHei"/>
              </a:rPr>
              <a:t> </a:t>
            </a:r>
            <a:r>
              <a:rPr sz="825" b="0">
                <a:solidFill>
                  <a:srgbClr val="B1C2DA"/>
                </a:solidFill>
                <a:latin typeface="Arial"/>
                <a:ea typeface="Microsoft YaHei"/>
              </a:rPr>
              <a:t>nonlinear</a:t>
            </a:r>
            <a:r>
              <a:rPr sz="825" b="0">
                <a:solidFill>
                  <a:srgbClr val="B1C2DA"/>
                </a:solidFill>
                <a:latin typeface="Microsoft YaHei"/>
                <a:ea typeface="Microsoft YaHei"/>
              </a:rPr>
              <a:t> </a:t>
            </a:r>
            <a:r>
              <a:rPr sz="825" b="0">
                <a:solidFill>
                  <a:srgbClr val="B1C2DA"/>
                </a:solidFill>
                <a:latin typeface="Arial"/>
                <a:ea typeface="Microsoft YaHei"/>
              </a:rPr>
              <a:t>Hall</a:t>
            </a:r>
            <a:r>
              <a:rPr sz="825" b="0">
                <a:solidFill>
                  <a:srgbClr val="B1C2DA"/>
                </a:solidFill>
                <a:latin typeface="Microsoft YaHei"/>
                <a:ea typeface="Microsoft YaHei"/>
              </a:rPr>
              <a:t> </a:t>
            </a:r>
            <a:r>
              <a:rPr sz="825" b="0">
                <a:solidFill>
                  <a:srgbClr val="B1C2DA"/>
                </a:solidFill>
                <a:latin typeface="Arial"/>
                <a:ea typeface="Microsoft YaHei"/>
              </a:rPr>
              <a:t>and</a:t>
            </a:r>
            <a:r>
              <a:rPr sz="825" b="0">
                <a:solidFill>
                  <a:srgbClr val="B1C2DA"/>
                </a:solidFill>
                <a:latin typeface="Microsoft YaHei"/>
                <a:ea typeface="Microsoft YaHei"/>
              </a:rPr>
              <a:t> </a:t>
            </a:r>
            <a:r>
              <a:rPr sz="825" b="0">
                <a:solidFill>
                  <a:srgbClr val="B1C2DA"/>
                </a:solidFill>
                <a:latin typeface="Arial"/>
                <a:ea typeface="Microsoft YaHei"/>
              </a:rPr>
              <a:t>BVPE</a:t>
            </a:r>
            <a:r>
              <a:rPr sz="825" b="0">
                <a:solidFill>
                  <a:srgbClr val="B1C2DA"/>
                </a:solidFill>
                <a:latin typeface="Microsoft YaHei"/>
                <a:ea typeface="Microsoft YaHei"/>
              </a:rPr>
              <a:t> </a:t>
            </a:r>
            <a:r>
              <a:rPr sz="825" b="0">
                <a:solidFill>
                  <a:srgbClr val="B1C2DA"/>
                </a:solidFill>
                <a:latin typeface="Arial"/>
                <a:ea typeface="Microsoft YaHei"/>
              </a:rPr>
              <a:t>measurement</a:t>
            </a:r>
            <a:r>
              <a:rPr sz="825" b="0">
                <a:solidFill>
                  <a:srgbClr val="B1C2DA"/>
                </a:solidFill>
                <a:latin typeface="Microsoft YaHei"/>
                <a:ea typeface="Microsoft YaHei"/>
              </a:rPr>
              <a:t> </a:t>
            </a:r>
            <a:r>
              <a:rPr sz="825" b="0">
                <a:solidFill>
                  <a:srgbClr val="B1C2DA"/>
                </a:solidFill>
                <a:latin typeface="Arial"/>
                <a:ea typeface="Microsoft YaHei"/>
              </a:rPr>
              <a:t>workflows</a:t>
            </a:r>
          </a:p>
        </p:txBody>
      </p:sp>
      <p:sp>
        <p:nvSpPr>
          <p:cNvPr id="25" name="TextBox 24"/>
          <p:cNvSpPr txBox="1"/>
          <p:nvPr/>
        </p:nvSpPr>
        <p:spPr>
          <a:xfrm>
            <a:off x="11348256" y="6600825"/>
            <a:ext cx="405593"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B1C2DA"/>
                </a:solidFill>
                <a:latin typeface="Arial"/>
                <a:ea typeface="Microsoft YaHei"/>
              </a:rPr>
              <a:t>01/22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295275"/>
            <a:ext cx="1868155"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01</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SCIENTIFIC</a:t>
            </a:r>
            <a:r>
              <a:rPr sz="975" b="1">
                <a:solidFill>
                  <a:srgbClr val="168D9D"/>
                </a:solidFill>
                <a:latin typeface="Microsoft YaHei"/>
                <a:ea typeface="Microsoft YaHei"/>
              </a:rPr>
              <a:t> </a:t>
            </a:r>
            <a:r>
              <a:rPr sz="975" b="1">
                <a:solidFill>
                  <a:srgbClr val="168D9D"/>
                </a:solidFill>
                <a:latin typeface="Arial"/>
                <a:ea typeface="Microsoft YaHei"/>
              </a:rPr>
              <a:t>SCENARIO</a:t>
            </a:r>
          </a:p>
        </p:txBody>
      </p:sp>
      <p:sp>
        <p:nvSpPr>
          <p:cNvPr id="4" name="TextBox 3"/>
          <p:cNvSpPr txBox="1"/>
          <p:nvPr/>
        </p:nvSpPr>
        <p:spPr>
          <a:xfrm>
            <a:off x="514350" y="676275"/>
            <a:ext cx="9672209" cy="480059"/>
          </a:xfrm>
          <a:prstGeom prst="rect">
            <a:avLst/>
          </a:prstGeom>
          <a:noFill/>
        </p:spPr>
        <p:txBody>
          <a:bodyPr wrap="none" lIns="0" rIns="0" tIns="0" bIns="0">
            <a:spAutoFit/>
          </a:bodyPr>
          <a:lstStyle/>
          <a:p>
            <a:pPr>
              <a:lnSpc>
                <a:spcPts val="3645"/>
              </a:lnSpc>
              <a:spcBef>
                <a:spcPts val="0"/>
              </a:spcBef>
              <a:spcAft>
                <a:spcPts val="0"/>
              </a:spcAft>
            </a:pPr>
            <a:r>
              <a:rPr sz="2700" b="1">
                <a:solidFill>
                  <a:srgbClr val="11233E"/>
                </a:solidFill>
                <a:latin typeface="Arial"/>
                <a:ea typeface="Microsoft YaHei"/>
              </a:rPr>
              <a:t>Two</a:t>
            </a:r>
            <a:r>
              <a:rPr sz="2700" b="1">
                <a:solidFill>
                  <a:srgbClr val="11233E"/>
                </a:solidFill>
                <a:latin typeface="Microsoft YaHei"/>
                <a:ea typeface="Microsoft YaHei"/>
              </a:rPr>
              <a:t> </a:t>
            </a:r>
            <a:r>
              <a:rPr sz="2700" b="1">
                <a:solidFill>
                  <a:srgbClr val="11233E"/>
                </a:solidFill>
                <a:latin typeface="Arial"/>
                <a:ea typeface="Microsoft YaHei"/>
              </a:rPr>
              <a:t>response</a:t>
            </a:r>
            <a:r>
              <a:rPr sz="2700" b="1">
                <a:solidFill>
                  <a:srgbClr val="11233E"/>
                </a:solidFill>
                <a:latin typeface="Microsoft YaHei"/>
                <a:ea typeface="Microsoft YaHei"/>
              </a:rPr>
              <a:t> </a:t>
            </a:r>
            <a:r>
              <a:rPr sz="2700" b="1">
                <a:solidFill>
                  <a:srgbClr val="11233E"/>
                </a:solidFill>
                <a:latin typeface="Arial"/>
                <a:ea typeface="Microsoft YaHei"/>
              </a:rPr>
              <a:t>channels,</a:t>
            </a:r>
            <a:r>
              <a:rPr sz="2700" b="1">
                <a:solidFill>
                  <a:srgbClr val="11233E"/>
                </a:solidFill>
                <a:latin typeface="Microsoft YaHei"/>
                <a:ea typeface="Microsoft YaHei"/>
              </a:rPr>
              <a:t> </a:t>
            </a:r>
            <a:r>
              <a:rPr sz="2700" b="1">
                <a:solidFill>
                  <a:srgbClr val="11233E"/>
                </a:solidFill>
                <a:latin typeface="Arial"/>
                <a:ea typeface="Microsoft YaHei"/>
              </a:rPr>
              <a:t>one</a:t>
            </a:r>
            <a:r>
              <a:rPr sz="2700" b="1">
                <a:solidFill>
                  <a:srgbClr val="11233E"/>
                </a:solidFill>
                <a:latin typeface="Microsoft YaHei"/>
                <a:ea typeface="Microsoft YaHei"/>
              </a:rPr>
              <a:t> </a:t>
            </a:r>
            <a:r>
              <a:rPr sz="2700" b="1">
                <a:solidFill>
                  <a:srgbClr val="11233E"/>
                </a:solidFill>
                <a:latin typeface="Arial"/>
                <a:ea typeface="Microsoft YaHei"/>
              </a:rPr>
              <a:t>experimental</a:t>
            </a:r>
            <a:r>
              <a:rPr sz="2700" b="1">
                <a:solidFill>
                  <a:srgbClr val="11233E"/>
                </a:solidFill>
                <a:latin typeface="Microsoft YaHei"/>
                <a:ea typeface="Microsoft YaHei"/>
              </a:rPr>
              <a:t> </a:t>
            </a:r>
            <a:r>
              <a:rPr sz="2700" b="1">
                <a:solidFill>
                  <a:srgbClr val="11233E"/>
                </a:solidFill>
                <a:latin typeface="Arial"/>
                <a:ea typeface="Microsoft YaHei"/>
              </a:rPr>
              <a:t>context</a:t>
            </a:r>
          </a:p>
        </p:txBody>
      </p:sp>
      <p:sp>
        <p:nvSpPr>
          <p:cNvPr id="5" name="TextBox 4"/>
          <p:cNvSpPr txBox="1"/>
          <p:nvPr/>
        </p:nvSpPr>
        <p:spPr>
          <a:xfrm>
            <a:off x="533400" y="1247775"/>
            <a:ext cx="8506118"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62758C"/>
                </a:solidFill>
                <a:latin typeface="Arial"/>
                <a:ea typeface="Microsoft YaHei"/>
              </a:rPr>
              <a:t>Electrical</a:t>
            </a:r>
            <a:r>
              <a:rPr sz="1425" b="0">
                <a:solidFill>
                  <a:srgbClr val="62758C"/>
                </a:solidFill>
                <a:latin typeface="Microsoft YaHei"/>
                <a:ea typeface="Microsoft YaHei"/>
              </a:rPr>
              <a:t> </a:t>
            </a:r>
            <a:r>
              <a:rPr sz="1425" b="0">
                <a:solidFill>
                  <a:srgbClr val="62758C"/>
                </a:solidFill>
                <a:latin typeface="Arial"/>
                <a:ea typeface="Microsoft YaHei"/>
              </a:rPr>
              <a:t>and</a:t>
            </a:r>
            <a:r>
              <a:rPr sz="1425" b="0">
                <a:solidFill>
                  <a:srgbClr val="62758C"/>
                </a:solidFill>
                <a:latin typeface="Microsoft YaHei"/>
                <a:ea typeface="Microsoft YaHei"/>
              </a:rPr>
              <a:t> </a:t>
            </a:r>
            <a:r>
              <a:rPr sz="1425" b="0">
                <a:solidFill>
                  <a:srgbClr val="62758C"/>
                </a:solidFill>
                <a:latin typeface="Arial"/>
                <a:ea typeface="Microsoft YaHei"/>
              </a:rPr>
              <a:t>optical</a:t>
            </a:r>
            <a:r>
              <a:rPr sz="1425" b="0">
                <a:solidFill>
                  <a:srgbClr val="62758C"/>
                </a:solidFill>
                <a:latin typeface="Microsoft YaHei"/>
                <a:ea typeface="Microsoft YaHei"/>
              </a:rPr>
              <a:t> </a:t>
            </a:r>
            <a:r>
              <a:rPr sz="1425" b="0">
                <a:solidFill>
                  <a:srgbClr val="62758C"/>
                </a:solidFill>
                <a:latin typeface="Arial"/>
                <a:ea typeface="Microsoft YaHei"/>
              </a:rPr>
              <a:t>excitation</a:t>
            </a:r>
            <a:r>
              <a:rPr sz="1425" b="0">
                <a:solidFill>
                  <a:srgbClr val="62758C"/>
                </a:solidFill>
                <a:latin typeface="Microsoft YaHei"/>
                <a:ea typeface="Microsoft YaHei"/>
              </a:rPr>
              <a:t> </a:t>
            </a:r>
            <a:r>
              <a:rPr sz="1425" b="0">
                <a:solidFill>
                  <a:srgbClr val="62758C"/>
                </a:solidFill>
                <a:latin typeface="Arial"/>
                <a:ea typeface="Microsoft YaHei"/>
              </a:rPr>
              <a:t>share</a:t>
            </a:r>
            <a:r>
              <a:rPr sz="1425" b="0">
                <a:solidFill>
                  <a:srgbClr val="62758C"/>
                </a:solidFill>
                <a:latin typeface="Microsoft YaHei"/>
                <a:ea typeface="Microsoft YaHei"/>
              </a:rPr>
              <a:t> </a:t>
            </a:r>
            <a:r>
              <a:rPr sz="1425" b="0">
                <a:solidFill>
                  <a:srgbClr val="62758C"/>
                </a:solidFill>
                <a:latin typeface="Arial"/>
                <a:ea typeface="Microsoft YaHei"/>
              </a:rPr>
              <a:t>the</a:t>
            </a:r>
            <a:r>
              <a:rPr sz="1425" b="0">
                <a:solidFill>
                  <a:srgbClr val="62758C"/>
                </a:solidFill>
                <a:latin typeface="Microsoft YaHei"/>
                <a:ea typeface="Microsoft YaHei"/>
              </a:rPr>
              <a:t> </a:t>
            </a:r>
            <a:r>
              <a:rPr sz="1425" b="0">
                <a:solidFill>
                  <a:srgbClr val="62758C"/>
                </a:solidFill>
                <a:latin typeface="Arial"/>
                <a:ea typeface="Microsoft YaHei"/>
              </a:rPr>
              <a:t>same</a:t>
            </a:r>
            <a:r>
              <a:rPr sz="1425" b="0">
                <a:solidFill>
                  <a:srgbClr val="62758C"/>
                </a:solidFill>
                <a:latin typeface="Microsoft YaHei"/>
                <a:ea typeface="Microsoft YaHei"/>
              </a:rPr>
              <a:t> </a:t>
            </a:r>
            <a:r>
              <a:rPr sz="1425" b="0">
                <a:solidFill>
                  <a:srgbClr val="62758C"/>
                </a:solidFill>
                <a:latin typeface="Arial"/>
                <a:ea typeface="Microsoft YaHei"/>
              </a:rPr>
              <a:t>sample</a:t>
            </a:r>
            <a:r>
              <a:rPr sz="1425" b="0">
                <a:solidFill>
                  <a:srgbClr val="62758C"/>
                </a:solidFill>
                <a:latin typeface="Microsoft YaHei"/>
                <a:ea typeface="Microsoft YaHei"/>
              </a:rPr>
              <a:t> </a:t>
            </a:r>
            <a:r>
              <a:rPr sz="1425" b="0">
                <a:solidFill>
                  <a:srgbClr val="62758C"/>
                </a:solidFill>
                <a:latin typeface="Arial"/>
                <a:ea typeface="Microsoft YaHei"/>
              </a:rPr>
              <a:t>coordinates:</a:t>
            </a:r>
            <a:r>
              <a:rPr sz="1425" b="0">
                <a:solidFill>
                  <a:srgbClr val="62758C"/>
                </a:solidFill>
                <a:latin typeface="Microsoft YaHei"/>
                <a:ea typeface="Microsoft YaHei"/>
              </a:rPr>
              <a:t> </a:t>
            </a:r>
            <a:r>
              <a:rPr sz="1425" b="0">
                <a:solidFill>
                  <a:srgbClr val="62758C"/>
                </a:solidFill>
                <a:latin typeface="Arial"/>
                <a:ea typeface="Microsoft YaHei"/>
              </a:rPr>
              <a:t>T,</a:t>
            </a:r>
            <a:r>
              <a:rPr sz="1425" b="0">
                <a:solidFill>
                  <a:srgbClr val="62758C"/>
                </a:solidFill>
                <a:latin typeface="Microsoft YaHei"/>
                <a:ea typeface="Microsoft YaHei"/>
              </a:rPr>
              <a:t> </a:t>
            </a:r>
            <a:r>
              <a:rPr sz="1425" b="0">
                <a:solidFill>
                  <a:srgbClr val="62758C"/>
                </a:solidFill>
                <a:latin typeface="Arial"/>
                <a:ea typeface="Microsoft YaHei"/>
              </a:rPr>
              <a:t>B</a:t>
            </a:r>
            <a:r>
              <a:rPr sz="1425" b="0">
                <a:solidFill>
                  <a:srgbClr val="62758C"/>
                </a:solidFill>
                <a:latin typeface="Microsoft YaHei"/>
                <a:ea typeface="Microsoft YaHei"/>
              </a:rPr>
              <a:t> </a:t>
            </a:r>
            <a:r>
              <a:rPr sz="1425" b="0">
                <a:solidFill>
                  <a:srgbClr val="62758C"/>
                </a:solidFill>
                <a:latin typeface="Arial"/>
                <a:ea typeface="Microsoft YaHei"/>
              </a:rPr>
              <a:t>and</a:t>
            </a:r>
            <a:r>
              <a:rPr sz="1425" b="0">
                <a:solidFill>
                  <a:srgbClr val="62758C"/>
                </a:solidFill>
                <a:latin typeface="Microsoft YaHei"/>
                <a:ea typeface="Microsoft YaHei"/>
              </a:rPr>
              <a:t> </a:t>
            </a:r>
            <a:r>
              <a:rPr sz="1425" b="0">
                <a:solidFill>
                  <a:srgbClr val="62758C"/>
                </a:solidFill>
                <a:latin typeface="Arial"/>
                <a:ea typeface="Microsoft YaHei"/>
              </a:rPr>
              <a:t>gate</a:t>
            </a:r>
            <a:r>
              <a:rPr sz="1425" b="0">
                <a:solidFill>
                  <a:srgbClr val="62758C"/>
                </a:solidFill>
                <a:latin typeface="Microsoft YaHei"/>
                <a:ea typeface="Microsoft YaHei"/>
              </a:rPr>
              <a:t> </a:t>
            </a:r>
            <a:r>
              <a:rPr sz="1425" b="0">
                <a:solidFill>
                  <a:srgbClr val="62758C"/>
                </a:solidFill>
                <a:latin typeface="Arial"/>
                <a:ea typeface="Microsoft YaHei"/>
              </a:rPr>
              <a:t>voltage</a:t>
            </a:r>
            <a:r>
              <a:rPr sz="1425" b="0">
                <a:solidFill>
                  <a:srgbClr val="62758C"/>
                </a:solidFill>
                <a:latin typeface="Microsoft YaHei"/>
                <a:ea typeface="Microsoft YaHei"/>
              </a:rPr>
              <a:t> </a:t>
            </a:r>
            <a:r>
              <a:rPr sz="1425" b="0">
                <a:solidFill>
                  <a:srgbClr val="62758C"/>
                </a:solidFill>
                <a:latin typeface="Arial"/>
                <a:ea typeface="Microsoft YaHei"/>
              </a:rPr>
              <a:t>Vg.</a:t>
            </a:r>
          </a:p>
        </p:txBody>
      </p:sp>
      <p:sp>
        <p:nvSpPr>
          <p:cNvPr id="6" name="Rounded Rectangle 5"/>
          <p:cNvSpPr/>
          <p:nvPr/>
        </p:nvSpPr>
        <p:spPr>
          <a:xfrm>
            <a:off x="514350" y="1952625"/>
            <a:ext cx="5381625" cy="2724150"/>
          </a:xfrm>
          <a:prstGeom prst="roundRect">
            <a:avLst>
              <a:gd name="adj" fmla="val 4195"/>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14350" y="2114550"/>
            <a:ext cx="38100" cy="314325"/>
          </a:xfrm>
          <a:prstGeom prst="rect">
            <a:avLst/>
          </a:pr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850" y="2105025"/>
            <a:ext cx="3426246" cy="346709"/>
          </a:xfrm>
          <a:prstGeom prst="rect">
            <a:avLst/>
          </a:prstGeom>
          <a:noFill/>
        </p:spPr>
        <p:txBody>
          <a:bodyPr wrap="none" lIns="0" rIns="0" tIns="0" bIns="0">
            <a:spAutoFit/>
          </a:bodyPr>
          <a:lstStyle/>
          <a:p>
            <a:pPr>
              <a:lnSpc>
                <a:spcPts val="2632"/>
              </a:lnSpc>
              <a:spcBef>
                <a:spcPts val="0"/>
              </a:spcBef>
              <a:spcAft>
                <a:spcPts val="0"/>
              </a:spcAft>
            </a:pPr>
            <a:r>
              <a:rPr sz="1950" b="1">
                <a:solidFill>
                  <a:srgbClr val="7653CF"/>
                </a:solidFill>
                <a:latin typeface="Arial"/>
                <a:ea typeface="Microsoft YaHei"/>
              </a:rPr>
              <a:t>Nonlinear</a:t>
            </a:r>
            <a:r>
              <a:rPr sz="1950" b="1">
                <a:solidFill>
                  <a:srgbClr val="7653CF"/>
                </a:solidFill>
                <a:latin typeface="Microsoft YaHei"/>
                <a:ea typeface="Microsoft YaHei"/>
              </a:rPr>
              <a:t> </a:t>
            </a:r>
            <a:r>
              <a:rPr sz="1950" b="1">
                <a:solidFill>
                  <a:srgbClr val="7653CF"/>
                </a:solidFill>
                <a:latin typeface="Arial"/>
                <a:ea typeface="Microsoft YaHei"/>
              </a:rPr>
              <a:t>Hall</a:t>
            </a:r>
            <a:r>
              <a:rPr sz="1950" b="1">
                <a:solidFill>
                  <a:srgbClr val="7653CF"/>
                </a:solidFill>
                <a:latin typeface="Microsoft YaHei"/>
                <a:ea typeface="Microsoft YaHei"/>
              </a:rPr>
              <a:t> </a:t>
            </a:r>
            <a:r>
              <a:rPr sz="1950" b="1">
                <a:solidFill>
                  <a:srgbClr val="7653CF"/>
                </a:solidFill>
                <a:latin typeface="Arial"/>
                <a:ea typeface="Microsoft YaHei"/>
              </a:rPr>
              <a:t>transport</a:t>
            </a:r>
          </a:p>
        </p:txBody>
      </p:sp>
      <p:sp>
        <p:nvSpPr>
          <p:cNvPr id="9" name="TextBox 8"/>
          <p:cNvSpPr txBox="1"/>
          <p:nvPr/>
        </p:nvSpPr>
        <p:spPr>
          <a:xfrm>
            <a:off x="704850" y="2543175"/>
            <a:ext cx="4428762" cy="293370"/>
          </a:xfrm>
          <a:prstGeom prst="rect">
            <a:avLst/>
          </a:prstGeom>
          <a:noFill/>
        </p:spPr>
        <p:txBody>
          <a:bodyPr wrap="none" lIns="0" rIns="0" tIns="0" bIns="0">
            <a:spAutoFit/>
          </a:bodyPr>
          <a:lstStyle/>
          <a:p>
            <a:pPr>
              <a:lnSpc>
                <a:spcPts val="2227"/>
              </a:lnSpc>
              <a:spcBef>
                <a:spcPts val="0"/>
              </a:spcBef>
              <a:spcAft>
                <a:spcPts val="0"/>
              </a:spcAft>
            </a:pPr>
            <a:r>
              <a:rPr sz="1650" b="0">
                <a:solidFill>
                  <a:srgbClr val="23364D"/>
                </a:solidFill>
                <a:latin typeface="Arial"/>
                <a:ea typeface="Microsoft YaHei"/>
              </a:rPr>
              <a:t>Drive:</a:t>
            </a:r>
            <a:r>
              <a:rPr sz="1650" b="0">
                <a:solidFill>
                  <a:srgbClr val="23364D"/>
                </a:solidFill>
                <a:latin typeface="Microsoft YaHei"/>
                <a:ea typeface="Microsoft YaHei"/>
              </a:rPr>
              <a:t> </a:t>
            </a:r>
            <a:r>
              <a:rPr sz="1650" b="0">
                <a:solidFill>
                  <a:srgbClr val="23364D"/>
                </a:solidFill>
                <a:latin typeface="Arial"/>
                <a:ea typeface="Microsoft YaHei"/>
              </a:rPr>
              <a:t>lock-in</a:t>
            </a:r>
            <a:r>
              <a:rPr sz="1650" b="0">
                <a:solidFill>
                  <a:srgbClr val="23364D"/>
                </a:solidFill>
                <a:latin typeface="Microsoft YaHei"/>
                <a:ea typeface="Microsoft YaHei"/>
              </a:rPr>
              <a:t> </a:t>
            </a:r>
            <a:r>
              <a:rPr sz="1650" b="0">
                <a:solidFill>
                  <a:srgbClr val="23364D"/>
                </a:solidFill>
                <a:latin typeface="Arial"/>
                <a:ea typeface="Microsoft YaHei"/>
              </a:rPr>
              <a:t>sine</a:t>
            </a:r>
            <a:r>
              <a:rPr sz="1650" b="0">
                <a:solidFill>
                  <a:srgbClr val="23364D"/>
                </a:solidFill>
                <a:latin typeface="Microsoft YaHei"/>
                <a:ea typeface="Microsoft YaHei"/>
              </a:rPr>
              <a:t> </a:t>
            </a:r>
            <a:r>
              <a:rPr sz="1650" b="0">
                <a:solidFill>
                  <a:srgbClr val="23364D"/>
                </a:solidFill>
                <a:latin typeface="Arial"/>
                <a:ea typeface="Microsoft YaHei"/>
              </a:rPr>
              <a:t>output</a:t>
            </a:r>
            <a:r>
              <a:rPr sz="1650" b="0">
                <a:solidFill>
                  <a:srgbClr val="23364D"/>
                </a:solidFill>
                <a:latin typeface="Microsoft YaHei"/>
                <a:ea typeface="Microsoft YaHei"/>
              </a:rPr>
              <a:t> </a:t>
            </a:r>
            <a:r>
              <a:rPr sz="1650" b="0">
                <a:solidFill>
                  <a:srgbClr val="23364D"/>
                </a:solidFill>
                <a:latin typeface="Arial"/>
                <a:ea typeface="Microsoft YaHei"/>
              </a:rPr>
              <a:t>+</a:t>
            </a:r>
            <a:r>
              <a:rPr sz="1650" b="0">
                <a:solidFill>
                  <a:srgbClr val="23364D"/>
                </a:solidFill>
                <a:latin typeface="Microsoft YaHei"/>
                <a:ea typeface="Microsoft YaHei"/>
              </a:rPr>
              <a:t> </a:t>
            </a:r>
            <a:r>
              <a:rPr sz="1650" b="0">
                <a:solidFill>
                  <a:srgbClr val="23364D"/>
                </a:solidFill>
                <a:latin typeface="Arial"/>
                <a:ea typeface="Microsoft YaHei"/>
              </a:rPr>
              <a:t>series</a:t>
            </a:r>
            <a:r>
              <a:rPr sz="1650" b="0">
                <a:solidFill>
                  <a:srgbClr val="23364D"/>
                </a:solidFill>
                <a:latin typeface="Microsoft YaHei"/>
                <a:ea typeface="Microsoft YaHei"/>
              </a:rPr>
              <a:t> </a:t>
            </a:r>
            <a:r>
              <a:rPr sz="1650" b="0">
                <a:solidFill>
                  <a:srgbClr val="23364D"/>
                </a:solidFill>
                <a:latin typeface="Arial"/>
                <a:ea typeface="Microsoft YaHei"/>
              </a:rPr>
              <a:t>resistor</a:t>
            </a:r>
          </a:p>
        </p:txBody>
      </p:sp>
      <p:sp>
        <p:nvSpPr>
          <p:cNvPr id="10" name="TextBox 9"/>
          <p:cNvSpPr txBox="1"/>
          <p:nvPr/>
        </p:nvSpPr>
        <p:spPr>
          <a:xfrm>
            <a:off x="704850" y="2826067"/>
            <a:ext cx="4829137" cy="293370"/>
          </a:xfrm>
          <a:prstGeom prst="rect">
            <a:avLst/>
          </a:prstGeom>
          <a:noFill/>
        </p:spPr>
        <p:txBody>
          <a:bodyPr wrap="none" lIns="0" rIns="0" tIns="0" bIns="0">
            <a:spAutoFit/>
          </a:bodyPr>
          <a:lstStyle/>
          <a:p>
            <a:pPr>
              <a:lnSpc>
                <a:spcPts val="2227"/>
              </a:lnSpc>
              <a:spcBef>
                <a:spcPts val="0"/>
              </a:spcBef>
              <a:spcAft>
                <a:spcPts val="0"/>
              </a:spcAft>
            </a:pPr>
            <a:r>
              <a:rPr sz="1650" b="0">
                <a:solidFill>
                  <a:srgbClr val="23364D"/>
                </a:solidFill>
                <a:latin typeface="Arial"/>
                <a:ea typeface="Microsoft YaHei"/>
              </a:rPr>
              <a:t>Readout:</a:t>
            </a:r>
            <a:r>
              <a:rPr sz="1650" b="0">
                <a:solidFill>
                  <a:srgbClr val="23364D"/>
                </a:solidFill>
                <a:latin typeface="Microsoft YaHei"/>
                <a:ea typeface="Microsoft YaHei"/>
              </a:rPr>
              <a:t> </a:t>
            </a:r>
            <a:r>
              <a:rPr sz="1650" b="0">
                <a:solidFill>
                  <a:srgbClr val="23364D"/>
                </a:solidFill>
                <a:latin typeface="Arial"/>
                <a:ea typeface="Microsoft YaHei"/>
              </a:rPr>
              <a:t>longitudinal</a:t>
            </a:r>
            <a:r>
              <a:rPr sz="1650" b="0">
                <a:solidFill>
                  <a:srgbClr val="23364D"/>
                </a:solidFill>
                <a:latin typeface="Microsoft YaHei"/>
                <a:ea typeface="Microsoft YaHei"/>
              </a:rPr>
              <a:t> </a:t>
            </a:r>
            <a:r>
              <a:rPr sz="1650" b="0">
                <a:solidFill>
                  <a:srgbClr val="23364D"/>
                </a:solidFill>
                <a:latin typeface="Arial"/>
                <a:ea typeface="Microsoft YaHei"/>
              </a:rPr>
              <a:t>Vxx</a:t>
            </a:r>
            <a:r>
              <a:rPr sz="1650" b="0">
                <a:solidFill>
                  <a:srgbClr val="23364D"/>
                </a:solidFill>
                <a:latin typeface="Microsoft YaHei"/>
                <a:ea typeface="Microsoft YaHei"/>
              </a:rPr>
              <a:t> </a:t>
            </a:r>
            <a:r>
              <a:rPr sz="1650" b="0">
                <a:solidFill>
                  <a:srgbClr val="23364D"/>
                </a:solidFill>
                <a:latin typeface="Arial"/>
                <a:ea typeface="Microsoft YaHei"/>
              </a:rPr>
              <a:t>and</a:t>
            </a:r>
            <a:r>
              <a:rPr sz="1650" b="0">
                <a:solidFill>
                  <a:srgbClr val="23364D"/>
                </a:solidFill>
                <a:latin typeface="Microsoft YaHei"/>
                <a:ea typeface="Microsoft YaHei"/>
              </a:rPr>
              <a:t> </a:t>
            </a:r>
            <a:r>
              <a:rPr sz="1650" b="0">
                <a:solidFill>
                  <a:srgbClr val="23364D"/>
                </a:solidFill>
                <a:latin typeface="Arial"/>
                <a:ea typeface="Microsoft YaHei"/>
              </a:rPr>
              <a:t>transverse</a:t>
            </a:r>
            <a:r>
              <a:rPr sz="1650" b="0">
                <a:solidFill>
                  <a:srgbClr val="23364D"/>
                </a:solidFill>
                <a:latin typeface="Microsoft YaHei"/>
                <a:ea typeface="Microsoft YaHei"/>
              </a:rPr>
              <a:t> </a:t>
            </a:r>
            <a:r>
              <a:rPr sz="1650" b="0">
                <a:solidFill>
                  <a:srgbClr val="23364D"/>
                </a:solidFill>
                <a:latin typeface="Arial"/>
                <a:ea typeface="Microsoft YaHei"/>
              </a:rPr>
              <a:t>Vxy</a:t>
            </a:r>
          </a:p>
        </p:txBody>
      </p:sp>
      <p:sp>
        <p:nvSpPr>
          <p:cNvPr id="11" name="TextBox 10"/>
          <p:cNvSpPr txBox="1"/>
          <p:nvPr/>
        </p:nvSpPr>
        <p:spPr>
          <a:xfrm>
            <a:off x="704850" y="3108960"/>
            <a:ext cx="3943359" cy="293370"/>
          </a:xfrm>
          <a:prstGeom prst="rect">
            <a:avLst/>
          </a:prstGeom>
          <a:noFill/>
        </p:spPr>
        <p:txBody>
          <a:bodyPr wrap="none" lIns="0" rIns="0" tIns="0" bIns="0">
            <a:spAutoFit/>
          </a:bodyPr>
          <a:lstStyle/>
          <a:p>
            <a:pPr>
              <a:lnSpc>
                <a:spcPts val="2227"/>
              </a:lnSpc>
              <a:spcBef>
                <a:spcPts val="0"/>
              </a:spcBef>
              <a:spcAft>
                <a:spcPts val="0"/>
              </a:spcAft>
            </a:pPr>
            <a:r>
              <a:rPr sz="1650" b="0">
                <a:solidFill>
                  <a:srgbClr val="23364D"/>
                </a:solidFill>
                <a:latin typeface="Arial"/>
                <a:ea typeface="Microsoft YaHei"/>
              </a:rPr>
              <a:t>Axes:</a:t>
            </a:r>
            <a:r>
              <a:rPr sz="1650" b="0">
                <a:solidFill>
                  <a:srgbClr val="23364D"/>
                </a:solidFill>
                <a:latin typeface="Microsoft YaHei"/>
                <a:ea typeface="Microsoft YaHei"/>
              </a:rPr>
              <a:t> </a:t>
            </a:r>
            <a:r>
              <a:rPr sz="1650" b="0">
                <a:solidFill>
                  <a:srgbClr val="23364D"/>
                </a:solidFill>
                <a:latin typeface="Arial"/>
                <a:ea typeface="Microsoft YaHei"/>
              </a:rPr>
              <a:t>current,</a:t>
            </a:r>
            <a:r>
              <a:rPr sz="1650" b="0">
                <a:solidFill>
                  <a:srgbClr val="23364D"/>
                </a:solidFill>
                <a:latin typeface="Microsoft YaHei"/>
                <a:ea typeface="Microsoft YaHei"/>
              </a:rPr>
              <a:t> </a:t>
            </a:r>
            <a:r>
              <a:rPr sz="1650" b="0">
                <a:solidFill>
                  <a:srgbClr val="23364D"/>
                </a:solidFill>
                <a:latin typeface="Arial"/>
                <a:ea typeface="Microsoft YaHei"/>
              </a:rPr>
              <a:t>frequency,</a:t>
            </a:r>
            <a:r>
              <a:rPr sz="1650" b="0">
                <a:solidFill>
                  <a:srgbClr val="23364D"/>
                </a:solidFill>
                <a:latin typeface="Microsoft YaHei"/>
                <a:ea typeface="Microsoft YaHei"/>
              </a:rPr>
              <a:t> </a:t>
            </a:r>
            <a:r>
              <a:rPr sz="1650" b="0">
                <a:solidFill>
                  <a:srgbClr val="23364D"/>
                </a:solidFill>
                <a:latin typeface="Arial"/>
                <a:ea typeface="Microsoft YaHei"/>
              </a:rPr>
              <a:t>T,</a:t>
            </a:r>
            <a:r>
              <a:rPr sz="1650" b="0">
                <a:solidFill>
                  <a:srgbClr val="23364D"/>
                </a:solidFill>
                <a:latin typeface="Microsoft YaHei"/>
                <a:ea typeface="Microsoft YaHei"/>
              </a:rPr>
              <a:t> </a:t>
            </a:r>
            <a:r>
              <a:rPr sz="1650" b="0">
                <a:solidFill>
                  <a:srgbClr val="23364D"/>
                </a:solidFill>
                <a:latin typeface="Arial"/>
                <a:ea typeface="Microsoft YaHei"/>
              </a:rPr>
              <a:t>B</a:t>
            </a:r>
            <a:r>
              <a:rPr sz="1650" b="0">
                <a:solidFill>
                  <a:srgbClr val="23364D"/>
                </a:solidFill>
                <a:latin typeface="Microsoft YaHei"/>
                <a:ea typeface="Microsoft YaHei"/>
              </a:rPr>
              <a:t> </a:t>
            </a:r>
            <a:r>
              <a:rPr sz="1650" b="0">
                <a:solidFill>
                  <a:srgbClr val="23364D"/>
                </a:solidFill>
                <a:latin typeface="Arial"/>
                <a:ea typeface="Microsoft YaHei"/>
              </a:rPr>
              <a:t>and</a:t>
            </a:r>
            <a:r>
              <a:rPr sz="1650" b="0">
                <a:solidFill>
                  <a:srgbClr val="23364D"/>
                </a:solidFill>
                <a:latin typeface="Microsoft YaHei"/>
                <a:ea typeface="Microsoft YaHei"/>
              </a:rPr>
              <a:t> </a:t>
            </a:r>
            <a:r>
              <a:rPr sz="1650" b="0">
                <a:solidFill>
                  <a:srgbClr val="23364D"/>
                </a:solidFill>
                <a:latin typeface="Arial"/>
                <a:ea typeface="Microsoft YaHei"/>
              </a:rPr>
              <a:t>Vg</a:t>
            </a:r>
          </a:p>
        </p:txBody>
      </p:sp>
      <p:sp>
        <p:nvSpPr>
          <p:cNvPr id="12" name="TextBox 11"/>
          <p:cNvSpPr txBox="1"/>
          <p:nvPr/>
        </p:nvSpPr>
        <p:spPr>
          <a:xfrm>
            <a:off x="704850" y="3391852"/>
            <a:ext cx="3703522" cy="293370"/>
          </a:xfrm>
          <a:prstGeom prst="rect">
            <a:avLst/>
          </a:prstGeom>
          <a:noFill/>
        </p:spPr>
        <p:txBody>
          <a:bodyPr wrap="none" lIns="0" rIns="0" tIns="0" bIns="0">
            <a:spAutoFit/>
          </a:bodyPr>
          <a:lstStyle/>
          <a:p>
            <a:pPr>
              <a:lnSpc>
                <a:spcPts val="2227"/>
              </a:lnSpc>
              <a:spcBef>
                <a:spcPts val="0"/>
              </a:spcBef>
              <a:spcAft>
                <a:spcPts val="0"/>
              </a:spcAft>
            </a:pPr>
            <a:r>
              <a:rPr sz="1650" b="0">
                <a:solidFill>
                  <a:srgbClr val="23364D"/>
                </a:solidFill>
                <a:latin typeface="Arial"/>
                <a:ea typeface="Microsoft YaHei"/>
              </a:rPr>
              <a:t>Controls:</a:t>
            </a:r>
            <a:r>
              <a:rPr sz="1650" b="0">
                <a:solidFill>
                  <a:srgbClr val="23364D"/>
                </a:solidFill>
                <a:latin typeface="Microsoft YaHei"/>
                <a:ea typeface="Microsoft YaHei"/>
              </a:rPr>
              <a:t> </a:t>
            </a:r>
            <a:r>
              <a:rPr sz="1650" b="0">
                <a:solidFill>
                  <a:srgbClr val="23364D"/>
                </a:solidFill>
                <a:latin typeface="Arial"/>
                <a:ea typeface="Microsoft YaHei"/>
              </a:rPr>
              <a:t>harmonics,</a:t>
            </a:r>
            <a:r>
              <a:rPr sz="1650" b="0">
                <a:solidFill>
                  <a:srgbClr val="23364D"/>
                </a:solidFill>
                <a:latin typeface="Microsoft YaHei"/>
                <a:ea typeface="Microsoft YaHei"/>
              </a:rPr>
              <a:t> </a:t>
            </a:r>
            <a:r>
              <a:rPr sz="1650" b="0">
                <a:solidFill>
                  <a:srgbClr val="23364D"/>
                </a:solidFill>
                <a:latin typeface="Arial"/>
                <a:ea typeface="Microsoft YaHei"/>
              </a:rPr>
              <a:t>return</a:t>
            </a:r>
            <a:r>
              <a:rPr sz="1650" b="0">
                <a:solidFill>
                  <a:srgbClr val="23364D"/>
                </a:solidFill>
                <a:latin typeface="Microsoft YaHei"/>
                <a:ea typeface="Microsoft YaHei"/>
              </a:rPr>
              <a:t> </a:t>
            </a:r>
            <a:r>
              <a:rPr sz="1650" b="0">
                <a:solidFill>
                  <a:srgbClr val="23364D"/>
                </a:solidFill>
                <a:latin typeface="Arial"/>
                <a:ea typeface="Microsoft YaHei"/>
              </a:rPr>
              <a:t>points,</a:t>
            </a:r>
          </a:p>
        </p:txBody>
      </p:sp>
      <p:sp>
        <p:nvSpPr>
          <p:cNvPr id="13" name="TextBox 12"/>
          <p:cNvSpPr txBox="1"/>
          <p:nvPr/>
        </p:nvSpPr>
        <p:spPr>
          <a:xfrm>
            <a:off x="704850" y="3674745"/>
            <a:ext cx="1406044" cy="293370"/>
          </a:xfrm>
          <a:prstGeom prst="rect">
            <a:avLst/>
          </a:prstGeom>
          <a:noFill/>
        </p:spPr>
        <p:txBody>
          <a:bodyPr wrap="none" lIns="0" rIns="0" tIns="0" bIns="0">
            <a:spAutoFit/>
          </a:bodyPr>
          <a:lstStyle/>
          <a:p>
            <a:pPr>
              <a:lnSpc>
                <a:spcPts val="2227"/>
              </a:lnSpc>
              <a:spcBef>
                <a:spcPts val="0"/>
              </a:spcBef>
              <a:spcAft>
                <a:spcPts val="0"/>
              </a:spcAft>
            </a:pPr>
            <a:r>
              <a:rPr sz="1650" b="0">
                <a:solidFill>
                  <a:srgbClr val="23364D"/>
                </a:solidFill>
                <a:latin typeface="Arial"/>
                <a:ea typeface="Microsoft YaHei"/>
              </a:rPr>
              <a:t>repeatability</a:t>
            </a:r>
          </a:p>
        </p:txBody>
      </p:sp>
      <p:sp>
        <p:nvSpPr>
          <p:cNvPr id="14" name="Rounded Rectangle 13"/>
          <p:cNvSpPr/>
          <p:nvPr/>
        </p:nvSpPr>
        <p:spPr>
          <a:xfrm>
            <a:off x="6162675" y="1952625"/>
            <a:ext cx="5514975" cy="2724150"/>
          </a:xfrm>
          <a:prstGeom prst="roundRect">
            <a:avLst>
              <a:gd name="adj" fmla="val 4195"/>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2675" y="2114550"/>
            <a:ext cx="38100" cy="314325"/>
          </a:xfrm>
          <a:prstGeom prst="rect">
            <a:avLst/>
          </a:pr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3175" y="2105025"/>
            <a:ext cx="4211035" cy="346709"/>
          </a:xfrm>
          <a:prstGeom prst="rect">
            <a:avLst/>
          </a:prstGeom>
          <a:noFill/>
        </p:spPr>
        <p:txBody>
          <a:bodyPr wrap="none" lIns="0" rIns="0" tIns="0" bIns="0">
            <a:spAutoFit/>
          </a:bodyPr>
          <a:lstStyle/>
          <a:p>
            <a:pPr>
              <a:lnSpc>
                <a:spcPts val="2632"/>
              </a:lnSpc>
              <a:spcBef>
                <a:spcPts val="0"/>
              </a:spcBef>
              <a:spcAft>
                <a:spcPts val="0"/>
              </a:spcAft>
            </a:pPr>
            <a:r>
              <a:rPr sz="1950" b="1">
                <a:solidFill>
                  <a:srgbClr val="168D9D"/>
                </a:solidFill>
                <a:latin typeface="Arial"/>
                <a:ea typeface="Microsoft YaHei"/>
              </a:rPr>
              <a:t>BVPE</a:t>
            </a:r>
            <a:r>
              <a:rPr sz="1950" b="1">
                <a:solidFill>
                  <a:srgbClr val="168D9D"/>
                </a:solidFill>
                <a:latin typeface="Microsoft YaHei"/>
                <a:ea typeface="Microsoft YaHei"/>
              </a:rPr>
              <a:t> </a:t>
            </a:r>
            <a:r>
              <a:rPr sz="1950" b="1">
                <a:solidFill>
                  <a:srgbClr val="168D9D"/>
                </a:solidFill>
                <a:latin typeface="Arial"/>
                <a:ea typeface="Microsoft YaHei"/>
              </a:rPr>
              <a:t>/</a:t>
            </a:r>
            <a:r>
              <a:rPr sz="1950" b="1">
                <a:solidFill>
                  <a:srgbClr val="168D9D"/>
                </a:solidFill>
                <a:latin typeface="Microsoft YaHei"/>
                <a:ea typeface="Microsoft YaHei"/>
              </a:rPr>
              <a:t> </a:t>
            </a:r>
            <a:r>
              <a:rPr sz="1950" b="1">
                <a:solidFill>
                  <a:srgbClr val="168D9D"/>
                </a:solidFill>
                <a:latin typeface="Arial"/>
                <a:ea typeface="Microsoft YaHei"/>
              </a:rPr>
              <a:t>photocurrent</a:t>
            </a:r>
            <a:r>
              <a:rPr sz="1950" b="1">
                <a:solidFill>
                  <a:srgbClr val="168D9D"/>
                </a:solidFill>
                <a:latin typeface="Microsoft YaHei"/>
                <a:ea typeface="Microsoft YaHei"/>
              </a:rPr>
              <a:t> </a:t>
            </a:r>
            <a:r>
              <a:rPr sz="1950" b="1">
                <a:solidFill>
                  <a:srgbClr val="168D9D"/>
                </a:solidFill>
                <a:latin typeface="Arial"/>
                <a:ea typeface="Microsoft YaHei"/>
              </a:rPr>
              <a:t>response</a:t>
            </a:r>
          </a:p>
        </p:txBody>
      </p:sp>
      <p:sp>
        <p:nvSpPr>
          <p:cNvPr id="17" name="TextBox 16"/>
          <p:cNvSpPr txBox="1"/>
          <p:nvPr/>
        </p:nvSpPr>
        <p:spPr>
          <a:xfrm>
            <a:off x="6353175" y="2543175"/>
            <a:ext cx="3376407" cy="293370"/>
          </a:xfrm>
          <a:prstGeom prst="rect">
            <a:avLst/>
          </a:prstGeom>
          <a:noFill/>
        </p:spPr>
        <p:txBody>
          <a:bodyPr wrap="none" lIns="0" rIns="0" tIns="0" bIns="0">
            <a:spAutoFit/>
          </a:bodyPr>
          <a:lstStyle/>
          <a:p>
            <a:pPr>
              <a:lnSpc>
                <a:spcPts val="2227"/>
              </a:lnSpc>
              <a:spcBef>
                <a:spcPts val="0"/>
              </a:spcBef>
              <a:spcAft>
                <a:spcPts val="0"/>
              </a:spcAft>
            </a:pPr>
            <a:r>
              <a:rPr sz="1650" b="0">
                <a:solidFill>
                  <a:srgbClr val="23364D"/>
                </a:solidFill>
                <a:latin typeface="Arial"/>
                <a:ea typeface="Microsoft YaHei"/>
              </a:rPr>
              <a:t>Drive:</a:t>
            </a:r>
            <a:r>
              <a:rPr sz="1650" b="0">
                <a:solidFill>
                  <a:srgbClr val="23364D"/>
                </a:solidFill>
                <a:latin typeface="Microsoft YaHei"/>
                <a:ea typeface="Microsoft YaHei"/>
              </a:rPr>
              <a:t> </a:t>
            </a:r>
            <a:r>
              <a:rPr sz="1650" b="0">
                <a:solidFill>
                  <a:srgbClr val="23364D"/>
                </a:solidFill>
                <a:latin typeface="Arial"/>
                <a:ea typeface="Microsoft YaHei"/>
              </a:rPr>
              <a:t>SuperK</a:t>
            </a:r>
            <a:r>
              <a:rPr sz="1650" b="0">
                <a:solidFill>
                  <a:srgbClr val="23364D"/>
                </a:solidFill>
                <a:latin typeface="Microsoft YaHei"/>
                <a:ea typeface="Microsoft YaHei"/>
              </a:rPr>
              <a:t> </a:t>
            </a:r>
            <a:r>
              <a:rPr sz="1650" b="0">
                <a:solidFill>
                  <a:srgbClr val="23364D"/>
                </a:solidFill>
                <a:latin typeface="Arial"/>
                <a:ea typeface="Microsoft YaHei"/>
              </a:rPr>
              <a:t>or</a:t>
            </a:r>
            <a:r>
              <a:rPr sz="1650" b="0">
                <a:solidFill>
                  <a:srgbClr val="23364D"/>
                </a:solidFill>
                <a:latin typeface="Microsoft YaHei"/>
                <a:ea typeface="Microsoft YaHei"/>
              </a:rPr>
              <a:t> </a:t>
            </a:r>
            <a:r>
              <a:rPr sz="1650" b="0">
                <a:solidFill>
                  <a:srgbClr val="23364D"/>
                </a:solidFill>
                <a:latin typeface="Arial"/>
                <a:ea typeface="Microsoft YaHei"/>
              </a:rPr>
              <a:t>a</a:t>
            </a:r>
            <a:r>
              <a:rPr sz="1650" b="0">
                <a:solidFill>
                  <a:srgbClr val="23364D"/>
                </a:solidFill>
                <a:latin typeface="Microsoft YaHei"/>
                <a:ea typeface="Microsoft YaHei"/>
              </a:rPr>
              <a:t> </a:t>
            </a:r>
            <a:r>
              <a:rPr sz="1650" b="0">
                <a:solidFill>
                  <a:srgbClr val="23364D"/>
                </a:solidFill>
                <a:latin typeface="Arial"/>
                <a:ea typeface="Microsoft YaHei"/>
              </a:rPr>
              <a:t>730</a:t>
            </a:r>
            <a:r>
              <a:rPr sz="1650" b="0">
                <a:solidFill>
                  <a:srgbClr val="23364D"/>
                </a:solidFill>
                <a:latin typeface="Microsoft YaHei"/>
                <a:ea typeface="Microsoft YaHei"/>
              </a:rPr>
              <a:t> </a:t>
            </a:r>
            <a:r>
              <a:rPr sz="1650" b="0">
                <a:solidFill>
                  <a:srgbClr val="23364D"/>
                </a:solidFill>
                <a:latin typeface="Arial"/>
                <a:ea typeface="Microsoft YaHei"/>
              </a:rPr>
              <a:t>nm</a:t>
            </a:r>
            <a:r>
              <a:rPr sz="1650" b="0">
                <a:solidFill>
                  <a:srgbClr val="23364D"/>
                </a:solidFill>
                <a:latin typeface="Microsoft YaHei"/>
                <a:ea typeface="Microsoft YaHei"/>
              </a:rPr>
              <a:t> </a:t>
            </a:r>
            <a:r>
              <a:rPr sz="1650" b="0">
                <a:solidFill>
                  <a:srgbClr val="23364D"/>
                </a:solidFill>
                <a:latin typeface="Arial"/>
                <a:ea typeface="Microsoft YaHei"/>
              </a:rPr>
              <a:t>laser</a:t>
            </a:r>
          </a:p>
        </p:txBody>
      </p:sp>
      <p:sp>
        <p:nvSpPr>
          <p:cNvPr id="18" name="TextBox 17"/>
          <p:cNvSpPr txBox="1"/>
          <p:nvPr/>
        </p:nvSpPr>
        <p:spPr>
          <a:xfrm>
            <a:off x="6353175" y="2826067"/>
            <a:ext cx="3789777" cy="293370"/>
          </a:xfrm>
          <a:prstGeom prst="rect">
            <a:avLst/>
          </a:prstGeom>
          <a:noFill/>
        </p:spPr>
        <p:txBody>
          <a:bodyPr wrap="none" lIns="0" rIns="0" tIns="0" bIns="0">
            <a:spAutoFit/>
          </a:bodyPr>
          <a:lstStyle/>
          <a:p>
            <a:pPr>
              <a:lnSpc>
                <a:spcPts val="2227"/>
              </a:lnSpc>
              <a:spcBef>
                <a:spcPts val="0"/>
              </a:spcBef>
              <a:spcAft>
                <a:spcPts val="0"/>
              </a:spcAft>
            </a:pPr>
            <a:r>
              <a:rPr sz="1650" b="0">
                <a:solidFill>
                  <a:srgbClr val="23364D"/>
                </a:solidFill>
                <a:latin typeface="Arial"/>
                <a:ea typeface="Microsoft YaHei"/>
              </a:rPr>
              <a:t>Reference:</a:t>
            </a:r>
            <a:r>
              <a:rPr sz="1650" b="0">
                <a:solidFill>
                  <a:srgbClr val="23364D"/>
                </a:solidFill>
                <a:latin typeface="Microsoft YaHei"/>
                <a:ea typeface="Microsoft YaHei"/>
              </a:rPr>
              <a:t> </a:t>
            </a:r>
            <a:r>
              <a:rPr sz="1650" b="0">
                <a:solidFill>
                  <a:srgbClr val="23364D"/>
                </a:solidFill>
                <a:latin typeface="Arial"/>
                <a:ea typeface="Microsoft YaHei"/>
              </a:rPr>
              <a:t>optical</a:t>
            </a:r>
            <a:r>
              <a:rPr sz="1650" b="0">
                <a:solidFill>
                  <a:srgbClr val="23364D"/>
                </a:solidFill>
                <a:latin typeface="Microsoft YaHei"/>
                <a:ea typeface="Microsoft YaHei"/>
              </a:rPr>
              <a:t> </a:t>
            </a:r>
            <a:r>
              <a:rPr sz="1650" b="0">
                <a:solidFill>
                  <a:srgbClr val="23364D"/>
                </a:solidFill>
                <a:latin typeface="Arial"/>
                <a:ea typeface="Microsoft YaHei"/>
              </a:rPr>
              <a:t>chopper</a:t>
            </a:r>
            <a:r>
              <a:rPr sz="1650" b="0">
                <a:solidFill>
                  <a:srgbClr val="23364D"/>
                </a:solidFill>
                <a:latin typeface="Microsoft YaHei"/>
                <a:ea typeface="Microsoft YaHei"/>
              </a:rPr>
              <a:t> </a:t>
            </a:r>
            <a:r>
              <a:rPr sz="1650" b="0">
                <a:solidFill>
                  <a:srgbClr val="23364D"/>
                </a:solidFill>
                <a:latin typeface="Arial"/>
                <a:ea typeface="Microsoft YaHei"/>
              </a:rPr>
              <a:t>at</a:t>
            </a:r>
            <a:r>
              <a:rPr sz="1650" b="0">
                <a:solidFill>
                  <a:srgbClr val="23364D"/>
                </a:solidFill>
                <a:latin typeface="Microsoft YaHei"/>
                <a:ea typeface="Microsoft YaHei"/>
              </a:rPr>
              <a:t> </a:t>
            </a:r>
            <a:r>
              <a:rPr sz="1650" b="0">
                <a:solidFill>
                  <a:srgbClr val="23364D"/>
                </a:solidFill>
                <a:latin typeface="Arial"/>
                <a:ea typeface="Microsoft YaHei"/>
              </a:rPr>
              <a:t>fchop</a:t>
            </a:r>
          </a:p>
        </p:txBody>
      </p:sp>
      <p:sp>
        <p:nvSpPr>
          <p:cNvPr id="19" name="TextBox 18"/>
          <p:cNvSpPr txBox="1"/>
          <p:nvPr/>
        </p:nvSpPr>
        <p:spPr>
          <a:xfrm>
            <a:off x="6353175" y="3108960"/>
            <a:ext cx="4646190" cy="293370"/>
          </a:xfrm>
          <a:prstGeom prst="rect">
            <a:avLst/>
          </a:prstGeom>
          <a:noFill/>
        </p:spPr>
        <p:txBody>
          <a:bodyPr wrap="none" lIns="0" rIns="0" tIns="0" bIns="0">
            <a:spAutoFit/>
          </a:bodyPr>
          <a:lstStyle/>
          <a:p>
            <a:pPr>
              <a:lnSpc>
                <a:spcPts val="2227"/>
              </a:lnSpc>
              <a:spcBef>
                <a:spcPts val="0"/>
              </a:spcBef>
              <a:spcAft>
                <a:spcPts val="0"/>
              </a:spcAft>
            </a:pPr>
            <a:r>
              <a:rPr sz="1650" b="0">
                <a:solidFill>
                  <a:srgbClr val="23364D"/>
                </a:solidFill>
                <a:latin typeface="Arial"/>
                <a:ea typeface="Microsoft YaHei"/>
              </a:rPr>
              <a:t>Axes:</a:t>
            </a:r>
            <a:r>
              <a:rPr sz="1650" b="0">
                <a:solidFill>
                  <a:srgbClr val="23364D"/>
                </a:solidFill>
                <a:latin typeface="Microsoft YaHei"/>
                <a:ea typeface="Microsoft YaHei"/>
              </a:rPr>
              <a:t> </a:t>
            </a:r>
            <a:r>
              <a:rPr sz="1650" b="0">
                <a:solidFill>
                  <a:srgbClr val="23364D"/>
                </a:solidFill>
                <a:latin typeface="Arial"/>
                <a:ea typeface="Microsoft YaHei"/>
              </a:rPr>
              <a:t>optical</a:t>
            </a:r>
            <a:r>
              <a:rPr sz="1650" b="0">
                <a:solidFill>
                  <a:srgbClr val="23364D"/>
                </a:solidFill>
                <a:latin typeface="Microsoft YaHei"/>
                <a:ea typeface="Microsoft YaHei"/>
              </a:rPr>
              <a:t> </a:t>
            </a:r>
            <a:r>
              <a:rPr sz="1650" b="0">
                <a:solidFill>
                  <a:srgbClr val="23364D"/>
                </a:solidFill>
                <a:latin typeface="Arial"/>
                <a:ea typeface="Microsoft YaHei"/>
              </a:rPr>
              <a:t>power,</a:t>
            </a:r>
            <a:r>
              <a:rPr sz="1650" b="0">
                <a:solidFill>
                  <a:srgbClr val="23364D"/>
                </a:solidFill>
                <a:latin typeface="Microsoft YaHei"/>
                <a:ea typeface="Microsoft YaHei"/>
              </a:rPr>
              <a:t> </a:t>
            </a:r>
            <a:r>
              <a:rPr sz="1650" b="0">
                <a:solidFill>
                  <a:srgbClr val="23364D"/>
                </a:solidFill>
                <a:latin typeface="Arial"/>
                <a:ea typeface="Microsoft YaHei"/>
              </a:rPr>
              <a:t>polarization,</a:t>
            </a:r>
            <a:r>
              <a:rPr sz="1650" b="0">
                <a:solidFill>
                  <a:srgbClr val="23364D"/>
                </a:solidFill>
                <a:latin typeface="Microsoft YaHei"/>
                <a:ea typeface="Microsoft YaHei"/>
              </a:rPr>
              <a:t> </a:t>
            </a:r>
            <a:r>
              <a:rPr sz="1650" b="0">
                <a:solidFill>
                  <a:srgbClr val="23364D"/>
                </a:solidFill>
                <a:latin typeface="Arial"/>
                <a:ea typeface="Microsoft YaHei"/>
              </a:rPr>
              <a:t>spectrum,</a:t>
            </a:r>
          </a:p>
        </p:txBody>
      </p:sp>
      <p:sp>
        <p:nvSpPr>
          <p:cNvPr id="20" name="TextBox 19"/>
          <p:cNvSpPr txBox="1"/>
          <p:nvPr/>
        </p:nvSpPr>
        <p:spPr>
          <a:xfrm>
            <a:off x="6353175" y="3391852"/>
            <a:ext cx="765525" cy="293370"/>
          </a:xfrm>
          <a:prstGeom prst="rect">
            <a:avLst/>
          </a:prstGeom>
          <a:noFill/>
        </p:spPr>
        <p:txBody>
          <a:bodyPr wrap="none" lIns="0" rIns="0" tIns="0" bIns="0">
            <a:spAutoFit/>
          </a:bodyPr>
          <a:lstStyle/>
          <a:p>
            <a:pPr>
              <a:lnSpc>
                <a:spcPts val="2227"/>
              </a:lnSpc>
              <a:spcBef>
                <a:spcPts val="0"/>
              </a:spcBef>
              <a:spcAft>
                <a:spcPts val="0"/>
              </a:spcAft>
            </a:pPr>
            <a:r>
              <a:rPr sz="1650" b="0">
                <a:solidFill>
                  <a:srgbClr val="23364D"/>
                </a:solidFill>
                <a:latin typeface="Arial"/>
                <a:ea typeface="Microsoft YaHei"/>
              </a:rPr>
              <a:t>T/B/Vg</a:t>
            </a:r>
          </a:p>
        </p:txBody>
      </p:sp>
      <p:sp>
        <p:nvSpPr>
          <p:cNvPr id="21" name="TextBox 20"/>
          <p:cNvSpPr txBox="1"/>
          <p:nvPr/>
        </p:nvSpPr>
        <p:spPr>
          <a:xfrm>
            <a:off x="6353175" y="3674745"/>
            <a:ext cx="4567097" cy="293370"/>
          </a:xfrm>
          <a:prstGeom prst="rect">
            <a:avLst/>
          </a:prstGeom>
          <a:noFill/>
        </p:spPr>
        <p:txBody>
          <a:bodyPr wrap="none" lIns="0" rIns="0" tIns="0" bIns="0">
            <a:spAutoFit/>
          </a:bodyPr>
          <a:lstStyle/>
          <a:p>
            <a:pPr>
              <a:lnSpc>
                <a:spcPts val="2227"/>
              </a:lnSpc>
              <a:spcBef>
                <a:spcPts val="0"/>
              </a:spcBef>
              <a:spcAft>
                <a:spcPts val="0"/>
              </a:spcAft>
            </a:pPr>
            <a:r>
              <a:rPr sz="1650" b="0">
                <a:solidFill>
                  <a:srgbClr val="23364D"/>
                </a:solidFill>
                <a:latin typeface="Arial"/>
                <a:ea typeface="Microsoft YaHei"/>
              </a:rPr>
              <a:t>Controls:</a:t>
            </a:r>
            <a:r>
              <a:rPr sz="1650" b="0">
                <a:solidFill>
                  <a:srgbClr val="23364D"/>
                </a:solidFill>
                <a:latin typeface="Microsoft YaHei"/>
                <a:ea typeface="Microsoft YaHei"/>
              </a:rPr>
              <a:t> </a:t>
            </a:r>
            <a:r>
              <a:rPr sz="1650" b="0">
                <a:solidFill>
                  <a:srgbClr val="23364D"/>
                </a:solidFill>
                <a:latin typeface="Arial"/>
                <a:ea typeface="Microsoft YaHei"/>
              </a:rPr>
              <a:t>dark,</a:t>
            </a:r>
            <a:r>
              <a:rPr sz="1650" b="0">
                <a:solidFill>
                  <a:srgbClr val="23364D"/>
                </a:solidFill>
                <a:latin typeface="Microsoft YaHei"/>
                <a:ea typeface="Microsoft YaHei"/>
              </a:rPr>
              <a:t> </a:t>
            </a:r>
            <a:r>
              <a:rPr sz="1650" b="0">
                <a:solidFill>
                  <a:srgbClr val="23364D"/>
                </a:solidFill>
                <a:latin typeface="Arial"/>
                <a:ea typeface="Microsoft YaHei"/>
              </a:rPr>
              <a:t>power</a:t>
            </a:r>
            <a:r>
              <a:rPr sz="1650" b="0">
                <a:solidFill>
                  <a:srgbClr val="23364D"/>
                </a:solidFill>
                <a:latin typeface="Microsoft YaHei"/>
                <a:ea typeface="Microsoft YaHei"/>
              </a:rPr>
              <a:t> </a:t>
            </a:r>
            <a:r>
              <a:rPr sz="1650" b="0">
                <a:solidFill>
                  <a:srgbClr val="23364D"/>
                </a:solidFill>
                <a:latin typeface="Arial"/>
                <a:ea typeface="Microsoft YaHei"/>
              </a:rPr>
              <a:t>reference</a:t>
            </a:r>
            <a:r>
              <a:rPr sz="1650" b="0">
                <a:solidFill>
                  <a:srgbClr val="23364D"/>
                </a:solidFill>
                <a:latin typeface="Microsoft YaHei"/>
                <a:ea typeface="Microsoft YaHei"/>
              </a:rPr>
              <a:t> </a:t>
            </a:r>
            <a:r>
              <a:rPr sz="1650" b="0">
                <a:solidFill>
                  <a:srgbClr val="23364D"/>
                </a:solidFill>
                <a:latin typeface="Arial"/>
                <a:ea typeface="Microsoft YaHei"/>
              </a:rPr>
              <a:t>and</a:t>
            </a:r>
            <a:r>
              <a:rPr sz="1650" b="0">
                <a:solidFill>
                  <a:srgbClr val="23364D"/>
                </a:solidFill>
                <a:latin typeface="Microsoft YaHei"/>
                <a:ea typeface="Microsoft YaHei"/>
              </a:rPr>
              <a:t> </a:t>
            </a:r>
            <a:r>
              <a:rPr sz="1650" b="0">
                <a:solidFill>
                  <a:srgbClr val="23364D"/>
                </a:solidFill>
                <a:latin typeface="Arial"/>
                <a:ea typeface="Microsoft YaHei"/>
              </a:rPr>
              <a:t>repeat</a:t>
            </a:r>
          </a:p>
        </p:txBody>
      </p:sp>
      <p:sp>
        <p:nvSpPr>
          <p:cNvPr id="22" name="TextBox 21"/>
          <p:cNvSpPr txBox="1"/>
          <p:nvPr/>
        </p:nvSpPr>
        <p:spPr>
          <a:xfrm>
            <a:off x="6353175" y="3957637"/>
            <a:ext cx="670982" cy="293370"/>
          </a:xfrm>
          <a:prstGeom prst="rect">
            <a:avLst/>
          </a:prstGeom>
          <a:noFill/>
        </p:spPr>
        <p:txBody>
          <a:bodyPr wrap="none" lIns="0" rIns="0" tIns="0" bIns="0">
            <a:spAutoFit/>
          </a:bodyPr>
          <a:lstStyle/>
          <a:p>
            <a:pPr>
              <a:lnSpc>
                <a:spcPts val="2227"/>
              </a:lnSpc>
              <a:spcBef>
                <a:spcPts val="0"/>
              </a:spcBef>
              <a:spcAft>
                <a:spcPts val="0"/>
              </a:spcAft>
            </a:pPr>
            <a:r>
              <a:rPr sz="1650" b="0">
                <a:solidFill>
                  <a:srgbClr val="23364D"/>
                </a:solidFill>
                <a:latin typeface="Arial"/>
                <a:ea typeface="Microsoft YaHei"/>
              </a:rPr>
              <a:t>scans</a:t>
            </a:r>
          </a:p>
        </p:txBody>
      </p:sp>
      <p:sp>
        <p:nvSpPr>
          <p:cNvPr id="23" name="Rounded Rectangle 22"/>
          <p:cNvSpPr/>
          <p:nvPr/>
        </p:nvSpPr>
        <p:spPr>
          <a:xfrm>
            <a:off x="723900" y="5124450"/>
            <a:ext cx="2438400" cy="339566"/>
          </a:xfrm>
          <a:prstGeom prst="roundRect">
            <a:avLst>
              <a:gd name="adj" fmla="val 39270"/>
            </a:avLst>
          </a:prstGeom>
          <a:solidFill>
            <a:srgbClr val="E9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91629" y="5172075"/>
            <a:ext cx="1579140" cy="253365"/>
          </a:xfrm>
          <a:prstGeom prst="rect">
            <a:avLst/>
          </a:prstGeom>
          <a:noFill/>
        </p:spPr>
        <p:txBody>
          <a:bodyPr wrap="none" lIns="0" rIns="0" tIns="0" bIns="0">
            <a:spAutoFit/>
          </a:bodyPr>
          <a:lstStyle/>
          <a:p>
            <a:pPr>
              <a:lnSpc>
                <a:spcPts val="1923"/>
              </a:lnSpc>
              <a:spcBef>
                <a:spcPts val="0"/>
              </a:spcBef>
              <a:spcAft>
                <a:spcPts val="0"/>
              </a:spcAft>
            </a:pPr>
            <a:r>
              <a:rPr sz="1425" b="1">
                <a:solidFill>
                  <a:srgbClr val="168D9D"/>
                </a:solidFill>
                <a:latin typeface="Arial"/>
                <a:ea typeface="Microsoft YaHei"/>
              </a:rPr>
              <a:t>Shared</a:t>
            </a:r>
            <a:r>
              <a:rPr sz="1425" b="1">
                <a:solidFill>
                  <a:srgbClr val="168D9D"/>
                </a:solidFill>
                <a:latin typeface="Microsoft YaHei"/>
                <a:ea typeface="Microsoft YaHei"/>
              </a:rPr>
              <a:t> </a:t>
            </a:r>
            <a:r>
              <a:rPr sz="1425" b="1">
                <a:solidFill>
                  <a:srgbClr val="168D9D"/>
                </a:solidFill>
                <a:latin typeface="Arial"/>
                <a:ea typeface="Microsoft YaHei"/>
              </a:rPr>
              <a:t>sample</a:t>
            </a:r>
          </a:p>
        </p:txBody>
      </p:sp>
      <p:sp>
        <p:nvSpPr>
          <p:cNvPr id="25" name="Rounded Rectangle 24"/>
          <p:cNvSpPr/>
          <p:nvPr/>
        </p:nvSpPr>
        <p:spPr>
          <a:xfrm>
            <a:off x="3486150" y="5124450"/>
            <a:ext cx="2438400" cy="339566"/>
          </a:xfrm>
          <a:prstGeom prst="roundRect">
            <a:avLst>
              <a:gd name="adj" fmla="val 39270"/>
            </a:avLst>
          </a:prstGeom>
          <a:solidFill>
            <a:srgbClr val="E9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82783" y="5172075"/>
            <a:ext cx="2321332" cy="253365"/>
          </a:xfrm>
          <a:prstGeom prst="rect">
            <a:avLst/>
          </a:prstGeom>
          <a:noFill/>
        </p:spPr>
        <p:txBody>
          <a:bodyPr wrap="none" lIns="0" rIns="0" tIns="0" bIns="0">
            <a:spAutoFit/>
          </a:bodyPr>
          <a:lstStyle/>
          <a:p>
            <a:pPr>
              <a:lnSpc>
                <a:spcPts val="1923"/>
              </a:lnSpc>
              <a:spcBef>
                <a:spcPts val="0"/>
              </a:spcBef>
              <a:spcAft>
                <a:spcPts val="0"/>
              </a:spcAft>
            </a:pPr>
            <a:r>
              <a:rPr sz="1425" b="1">
                <a:solidFill>
                  <a:srgbClr val="168D9D"/>
                </a:solidFill>
                <a:latin typeface="Arial"/>
                <a:ea typeface="Microsoft YaHei"/>
              </a:rPr>
              <a:t>Readback</a:t>
            </a:r>
            <a:r>
              <a:rPr sz="1425" b="1">
                <a:solidFill>
                  <a:srgbClr val="168D9D"/>
                </a:solidFill>
                <a:latin typeface="Microsoft YaHei"/>
                <a:ea typeface="Microsoft YaHei"/>
              </a:rPr>
              <a:t> </a:t>
            </a:r>
            <a:r>
              <a:rPr sz="1425" b="1">
                <a:solidFill>
                  <a:srgbClr val="168D9D"/>
                </a:solidFill>
                <a:latin typeface="Arial"/>
                <a:ea typeface="Microsoft YaHei"/>
              </a:rPr>
              <a:t>coordinates</a:t>
            </a:r>
          </a:p>
        </p:txBody>
      </p:sp>
      <p:sp>
        <p:nvSpPr>
          <p:cNvPr id="27" name="Rounded Rectangle 26"/>
          <p:cNvSpPr/>
          <p:nvPr/>
        </p:nvSpPr>
        <p:spPr>
          <a:xfrm>
            <a:off x="6248400" y="5124450"/>
            <a:ext cx="2438400" cy="339566"/>
          </a:xfrm>
          <a:prstGeom prst="roundRect">
            <a:avLst>
              <a:gd name="adj" fmla="val 39270"/>
            </a:avLst>
          </a:prstGeom>
          <a:solidFill>
            <a:srgbClr val="E9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74521" y="5172075"/>
            <a:ext cx="1862356" cy="253365"/>
          </a:xfrm>
          <a:prstGeom prst="rect">
            <a:avLst/>
          </a:prstGeom>
          <a:noFill/>
        </p:spPr>
        <p:txBody>
          <a:bodyPr wrap="none" lIns="0" rIns="0" tIns="0" bIns="0">
            <a:spAutoFit/>
          </a:bodyPr>
          <a:lstStyle/>
          <a:p>
            <a:pPr>
              <a:lnSpc>
                <a:spcPts val="1923"/>
              </a:lnSpc>
              <a:spcBef>
                <a:spcPts val="0"/>
              </a:spcBef>
              <a:spcAft>
                <a:spcPts val="0"/>
              </a:spcAft>
            </a:pPr>
            <a:r>
              <a:rPr sz="1425" b="1">
                <a:solidFill>
                  <a:srgbClr val="168D9D"/>
                </a:solidFill>
                <a:latin typeface="Arial"/>
                <a:ea typeface="Microsoft YaHei"/>
              </a:rPr>
              <a:t>Controlled</a:t>
            </a:r>
            <a:r>
              <a:rPr sz="1425" b="1">
                <a:solidFill>
                  <a:srgbClr val="168D9D"/>
                </a:solidFill>
                <a:latin typeface="Microsoft YaHei"/>
                <a:ea typeface="Microsoft YaHei"/>
              </a:rPr>
              <a:t> </a:t>
            </a:r>
            <a:r>
              <a:rPr sz="1425" b="1">
                <a:solidFill>
                  <a:srgbClr val="168D9D"/>
                </a:solidFill>
                <a:latin typeface="Arial"/>
                <a:ea typeface="Microsoft YaHei"/>
              </a:rPr>
              <a:t>stages</a:t>
            </a:r>
          </a:p>
        </p:txBody>
      </p:sp>
      <p:sp>
        <p:nvSpPr>
          <p:cNvPr id="29" name="Rounded Rectangle 28"/>
          <p:cNvSpPr/>
          <p:nvPr/>
        </p:nvSpPr>
        <p:spPr>
          <a:xfrm>
            <a:off x="9010650" y="5124450"/>
            <a:ext cx="2438400" cy="339566"/>
          </a:xfrm>
          <a:prstGeom prst="roundRect">
            <a:avLst>
              <a:gd name="adj" fmla="val 39270"/>
            </a:avLst>
          </a:prstGeom>
          <a:solidFill>
            <a:srgbClr val="E9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09807" y="5172075"/>
            <a:ext cx="1716285" cy="253365"/>
          </a:xfrm>
          <a:prstGeom prst="rect">
            <a:avLst/>
          </a:prstGeom>
          <a:noFill/>
        </p:spPr>
        <p:txBody>
          <a:bodyPr wrap="none" lIns="0" rIns="0" tIns="0" bIns="0">
            <a:spAutoFit/>
          </a:bodyPr>
          <a:lstStyle/>
          <a:p>
            <a:pPr>
              <a:lnSpc>
                <a:spcPts val="1923"/>
              </a:lnSpc>
              <a:spcBef>
                <a:spcPts val="0"/>
              </a:spcBef>
              <a:spcAft>
                <a:spcPts val="0"/>
              </a:spcAft>
            </a:pPr>
            <a:r>
              <a:rPr sz="1425" b="1">
                <a:solidFill>
                  <a:srgbClr val="168D9D"/>
                </a:solidFill>
                <a:latin typeface="Arial"/>
                <a:ea typeface="Microsoft YaHei"/>
              </a:rPr>
              <a:t>Linked</a:t>
            </a:r>
            <a:r>
              <a:rPr sz="1425" b="1">
                <a:solidFill>
                  <a:srgbClr val="168D9D"/>
                </a:solidFill>
                <a:latin typeface="Microsoft YaHei"/>
                <a:ea typeface="Microsoft YaHei"/>
              </a:rPr>
              <a:t> </a:t>
            </a:r>
            <a:r>
              <a:rPr sz="1425" b="1">
                <a:solidFill>
                  <a:srgbClr val="168D9D"/>
                </a:solidFill>
                <a:latin typeface="Arial"/>
                <a:ea typeface="Microsoft YaHei"/>
              </a:rPr>
              <a:t>evidence</a:t>
            </a:r>
          </a:p>
        </p:txBody>
      </p:sp>
      <p:sp>
        <p:nvSpPr>
          <p:cNvPr id="31" name="Rounded Rectangle 30"/>
          <p:cNvSpPr/>
          <p:nvPr/>
        </p:nvSpPr>
        <p:spPr>
          <a:xfrm>
            <a:off x="514350" y="5886450"/>
            <a:ext cx="11163300" cy="514350"/>
          </a:xfrm>
          <a:prstGeom prst="roundRect">
            <a:avLst>
              <a:gd name="adj" fmla="val 16666"/>
            </a:avLst>
          </a:prstGeom>
          <a:solidFill>
            <a:srgbClr val="E9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5325" y="6000750"/>
            <a:ext cx="10692663"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The</a:t>
            </a:r>
            <a:r>
              <a:rPr sz="1575" b="1">
                <a:solidFill>
                  <a:srgbClr val="168D9D"/>
                </a:solidFill>
                <a:latin typeface="Microsoft YaHei"/>
                <a:ea typeface="Microsoft YaHei"/>
              </a:rPr>
              <a:t> </a:t>
            </a:r>
            <a:r>
              <a:rPr sz="1575" b="1">
                <a:solidFill>
                  <a:srgbClr val="168D9D"/>
                </a:solidFill>
                <a:latin typeface="Arial"/>
                <a:ea typeface="Microsoft YaHei"/>
              </a:rPr>
              <a:t>research</a:t>
            </a:r>
            <a:r>
              <a:rPr sz="1575" b="1">
                <a:solidFill>
                  <a:srgbClr val="168D9D"/>
                </a:solidFill>
                <a:latin typeface="Microsoft YaHei"/>
                <a:ea typeface="Microsoft YaHei"/>
              </a:rPr>
              <a:t> </a:t>
            </a:r>
            <a:r>
              <a:rPr sz="1575" b="1">
                <a:solidFill>
                  <a:srgbClr val="168D9D"/>
                </a:solidFill>
                <a:latin typeface="Arial"/>
                <a:ea typeface="Microsoft YaHei"/>
              </a:rPr>
              <a:t>task</a:t>
            </a:r>
            <a:r>
              <a:rPr sz="1575" b="1">
                <a:solidFill>
                  <a:srgbClr val="168D9D"/>
                </a:solidFill>
                <a:latin typeface="Microsoft YaHei"/>
                <a:ea typeface="Microsoft YaHei"/>
              </a:rPr>
              <a:t> </a:t>
            </a:r>
            <a:r>
              <a:rPr sz="1575" b="1">
                <a:solidFill>
                  <a:srgbClr val="168D9D"/>
                </a:solidFill>
                <a:latin typeface="Arial"/>
                <a:ea typeface="Microsoft YaHei"/>
              </a:rPr>
              <a:t>defines</a:t>
            </a:r>
            <a:r>
              <a:rPr sz="1575" b="1">
                <a:solidFill>
                  <a:srgbClr val="168D9D"/>
                </a:solidFill>
                <a:latin typeface="Microsoft YaHei"/>
                <a:ea typeface="Microsoft YaHei"/>
              </a:rPr>
              <a:t> </a:t>
            </a:r>
            <a:r>
              <a:rPr sz="1575" b="1">
                <a:solidFill>
                  <a:srgbClr val="168D9D"/>
                </a:solidFill>
                <a:latin typeface="Arial"/>
                <a:ea typeface="Microsoft YaHei"/>
              </a:rPr>
              <a:t>the</a:t>
            </a:r>
            <a:r>
              <a:rPr sz="1575" b="1">
                <a:solidFill>
                  <a:srgbClr val="168D9D"/>
                </a:solidFill>
                <a:latin typeface="Microsoft YaHei"/>
                <a:ea typeface="Microsoft YaHei"/>
              </a:rPr>
              <a:t> </a:t>
            </a:r>
            <a:r>
              <a:rPr sz="1575" b="1">
                <a:solidFill>
                  <a:srgbClr val="168D9D"/>
                </a:solidFill>
                <a:latin typeface="Arial"/>
                <a:ea typeface="Microsoft YaHei"/>
              </a:rPr>
              <a:t>sequence;</a:t>
            </a:r>
            <a:r>
              <a:rPr sz="1575" b="1">
                <a:solidFill>
                  <a:srgbClr val="168D9D"/>
                </a:solidFill>
                <a:latin typeface="Microsoft YaHei"/>
                <a:ea typeface="Microsoft YaHei"/>
              </a:rPr>
              <a:t> </a:t>
            </a:r>
            <a:r>
              <a:rPr sz="1575" b="1">
                <a:solidFill>
                  <a:srgbClr val="168D9D"/>
                </a:solidFill>
                <a:latin typeface="Arial"/>
                <a:ea typeface="Microsoft YaHei"/>
              </a:rPr>
              <a:t>device</a:t>
            </a:r>
            <a:r>
              <a:rPr sz="1575" b="1">
                <a:solidFill>
                  <a:srgbClr val="168D9D"/>
                </a:solidFill>
                <a:latin typeface="Microsoft YaHei"/>
                <a:ea typeface="Microsoft YaHei"/>
              </a:rPr>
              <a:t> </a:t>
            </a:r>
            <a:r>
              <a:rPr sz="1575" b="1">
                <a:solidFill>
                  <a:srgbClr val="168D9D"/>
                </a:solidFill>
                <a:latin typeface="Arial"/>
                <a:ea typeface="Microsoft YaHei"/>
              </a:rPr>
              <a:t>ownership</a:t>
            </a:r>
            <a:r>
              <a:rPr sz="1575" b="1">
                <a:solidFill>
                  <a:srgbClr val="168D9D"/>
                </a:solidFill>
                <a:latin typeface="Microsoft YaHei"/>
                <a:ea typeface="Microsoft YaHei"/>
              </a:rPr>
              <a:t> </a:t>
            </a:r>
            <a:r>
              <a:rPr sz="1575" b="1">
                <a:solidFill>
                  <a:srgbClr val="168D9D"/>
                </a:solidFill>
                <a:latin typeface="Arial"/>
                <a:ea typeface="Microsoft YaHei"/>
              </a:rPr>
              <a:t>defines</a:t>
            </a:r>
            <a:r>
              <a:rPr sz="1575" b="1">
                <a:solidFill>
                  <a:srgbClr val="168D9D"/>
                </a:solidFill>
                <a:latin typeface="Microsoft YaHei"/>
                <a:ea typeface="Microsoft YaHei"/>
              </a:rPr>
              <a:t> </a:t>
            </a:r>
            <a:r>
              <a:rPr sz="1575" b="1">
                <a:solidFill>
                  <a:srgbClr val="168D9D"/>
                </a:solidFill>
                <a:latin typeface="Arial"/>
                <a:ea typeface="Microsoft YaHei"/>
              </a:rPr>
              <a:t>where</a:t>
            </a:r>
            <a:r>
              <a:rPr sz="1575" b="1">
                <a:solidFill>
                  <a:srgbClr val="168D9D"/>
                </a:solidFill>
                <a:latin typeface="Microsoft YaHei"/>
                <a:ea typeface="Microsoft YaHei"/>
              </a:rPr>
              <a:t> </a:t>
            </a:r>
            <a:r>
              <a:rPr sz="1575" b="1">
                <a:solidFill>
                  <a:srgbClr val="168D9D"/>
                </a:solidFill>
                <a:latin typeface="Arial"/>
                <a:ea typeface="Microsoft YaHei"/>
              </a:rPr>
              <a:t>each</a:t>
            </a:r>
            <a:r>
              <a:rPr sz="1575" b="1">
                <a:solidFill>
                  <a:srgbClr val="168D9D"/>
                </a:solidFill>
                <a:latin typeface="Microsoft YaHei"/>
                <a:ea typeface="Microsoft YaHei"/>
              </a:rPr>
              <a:t> </a:t>
            </a:r>
            <a:r>
              <a:rPr sz="1575" b="1">
                <a:solidFill>
                  <a:srgbClr val="168D9D"/>
                </a:solidFill>
                <a:latin typeface="Arial"/>
                <a:ea typeface="Microsoft YaHei"/>
              </a:rPr>
              <a:t>action</a:t>
            </a:r>
            <a:r>
              <a:rPr sz="1575" b="1">
                <a:solidFill>
                  <a:srgbClr val="168D9D"/>
                </a:solidFill>
                <a:latin typeface="Microsoft YaHei"/>
                <a:ea typeface="Microsoft YaHei"/>
              </a:rPr>
              <a:t> </a:t>
            </a:r>
            <a:r>
              <a:rPr sz="1575" b="1">
                <a:solidFill>
                  <a:srgbClr val="168D9D"/>
                </a:solidFill>
                <a:latin typeface="Arial"/>
                <a:ea typeface="Microsoft YaHei"/>
              </a:rPr>
              <a:t>executes.</a:t>
            </a:r>
          </a:p>
        </p:txBody>
      </p:sp>
      <p:cxnSp>
        <p:nvCxnSpPr>
          <p:cNvPr id="33" name="Connector 32"/>
          <p:cNvCxnSpPr/>
          <p:nvPr/>
        </p:nvCxnSpPr>
        <p:spPr>
          <a:xfrm>
            <a:off x="514350" y="6543675"/>
            <a:ext cx="11163300" cy="0"/>
          </a:xfrm>
          <a:prstGeom prst="line">
            <a:avLst/>
          </a:prstGeom>
          <a:ln w="9525">
            <a:solidFill>
              <a:srgbClr val="D9E3EE"/>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23875" y="6619875"/>
            <a:ext cx="3609184"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LabOS</a:t>
            </a:r>
            <a:r>
              <a:rPr sz="825" b="0">
                <a:solidFill>
                  <a:srgbClr val="62758C"/>
                </a:solidFill>
                <a:latin typeface="Microsoft YaHei"/>
                <a:ea typeface="Microsoft YaHei"/>
              </a:rPr>
              <a:t>  </a:t>
            </a:r>
            <a:r>
              <a:rPr sz="825" b="0">
                <a:solidFill>
                  <a:srgbClr val="62758C"/>
                </a:solidFill>
                <a:latin typeface="Arial"/>
                <a:ea typeface="Microsoft YaHei"/>
              </a:rPr>
              <a:t>|</a:t>
            </a:r>
            <a:r>
              <a:rPr sz="825" b="0">
                <a:solidFill>
                  <a:srgbClr val="62758C"/>
                </a:solidFill>
                <a:latin typeface="Microsoft YaHei"/>
                <a:ea typeface="Microsoft YaHei"/>
              </a:rPr>
              <a:t>  </a:t>
            </a:r>
            <a:r>
              <a:rPr sz="825" b="0">
                <a:solidFill>
                  <a:srgbClr val="62758C"/>
                </a:solidFill>
                <a:latin typeface="Arial"/>
                <a:ea typeface="Microsoft YaHei"/>
              </a:rPr>
              <a:t>Cross-PC</a:t>
            </a:r>
            <a:r>
              <a:rPr sz="825" b="0">
                <a:solidFill>
                  <a:srgbClr val="62758C"/>
                </a:solidFill>
                <a:latin typeface="Microsoft YaHei"/>
                <a:ea typeface="Microsoft YaHei"/>
              </a:rPr>
              <a:t> </a:t>
            </a:r>
            <a:r>
              <a:rPr sz="825" b="0">
                <a:solidFill>
                  <a:srgbClr val="62758C"/>
                </a:solidFill>
                <a:latin typeface="Arial"/>
                <a:ea typeface="Microsoft YaHei"/>
              </a:rPr>
              <a:t>nonlinear</a:t>
            </a:r>
            <a:r>
              <a:rPr sz="825" b="0">
                <a:solidFill>
                  <a:srgbClr val="62758C"/>
                </a:solidFill>
                <a:latin typeface="Microsoft YaHei"/>
                <a:ea typeface="Microsoft YaHei"/>
              </a:rPr>
              <a:t> </a:t>
            </a:r>
            <a:r>
              <a:rPr sz="825" b="0">
                <a:solidFill>
                  <a:srgbClr val="62758C"/>
                </a:solidFill>
                <a:latin typeface="Arial"/>
                <a:ea typeface="Microsoft YaHei"/>
              </a:rPr>
              <a:t>Hall</a:t>
            </a:r>
            <a:r>
              <a:rPr sz="825" b="0">
                <a:solidFill>
                  <a:srgbClr val="62758C"/>
                </a:solidFill>
                <a:latin typeface="Microsoft YaHei"/>
                <a:ea typeface="Microsoft YaHei"/>
              </a:rPr>
              <a:t> </a:t>
            </a:r>
            <a:r>
              <a:rPr sz="825" b="0">
                <a:solidFill>
                  <a:srgbClr val="62758C"/>
                </a:solidFill>
                <a:latin typeface="Arial"/>
                <a:ea typeface="Microsoft YaHei"/>
              </a:rPr>
              <a:t>and</a:t>
            </a:r>
            <a:r>
              <a:rPr sz="825" b="0">
                <a:solidFill>
                  <a:srgbClr val="62758C"/>
                </a:solidFill>
                <a:latin typeface="Microsoft YaHei"/>
                <a:ea typeface="Microsoft YaHei"/>
              </a:rPr>
              <a:t> </a:t>
            </a:r>
            <a:r>
              <a:rPr sz="825" b="0">
                <a:solidFill>
                  <a:srgbClr val="62758C"/>
                </a:solidFill>
                <a:latin typeface="Arial"/>
                <a:ea typeface="Microsoft YaHei"/>
              </a:rPr>
              <a:t>BVPE</a:t>
            </a:r>
            <a:r>
              <a:rPr sz="825" b="0">
                <a:solidFill>
                  <a:srgbClr val="62758C"/>
                </a:solidFill>
                <a:latin typeface="Microsoft YaHei"/>
                <a:ea typeface="Microsoft YaHei"/>
              </a:rPr>
              <a:t> </a:t>
            </a:r>
            <a:r>
              <a:rPr sz="825" b="0">
                <a:solidFill>
                  <a:srgbClr val="62758C"/>
                </a:solidFill>
                <a:latin typeface="Arial"/>
                <a:ea typeface="Microsoft YaHei"/>
              </a:rPr>
              <a:t>measurement</a:t>
            </a:r>
            <a:r>
              <a:rPr sz="825" b="0">
                <a:solidFill>
                  <a:srgbClr val="62758C"/>
                </a:solidFill>
                <a:latin typeface="Microsoft YaHei"/>
                <a:ea typeface="Microsoft YaHei"/>
              </a:rPr>
              <a:t> </a:t>
            </a:r>
            <a:r>
              <a:rPr sz="825" b="0">
                <a:solidFill>
                  <a:srgbClr val="62758C"/>
                </a:solidFill>
                <a:latin typeface="Arial"/>
                <a:ea typeface="Microsoft YaHei"/>
              </a:rPr>
              <a:t>workflows</a:t>
            </a:r>
          </a:p>
        </p:txBody>
      </p:sp>
      <p:sp>
        <p:nvSpPr>
          <p:cNvPr id="35" name="TextBox 34"/>
          <p:cNvSpPr txBox="1"/>
          <p:nvPr/>
        </p:nvSpPr>
        <p:spPr>
          <a:xfrm>
            <a:off x="11348256" y="6600825"/>
            <a:ext cx="405593"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62758C"/>
                </a:solidFill>
                <a:latin typeface="Arial"/>
                <a:ea typeface="Microsoft YaHei"/>
              </a:rPr>
              <a:t>02/22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295275"/>
            <a:ext cx="2827859"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02</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FIGURE</a:t>
            </a:r>
            <a:r>
              <a:rPr sz="975" b="1">
                <a:solidFill>
                  <a:srgbClr val="168D9D"/>
                </a:solidFill>
                <a:latin typeface="Microsoft YaHei"/>
                <a:ea typeface="Microsoft YaHei"/>
              </a:rPr>
              <a:t> </a:t>
            </a:r>
            <a:r>
              <a:rPr sz="975" b="1">
                <a:solidFill>
                  <a:srgbClr val="168D9D"/>
                </a:solidFill>
                <a:latin typeface="Arial"/>
                <a:ea typeface="Microsoft YaHei"/>
              </a:rPr>
              <a:t>1</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SYSTEM</a:t>
            </a:r>
            <a:r>
              <a:rPr sz="975" b="1">
                <a:solidFill>
                  <a:srgbClr val="168D9D"/>
                </a:solidFill>
                <a:latin typeface="Microsoft YaHei"/>
                <a:ea typeface="Microsoft YaHei"/>
              </a:rPr>
              <a:t> </a:t>
            </a:r>
            <a:r>
              <a:rPr sz="975" b="1">
                <a:solidFill>
                  <a:srgbClr val="168D9D"/>
                </a:solidFill>
                <a:latin typeface="Arial"/>
                <a:ea typeface="Microsoft YaHei"/>
              </a:rPr>
              <a:t>ARCHITECTURE</a:t>
            </a:r>
          </a:p>
        </p:txBody>
      </p:sp>
      <p:sp>
        <p:nvSpPr>
          <p:cNvPr id="4" name="TextBox 3"/>
          <p:cNvSpPr txBox="1"/>
          <p:nvPr/>
        </p:nvSpPr>
        <p:spPr>
          <a:xfrm>
            <a:off x="514350" y="676275"/>
            <a:ext cx="10105020" cy="480059"/>
          </a:xfrm>
          <a:prstGeom prst="rect">
            <a:avLst/>
          </a:prstGeom>
          <a:noFill/>
        </p:spPr>
        <p:txBody>
          <a:bodyPr wrap="none" lIns="0" rIns="0" tIns="0" bIns="0">
            <a:spAutoFit/>
          </a:bodyPr>
          <a:lstStyle/>
          <a:p>
            <a:pPr>
              <a:lnSpc>
                <a:spcPts val="3645"/>
              </a:lnSpc>
              <a:spcBef>
                <a:spcPts val="0"/>
              </a:spcBef>
              <a:spcAft>
                <a:spcPts val="0"/>
              </a:spcAft>
            </a:pPr>
            <a:r>
              <a:rPr sz="2700" b="1">
                <a:solidFill>
                  <a:srgbClr val="11233E"/>
                </a:solidFill>
                <a:latin typeface="Arial"/>
                <a:ea typeface="Microsoft YaHei"/>
              </a:rPr>
              <a:t>An</a:t>
            </a:r>
            <a:r>
              <a:rPr sz="2700" b="1">
                <a:solidFill>
                  <a:srgbClr val="11233E"/>
                </a:solidFill>
                <a:latin typeface="Microsoft YaHei"/>
                <a:ea typeface="Microsoft YaHei"/>
              </a:rPr>
              <a:t> </a:t>
            </a:r>
            <a:r>
              <a:rPr sz="2700" b="1">
                <a:solidFill>
                  <a:srgbClr val="11233E"/>
                </a:solidFill>
                <a:latin typeface="Arial"/>
                <a:ea typeface="Microsoft YaHei"/>
              </a:rPr>
              <a:t>evidence-driven</a:t>
            </a:r>
            <a:r>
              <a:rPr sz="2700" b="1">
                <a:solidFill>
                  <a:srgbClr val="11233E"/>
                </a:solidFill>
                <a:latin typeface="Microsoft YaHei"/>
                <a:ea typeface="Microsoft YaHei"/>
              </a:rPr>
              <a:t> </a:t>
            </a:r>
            <a:r>
              <a:rPr sz="2700" b="1">
                <a:solidFill>
                  <a:srgbClr val="11233E"/>
                </a:solidFill>
                <a:latin typeface="Arial"/>
                <a:ea typeface="Microsoft YaHei"/>
              </a:rPr>
              <a:t>hierarchy</a:t>
            </a:r>
            <a:r>
              <a:rPr sz="2700" b="1">
                <a:solidFill>
                  <a:srgbClr val="11233E"/>
                </a:solidFill>
                <a:latin typeface="Microsoft YaHei"/>
                <a:ea typeface="Microsoft YaHei"/>
              </a:rPr>
              <a:t> </a:t>
            </a:r>
            <a:r>
              <a:rPr sz="2700" b="1">
                <a:solidFill>
                  <a:srgbClr val="11233E"/>
                </a:solidFill>
                <a:latin typeface="Arial"/>
                <a:ea typeface="Microsoft YaHei"/>
              </a:rPr>
              <a:t>across</a:t>
            </a:r>
            <a:r>
              <a:rPr sz="2700" b="1">
                <a:solidFill>
                  <a:srgbClr val="11233E"/>
                </a:solidFill>
                <a:latin typeface="Microsoft YaHei"/>
                <a:ea typeface="Microsoft YaHei"/>
              </a:rPr>
              <a:t> </a:t>
            </a:r>
            <a:r>
              <a:rPr sz="2700" b="1">
                <a:solidFill>
                  <a:srgbClr val="11233E"/>
                </a:solidFill>
                <a:latin typeface="Arial"/>
                <a:ea typeface="Microsoft YaHei"/>
              </a:rPr>
              <a:t>two</a:t>
            </a:r>
            <a:r>
              <a:rPr sz="2700" b="1">
                <a:solidFill>
                  <a:srgbClr val="11233E"/>
                </a:solidFill>
                <a:latin typeface="Microsoft YaHei"/>
                <a:ea typeface="Microsoft YaHei"/>
              </a:rPr>
              <a:t> </a:t>
            </a:r>
            <a:r>
              <a:rPr sz="2700" b="1">
                <a:solidFill>
                  <a:srgbClr val="11233E"/>
                </a:solidFill>
                <a:latin typeface="Arial"/>
                <a:ea typeface="Microsoft YaHei"/>
              </a:rPr>
              <a:t>control</a:t>
            </a:r>
            <a:r>
              <a:rPr sz="2700" b="1">
                <a:solidFill>
                  <a:srgbClr val="11233E"/>
                </a:solidFill>
                <a:latin typeface="Microsoft YaHei"/>
                <a:ea typeface="Microsoft YaHei"/>
              </a:rPr>
              <a:t> </a:t>
            </a:r>
            <a:r>
              <a:rPr sz="2700" b="1">
                <a:solidFill>
                  <a:srgbClr val="11233E"/>
                </a:solidFill>
                <a:latin typeface="Arial"/>
                <a:ea typeface="Microsoft YaHei"/>
              </a:rPr>
              <a:t>PCs</a:t>
            </a:r>
          </a:p>
        </p:txBody>
      </p:sp>
      <p:sp>
        <p:nvSpPr>
          <p:cNvPr id="5" name="TextBox 4"/>
          <p:cNvSpPr txBox="1"/>
          <p:nvPr/>
        </p:nvSpPr>
        <p:spPr>
          <a:xfrm>
            <a:off x="533400" y="1247775"/>
            <a:ext cx="9116024"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62758C"/>
                </a:solidFill>
                <a:latin typeface="Arial"/>
                <a:ea typeface="Microsoft YaHei"/>
              </a:rPr>
              <a:t>Scientific</a:t>
            </a:r>
            <a:r>
              <a:rPr sz="1425" b="0">
                <a:solidFill>
                  <a:srgbClr val="62758C"/>
                </a:solidFill>
                <a:latin typeface="Microsoft YaHei"/>
                <a:ea typeface="Microsoft YaHei"/>
              </a:rPr>
              <a:t> </a:t>
            </a:r>
            <a:r>
              <a:rPr sz="1425" b="0">
                <a:solidFill>
                  <a:srgbClr val="62758C"/>
                </a:solidFill>
                <a:latin typeface="Arial"/>
                <a:ea typeface="Microsoft YaHei"/>
              </a:rPr>
              <a:t>reasoning,</a:t>
            </a:r>
            <a:r>
              <a:rPr sz="1425" b="0">
                <a:solidFill>
                  <a:srgbClr val="62758C"/>
                </a:solidFill>
                <a:latin typeface="Microsoft YaHei"/>
                <a:ea typeface="Microsoft YaHei"/>
              </a:rPr>
              <a:t> </a:t>
            </a:r>
            <a:r>
              <a:rPr sz="1425" b="0">
                <a:solidFill>
                  <a:srgbClr val="62758C"/>
                </a:solidFill>
                <a:latin typeface="Arial"/>
                <a:ea typeface="Microsoft YaHei"/>
              </a:rPr>
              <a:t>deterministic</a:t>
            </a:r>
            <a:r>
              <a:rPr sz="1425" b="0">
                <a:solidFill>
                  <a:srgbClr val="62758C"/>
                </a:solidFill>
                <a:latin typeface="Microsoft YaHei"/>
                <a:ea typeface="Microsoft YaHei"/>
              </a:rPr>
              <a:t> </a:t>
            </a:r>
            <a:r>
              <a:rPr sz="1425" b="0">
                <a:solidFill>
                  <a:srgbClr val="62758C"/>
                </a:solidFill>
                <a:latin typeface="Arial"/>
                <a:ea typeface="Microsoft YaHei"/>
              </a:rPr>
              <a:t>orchestration</a:t>
            </a:r>
            <a:r>
              <a:rPr sz="1425" b="0">
                <a:solidFill>
                  <a:srgbClr val="62758C"/>
                </a:solidFill>
                <a:latin typeface="Microsoft YaHei"/>
                <a:ea typeface="Microsoft YaHei"/>
              </a:rPr>
              <a:t> </a:t>
            </a:r>
            <a:r>
              <a:rPr sz="1425" b="0">
                <a:solidFill>
                  <a:srgbClr val="62758C"/>
                </a:solidFill>
                <a:latin typeface="Arial"/>
                <a:ea typeface="Microsoft YaHei"/>
              </a:rPr>
              <a:t>and</a:t>
            </a:r>
            <a:r>
              <a:rPr sz="1425" b="0">
                <a:solidFill>
                  <a:srgbClr val="62758C"/>
                </a:solidFill>
                <a:latin typeface="Microsoft YaHei"/>
                <a:ea typeface="Microsoft YaHei"/>
              </a:rPr>
              <a:t> </a:t>
            </a:r>
            <a:r>
              <a:rPr sz="1425" b="0">
                <a:solidFill>
                  <a:srgbClr val="62758C"/>
                </a:solidFill>
                <a:latin typeface="Arial"/>
                <a:ea typeface="Microsoft YaHei"/>
              </a:rPr>
              <a:t>local</a:t>
            </a:r>
            <a:r>
              <a:rPr sz="1425" b="0">
                <a:solidFill>
                  <a:srgbClr val="62758C"/>
                </a:solidFill>
                <a:latin typeface="Microsoft YaHei"/>
                <a:ea typeface="Microsoft YaHei"/>
              </a:rPr>
              <a:t> </a:t>
            </a:r>
            <a:r>
              <a:rPr sz="1425" b="0">
                <a:solidFill>
                  <a:srgbClr val="62758C"/>
                </a:solidFill>
                <a:latin typeface="Arial"/>
                <a:ea typeface="Microsoft YaHei"/>
              </a:rPr>
              <a:t>instrument</a:t>
            </a:r>
            <a:r>
              <a:rPr sz="1425" b="0">
                <a:solidFill>
                  <a:srgbClr val="62758C"/>
                </a:solidFill>
                <a:latin typeface="Microsoft YaHei"/>
                <a:ea typeface="Microsoft YaHei"/>
              </a:rPr>
              <a:t> </a:t>
            </a:r>
            <a:r>
              <a:rPr sz="1425" b="0">
                <a:solidFill>
                  <a:srgbClr val="62758C"/>
                </a:solidFill>
                <a:latin typeface="Arial"/>
                <a:ea typeface="Microsoft YaHei"/>
              </a:rPr>
              <a:t>ownership</a:t>
            </a:r>
            <a:r>
              <a:rPr sz="1425" b="0">
                <a:solidFill>
                  <a:srgbClr val="62758C"/>
                </a:solidFill>
                <a:latin typeface="Microsoft YaHei"/>
                <a:ea typeface="Microsoft YaHei"/>
              </a:rPr>
              <a:t> </a:t>
            </a:r>
            <a:r>
              <a:rPr sz="1425" b="0">
                <a:solidFill>
                  <a:srgbClr val="62758C"/>
                </a:solidFill>
                <a:latin typeface="Arial"/>
                <a:ea typeface="Microsoft YaHei"/>
              </a:rPr>
              <a:t>are</a:t>
            </a:r>
            <a:r>
              <a:rPr sz="1425" b="0">
                <a:solidFill>
                  <a:srgbClr val="62758C"/>
                </a:solidFill>
                <a:latin typeface="Microsoft YaHei"/>
                <a:ea typeface="Microsoft YaHei"/>
              </a:rPr>
              <a:t> </a:t>
            </a:r>
            <a:r>
              <a:rPr sz="1425" b="0">
                <a:solidFill>
                  <a:srgbClr val="62758C"/>
                </a:solidFill>
                <a:latin typeface="Arial"/>
                <a:ea typeface="Microsoft YaHei"/>
              </a:rPr>
              <a:t>separate</a:t>
            </a:r>
            <a:r>
              <a:rPr sz="1425" b="0">
                <a:solidFill>
                  <a:srgbClr val="62758C"/>
                </a:solidFill>
                <a:latin typeface="Microsoft YaHei"/>
                <a:ea typeface="Microsoft YaHei"/>
              </a:rPr>
              <a:t> </a:t>
            </a:r>
            <a:r>
              <a:rPr sz="1425" b="0">
                <a:solidFill>
                  <a:srgbClr val="62758C"/>
                </a:solidFill>
                <a:latin typeface="Arial"/>
                <a:ea typeface="Microsoft YaHei"/>
              </a:rPr>
              <a:t>layers.</a:t>
            </a:r>
          </a:p>
        </p:txBody>
      </p:sp>
      <p:cxnSp>
        <p:nvCxnSpPr>
          <p:cNvPr id="6" name="Connector 5"/>
          <p:cNvCxnSpPr/>
          <p:nvPr/>
        </p:nvCxnSpPr>
        <p:spPr>
          <a:xfrm>
            <a:off x="2847975" y="2228850"/>
            <a:ext cx="304800" cy="0"/>
          </a:xfrm>
          <a:prstGeom prst="line">
            <a:avLst/>
          </a:prstGeom>
          <a:ln w="21907">
            <a:solidFill>
              <a:srgbClr val="BC7D1D"/>
            </a:solidFill>
          </a:ln>
        </p:spPr>
        <p:style>
          <a:lnRef idx="2">
            <a:schemeClr val="accent1"/>
          </a:lnRef>
          <a:fillRef idx="0">
            <a:schemeClr val="accent1"/>
          </a:fillRef>
          <a:effectRef idx="1">
            <a:schemeClr val="accent1"/>
          </a:effectRef>
          <a:fontRef idx="minor">
            <a:schemeClr val="tx1"/>
          </a:fontRef>
        </p:style>
      </p:cxnSp>
      <p:sp>
        <p:nvSpPr>
          <p:cNvPr id="7" name="Freeform 6"/>
          <p:cNvSpPr/>
          <p:nvPr/>
        </p:nvSpPr>
        <p:spPr>
          <a:xfrm>
            <a:off x="3073400" y="2184400"/>
            <a:ext cx="76200" cy="88900"/>
          </a:xfrm>
          <a:custGeom>
            <a:avLst/>
            <a:gdLst/>
            <a:ahLst/>
            <a:cxnLst/>
            <a:rect l="l" t="t" r="r" b="b"/>
            <a:pathLst>
              <a:path w="6" h="7">
                <a:moveTo>
                  <a:pt x="6" y="4"/>
                </a:moveTo>
                <a:lnTo>
                  <a:pt x="0" y="0"/>
                </a:lnTo>
                <a:lnTo>
                  <a:pt x="0" y="7"/>
                </a:lnTo>
                <a:close/>
              </a:path>
            </a:pathLst>
          </a:custGeom>
          <a:solidFill>
            <a:srgbClr val="BC7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flipH="1">
            <a:off x="8382000" y="2247900"/>
            <a:ext cx="295275" cy="0"/>
          </a:xfrm>
          <a:prstGeom prst="line">
            <a:avLst/>
          </a:prstGeom>
          <a:ln w="21907">
            <a:solidFill>
              <a:srgbClr val="7653CF"/>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8382000" y="2209800"/>
            <a:ext cx="88900" cy="76200"/>
          </a:xfrm>
          <a:custGeom>
            <a:avLst/>
            <a:gdLst/>
            <a:ahLst/>
            <a:cxnLst/>
            <a:rect l="l" t="t" r="r" b="b"/>
            <a:pathLst>
              <a:path w="7" h="6">
                <a:moveTo>
                  <a:pt x="0" y="3"/>
                </a:moveTo>
                <a:lnTo>
                  <a:pt x="7" y="6"/>
                </a:lnTo>
                <a:lnTo>
                  <a:pt x="7" y="0"/>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5772150" y="2790825"/>
            <a:ext cx="0" cy="238125"/>
          </a:xfrm>
          <a:prstGeom prst="line">
            <a:avLst/>
          </a:prstGeom>
          <a:ln w="23812">
            <a:solidFill>
              <a:srgbClr val="7653CF"/>
            </a:solidFill>
          </a:ln>
        </p:spPr>
        <p:style>
          <a:lnRef idx="2">
            <a:schemeClr val="accent1"/>
          </a:lnRef>
          <a:fillRef idx="0">
            <a:schemeClr val="accent1"/>
          </a:fillRef>
          <a:effectRef idx="1">
            <a:schemeClr val="accent1"/>
          </a:effectRef>
          <a:fontRef idx="minor">
            <a:schemeClr val="tx1"/>
          </a:fontRef>
        </p:style>
      </p:cxnSp>
      <p:sp>
        <p:nvSpPr>
          <p:cNvPr id="11" name="Freeform 10"/>
          <p:cNvSpPr/>
          <p:nvPr/>
        </p:nvSpPr>
        <p:spPr>
          <a:xfrm>
            <a:off x="5727700" y="2946400"/>
            <a:ext cx="88900" cy="76200"/>
          </a:xfrm>
          <a:custGeom>
            <a:avLst/>
            <a:gdLst/>
            <a:ahLst/>
            <a:cxnLst/>
            <a:rect l="l" t="t" r="r" b="b"/>
            <a:pathLst>
              <a:path w="7" h="6">
                <a:moveTo>
                  <a:pt x="3" y="6"/>
                </a:moveTo>
                <a:lnTo>
                  <a:pt x="7" y="0"/>
                </a:lnTo>
                <a:lnTo>
                  <a:pt x="0" y="0"/>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flipV="1">
            <a:off x="7239000" y="2790825"/>
            <a:ext cx="0" cy="238125"/>
          </a:xfrm>
          <a:prstGeom prst="line">
            <a:avLst/>
          </a:prstGeom>
          <a:ln w="23812">
            <a:solidFill>
              <a:srgbClr val="278565"/>
            </a:solidFill>
          </a:ln>
        </p:spPr>
        <p:style>
          <a:lnRef idx="2">
            <a:schemeClr val="accent1"/>
          </a:lnRef>
          <a:fillRef idx="0">
            <a:schemeClr val="accent1"/>
          </a:fillRef>
          <a:effectRef idx="1">
            <a:schemeClr val="accent1"/>
          </a:effectRef>
          <a:fontRef idx="minor">
            <a:schemeClr val="tx1"/>
          </a:fontRef>
        </p:style>
      </p:cxnSp>
      <p:sp>
        <p:nvSpPr>
          <p:cNvPr id="13" name="Freeform 12"/>
          <p:cNvSpPr/>
          <p:nvPr/>
        </p:nvSpPr>
        <p:spPr>
          <a:xfrm>
            <a:off x="7200900" y="2794000"/>
            <a:ext cx="76200" cy="76200"/>
          </a:xfrm>
          <a:custGeom>
            <a:avLst/>
            <a:gdLst/>
            <a:ahLst/>
            <a:cxnLst/>
            <a:rect l="l" t="t" r="r" b="b"/>
            <a:pathLst>
              <a:path w="6" h="6">
                <a:moveTo>
                  <a:pt x="3" y="0"/>
                </a:moveTo>
                <a:lnTo>
                  <a:pt x="0" y="6"/>
                </a:lnTo>
                <a:lnTo>
                  <a:pt x="6" y="6"/>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flipV="1">
            <a:off x="10172700" y="2790825"/>
            <a:ext cx="0" cy="238125"/>
          </a:xfrm>
          <a:prstGeom prst="line">
            <a:avLst/>
          </a:prstGeom>
          <a:ln w="20955">
            <a:solidFill>
              <a:srgbClr val="278565"/>
            </a:solidFill>
          </a:ln>
        </p:spPr>
        <p:style>
          <a:lnRef idx="2">
            <a:schemeClr val="accent1"/>
          </a:lnRef>
          <a:fillRef idx="0">
            <a:schemeClr val="accent1"/>
          </a:fillRef>
          <a:effectRef idx="1">
            <a:schemeClr val="accent1"/>
          </a:effectRef>
          <a:fontRef idx="minor">
            <a:schemeClr val="tx1"/>
          </a:fontRef>
        </p:style>
      </p:cxnSp>
      <p:sp>
        <p:nvSpPr>
          <p:cNvPr id="15" name="Freeform 14"/>
          <p:cNvSpPr/>
          <p:nvPr/>
        </p:nvSpPr>
        <p:spPr>
          <a:xfrm>
            <a:off x="10134600" y="2794000"/>
            <a:ext cx="76200" cy="76200"/>
          </a:xfrm>
          <a:custGeom>
            <a:avLst/>
            <a:gdLst/>
            <a:ahLst/>
            <a:cxnLst/>
            <a:rect l="l" t="t" r="r" b="b"/>
            <a:pathLst>
              <a:path w="6" h="6">
                <a:moveTo>
                  <a:pt x="3" y="0"/>
                </a:moveTo>
                <a:lnTo>
                  <a:pt x="0" y="6"/>
                </a:lnTo>
                <a:lnTo>
                  <a:pt x="6" y="6"/>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23875" y="1790700"/>
            <a:ext cx="2324100" cy="1000125"/>
          </a:xfrm>
          <a:prstGeom prst="roundRect">
            <a:avLst>
              <a:gd name="adj" fmla="val 10476"/>
            </a:avLst>
          </a:prstGeom>
          <a:solidFill>
            <a:srgbClr val="FFF4DE"/>
          </a:solidFill>
          <a:ln w="11429">
            <a:solidFill>
              <a:srgbClr val="BC7D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7700" y="1885950"/>
            <a:ext cx="1288870" cy="266700"/>
          </a:xfrm>
          <a:prstGeom prst="rect">
            <a:avLst/>
          </a:prstGeom>
          <a:noFill/>
        </p:spPr>
        <p:txBody>
          <a:bodyPr wrap="none" lIns="0" rIns="0" tIns="0" bIns="0">
            <a:spAutoFit/>
          </a:bodyPr>
          <a:lstStyle/>
          <a:p>
            <a:pPr>
              <a:lnSpc>
                <a:spcPts val="2025"/>
              </a:lnSpc>
              <a:spcBef>
                <a:spcPts val="0"/>
              </a:spcBef>
              <a:spcAft>
                <a:spcPts val="0"/>
              </a:spcAft>
            </a:pPr>
            <a:r>
              <a:rPr sz="1500" b="1">
                <a:solidFill>
                  <a:srgbClr val="BC7D1D"/>
                </a:solidFill>
                <a:latin typeface="Arial"/>
                <a:ea typeface="Microsoft YaHei"/>
              </a:rPr>
              <a:t>Researcher</a:t>
            </a:r>
          </a:p>
        </p:txBody>
      </p:sp>
      <p:sp>
        <p:nvSpPr>
          <p:cNvPr id="18" name="TextBox 17"/>
          <p:cNvSpPr txBox="1"/>
          <p:nvPr/>
        </p:nvSpPr>
        <p:spPr>
          <a:xfrm>
            <a:off x="657225" y="2171700"/>
            <a:ext cx="1903214"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23364D"/>
                </a:solidFill>
                <a:latin typeface="Arial"/>
                <a:ea typeface="Microsoft YaHei"/>
              </a:rPr>
              <a:t>Question,</a:t>
            </a:r>
            <a:r>
              <a:rPr sz="1200" b="0">
                <a:solidFill>
                  <a:srgbClr val="23364D"/>
                </a:solidFill>
                <a:latin typeface="Microsoft YaHei"/>
                <a:ea typeface="Microsoft YaHei"/>
              </a:rPr>
              <a:t> </a:t>
            </a:r>
            <a:r>
              <a:rPr sz="1200" b="0">
                <a:solidFill>
                  <a:srgbClr val="23364D"/>
                </a:solidFill>
                <a:latin typeface="Arial"/>
                <a:ea typeface="Microsoft YaHei"/>
              </a:rPr>
              <a:t>sample,</a:t>
            </a:r>
            <a:r>
              <a:rPr sz="1200" b="0">
                <a:solidFill>
                  <a:srgbClr val="23364D"/>
                </a:solidFill>
                <a:latin typeface="Microsoft YaHei"/>
                <a:ea typeface="Microsoft YaHei"/>
              </a:rPr>
              <a:t> </a:t>
            </a:r>
            <a:r>
              <a:rPr sz="1200" b="0">
                <a:solidFill>
                  <a:srgbClr val="23364D"/>
                </a:solidFill>
                <a:latin typeface="Arial"/>
                <a:ea typeface="Microsoft YaHei"/>
              </a:rPr>
              <a:t>limits</a:t>
            </a:r>
          </a:p>
        </p:txBody>
      </p:sp>
      <p:sp>
        <p:nvSpPr>
          <p:cNvPr id="19" name="TextBox 18"/>
          <p:cNvSpPr txBox="1"/>
          <p:nvPr/>
        </p:nvSpPr>
        <p:spPr>
          <a:xfrm>
            <a:off x="657225" y="2377440"/>
            <a:ext cx="2074440"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23364D"/>
                </a:solidFill>
                <a:latin typeface="Arial"/>
                <a:ea typeface="Microsoft YaHei"/>
              </a:rPr>
              <a:t>and</a:t>
            </a:r>
            <a:r>
              <a:rPr sz="1200" b="0">
                <a:solidFill>
                  <a:srgbClr val="23364D"/>
                </a:solidFill>
                <a:latin typeface="Microsoft YaHei"/>
                <a:ea typeface="Microsoft YaHei"/>
              </a:rPr>
              <a:t> </a:t>
            </a:r>
            <a:r>
              <a:rPr sz="1200" b="0">
                <a:solidFill>
                  <a:srgbClr val="23364D"/>
                </a:solidFill>
                <a:latin typeface="Arial"/>
                <a:ea typeface="Microsoft YaHei"/>
              </a:rPr>
              <a:t>physical</a:t>
            </a:r>
            <a:r>
              <a:rPr sz="1200" b="0">
                <a:solidFill>
                  <a:srgbClr val="23364D"/>
                </a:solidFill>
                <a:latin typeface="Microsoft YaHei"/>
                <a:ea typeface="Microsoft YaHei"/>
              </a:rPr>
              <a:t> </a:t>
            </a:r>
            <a:r>
              <a:rPr sz="1200" b="0">
                <a:solidFill>
                  <a:srgbClr val="23364D"/>
                </a:solidFill>
                <a:latin typeface="Arial"/>
                <a:ea typeface="Microsoft YaHei"/>
              </a:rPr>
              <a:t>interventions</a:t>
            </a:r>
          </a:p>
        </p:txBody>
      </p:sp>
      <p:sp>
        <p:nvSpPr>
          <p:cNvPr id="20" name="Rounded Rectangle 19"/>
          <p:cNvSpPr/>
          <p:nvPr/>
        </p:nvSpPr>
        <p:spPr>
          <a:xfrm>
            <a:off x="3152775" y="1790700"/>
            <a:ext cx="5229225" cy="1000125"/>
          </a:xfrm>
          <a:prstGeom prst="roundRect">
            <a:avLst>
              <a:gd name="adj" fmla="val 10476"/>
            </a:avLst>
          </a:prstGeom>
          <a:solidFill>
            <a:srgbClr val="F1ECFC"/>
          </a:solidFill>
          <a:ln w="11429">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76600" y="1885950"/>
            <a:ext cx="2554095" cy="266700"/>
          </a:xfrm>
          <a:prstGeom prst="rect">
            <a:avLst/>
          </a:prstGeom>
          <a:noFill/>
        </p:spPr>
        <p:txBody>
          <a:bodyPr wrap="none" lIns="0" rIns="0" tIns="0" bIns="0">
            <a:spAutoFit/>
          </a:bodyPr>
          <a:lstStyle/>
          <a:p>
            <a:pPr>
              <a:lnSpc>
                <a:spcPts val="2025"/>
              </a:lnSpc>
              <a:spcBef>
                <a:spcPts val="0"/>
              </a:spcBef>
              <a:spcAft>
                <a:spcPts val="0"/>
              </a:spcAft>
            </a:pPr>
            <a:r>
              <a:rPr sz="1500" b="1">
                <a:solidFill>
                  <a:srgbClr val="7653CF"/>
                </a:solidFill>
                <a:latin typeface="Arial"/>
                <a:ea typeface="Microsoft YaHei"/>
              </a:rPr>
              <a:t>Central</a:t>
            </a:r>
            <a:r>
              <a:rPr sz="1500" b="1">
                <a:solidFill>
                  <a:srgbClr val="7653CF"/>
                </a:solidFill>
                <a:latin typeface="Microsoft YaHei"/>
                <a:ea typeface="Microsoft YaHei"/>
              </a:rPr>
              <a:t> </a:t>
            </a:r>
            <a:r>
              <a:rPr sz="1500" b="1">
                <a:solidFill>
                  <a:srgbClr val="7653CF"/>
                </a:solidFill>
                <a:latin typeface="Arial"/>
                <a:ea typeface="Microsoft YaHei"/>
              </a:rPr>
              <a:t>scientific</a:t>
            </a:r>
            <a:r>
              <a:rPr sz="1500" b="1">
                <a:solidFill>
                  <a:srgbClr val="7653CF"/>
                </a:solidFill>
                <a:latin typeface="Microsoft YaHei"/>
                <a:ea typeface="Microsoft YaHei"/>
              </a:rPr>
              <a:t> </a:t>
            </a:r>
            <a:r>
              <a:rPr sz="1500" b="1">
                <a:solidFill>
                  <a:srgbClr val="7653CF"/>
                </a:solidFill>
                <a:latin typeface="Arial"/>
                <a:ea typeface="Microsoft YaHei"/>
              </a:rPr>
              <a:t>agent</a:t>
            </a:r>
          </a:p>
        </p:txBody>
      </p:sp>
      <p:sp>
        <p:nvSpPr>
          <p:cNvPr id="22" name="Rounded Rectangle 21"/>
          <p:cNvSpPr/>
          <p:nvPr/>
        </p:nvSpPr>
        <p:spPr>
          <a:xfrm>
            <a:off x="3276600" y="2324100"/>
            <a:ext cx="1581150" cy="333375"/>
          </a:xfrm>
          <a:prstGeom prst="roundRect">
            <a:avLst>
              <a:gd name="adj" fmla="val 28571"/>
            </a:avLst>
          </a:prstGeom>
          <a:solidFill>
            <a:srgbClr val="FFFFFF"/>
          </a:solidFill>
          <a:ln w="13334">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90379" y="2387917"/>
            <a:ext cx="829791"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7653CF"/>
                </a:solidFill>
                <a:latin typeface="Arial"/>
                <a:ea typeface="Microsoft YaHei"/>
              </a:rPr>
              <a:t>Planning</a:t>
            </a:r>
          </a:p>
        </p:txBody>
      </p:sp>
      <p:sp>
        <p:nvSpPr>
          <p:cNvPr id="24" name="Rounded Rectangle 23"/>
          <p:cNvSpPr/>
          <p:nvPr/>
        </p:nvSpPr>
        <p:spPr>
          <a:xfrm>
            <a:off x="4943475" y="2324100"/>
            <a:ext cx="1581150" cy="333375"/>
          </a:xfrm>
          <a:prstGeom prst="roundRect">
            <a:avLst>
              <a:gd name="adj" fmla="val 28571"/>
            </a:avLst>
          </a:prstGeom>
          <a:solidFill>
            <a:srgbClr val="FFFFFF"/>
          </a:solidFill>
          <a:ln w="13334">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76788" y="2387917"/>
            <a:ext cx="790723"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7653CF"/>
                </a:solidFill>
                <a:latin typeface="Arial"/>
                <a:ea typeface="Microsoft YaHei"/>
              </a:rPr>
              <a:t>Analysis</a:t>
            </a:r>
          </a:p>
        </p:txBody>
      </p:sp>
      <p:sp>
        <p:nvSpPr>
          <p:cNvPr id="26" name="Rounded Rectangle 25"/>
          <p:cNvSpPr/>
          <p:nvPr/>
        </p:nvSpPr>
        <p:spPr>
          <a:xfrm>
            <a:off x="6610350" y="2324100"/>
            <a:ext cx="1581150" cy="333375"/>
          </a:xfrm>
          <a:prstGeom prst="roundRect">
            <a:avLst>
              <a:gd name="adj" fmla="val 28571"/>
            </a:avLst>
          </a:prstGeom>
          <a:solidFill>
            <a:srgbClr val="FFFFFF"/>
          </a:solidFill>
          <a:ln w="13334">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18786" y="2387917"/>
            <a:ext cx="1440477" cy="206692"/>
          </a:xfrm>
          <a:prstGeom prst="rect">
            <a:avLst/>
          </a:prstGeom>
          <a:noFill/>
        </p:spPr>
        <p:txBody>
          <a:bodyPr wrap="none" lIns="0" rIns="0" tIns="0" bIns="0">
            <a:spAutoFit/>
          </a:bodyPr>
          <a:lstStyle/>
          <a:p>
            <a:pPr>
              <a:lnSpc>
                <a:spcPts val="1569"/>
              </a:lnSpc>
              <a:spcBef>
                <a:spcPts val="0"/>
              </a:spcBef>
              <a:spcAft>
                <a:spcPts val="0"/>
              </a:spcAft>
            </a:pPr>
            <a:r>
              <a:rPr sz="1162" b="1">
                <a:solidFill>
                  <a:srgbClr val="7653CF"/>
                </a:solidFill>
                <a:latin typeface="Arial"/>
                <a:ea typeface="Microsoft YaHei"/>
              </a:rPr>
              <a:t>Troubleshooting</a:t>
            </a:r>
          </a:p>
        </p:txBody>
      </p:sp>
      <p:sp>
        <p:nvSpPr>
          <p:cNvPr id="28" name="Rounded Rectangle 27"/>
          <p:cNvSpPr/>
          <p:nvPr/>
        </p:nvSpPr>
        <p:spPr>
          <a:xfrm>
            <a:off x="8677275" y="1790700"/>
            <a:ext cx="2990850" cy="1000125"/>
          </a:xfrm>
          <a:prstGeom prst="roundRect">
            <a:avLst>
              <a:gd name="adj" fmla="val 10476"/>
            </a:avLst>
          </a:prstGeom>
          <a:solidFill>
            <a:srgbClr val="E9F6EF"/>
          </a:solidFill>
          <a:ln w="11429">
            <a:solidFill>
              <a:srgbClr val="278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01100" y="1885950"/>
            <a:ext cx="2414568" cy="266700"/>
          </a:xfrm>
          <a:prstGeom prst="rect">
            <a:avLst/>
          </a:prstGeom>
          <a:noFill/>
        </p:spPr>
        <p:txBody>
          <a:bodyPr wrap="none" lIns="0" rIns="0" tIns="0" bIns="0">
            <a:spAutoFit/>
          </a:bodyPr>
          <a:lstStyle/>
          <a:p>
            <a:pPr>
              <a:lnSpc>
                <a:spcPts val="2025"/>
              </a:lnSpc>
              <a:spcBef>
                <a:spcPts val="0"/>
              </a:spcBef>
              <a:spcAft>
                <a:spcPts val="0"/>
              </a:spcAft>
            </a:pPr>
            <a:r>
              <a:rPr sz="1500" b="1">
                <a:solidFill>
                  <a:srgbClr val="278565"/>
                </a:solidFill>
                <a:latin typeface="Arial"/>
                <a:ea typeface="Microsoft YaHei"/>
              </a:rPr>
              <a:t>Evidence</a:t>
            </a:r>
            <a:r>
              <a:rPr sz="1500" b="1">
                <a:solidFill>
                  <a:srgbClr val="278565"/>
                </a:solidFill>
                <a:latin typeface="Microsoft YaHei"/>
                <a:ea typeface="Microsoft YaHei"/>
              </a:rPr>
              <a:t> </a:t>
            </a:r>
            <a:r>
              <a:rPr sz="1500" b="1">
                <a:solidFill>
                  <a:srgbClr val="278565"/>
                </a:solidFill>
                <a:latin typeface="Arial"/>
                <a:ea typeface="Microsoft YaHei"/>
              </a:rPr>
              <a:t>and</a:t>
            </a:r>
            <a:r>
              <a:rPr sz="1500" b="1">
                <a:solidFill>
                  <a:srgbClr val="278565"/>
                </a:solidFill>
                <a:latin typeface="Microsoft YaHei"/>
                <a:ea typeface="Microsoft YaHei"/>
              </a:rPr>
              <a:t> </a:t>
            </a:r>
            <a:r>
              <a:rPr sz="1500" b="1">
                <a:solidFill>
                  <a:srgbClr val="278565"/>
                </a:solidFill>
                <a:latin typeface="Arial"/>
                <a:ea typeface="Microsoft YaHei"/>
              </a:rPr>
              <a:t>memory</a:t>
            </a:r>
          </a:p>
        </p:txBody>
      </p:sp>
      <p:sp>
        <p:nvSpPr>
          <p:cNvPr id="30" name="TextBox 29"/>
          <p:cNvSpPr txBox="1"/>
          <p:nvPr/>
        </p:nvSpPr>
        <p:spPr>
          <a:xfrm>
            <a:off x="8810625" y="2171700"/>
            <a:ext cx="2210841"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23364D"/>
                </a:solidFill>
                <a:latin typeface="Arial"/>
                <a:ea typeface="Microsoft YaHei"/>
              </a:rPr>
              <a:t>Papers</a:t>
            </a:r>
            <a:r>
              <a:rPr sz="1200" b="0">
                <a:solidFill>
                  <a:srgbClr val="23364D"/>
                </a:solidFill>
                <a:latin typeface="Microsoft YaHei"/>
                <a:ea typeface="Microsoft YaHei"/>
              </a:rPr>
              <a:t> </a:t>
            </a:r>
            <a:r>
              <a:rPr sz="1200" b="0">
                <a:solidFill>
                  <a:srgbClr val="23364D"/>
                </a:solidFill>
                <a:latin typeface="Arial"/>
                <a:ea typeface="Microsoft YaHei"/>
              </a:rPr>
              <a:t>/</a:t>
            </a:r>
            <a:r>
              <a:rPr sz="1200" b="0">
                <a:solidFill>
                  <a:srgbClr val="23364D"/>
                </a:solidFill>
                <a:latin typeface="Microsoft YaHei"/>
                <a:ea typeface="Microsoft YaHei"/>
              </a:rPr>
              <a:t> </a:t>
            </a:r>
            <a:r>
              <a:rPr sz="1200" b="0">
                <a:solidFill>
                  <a:srgbClr val="23364D"/>
                </a:solidFill>
                <a:latin typeface="Arial"/>
                <a:ea typeface="Microsoft YaHei"/>
              </a:rPr>
              <a:t>manuals</a:t>
            </a:r>
            <a:r>
              <a:rPr sz="1200" b="0">
                <a:solidFill>
                  <a:srgbClr val="23364D"/>
                </a:solidFill>
                <a:latin typeface="Microsoft YaHei"/>
                <a:ea typeface="Microsoft YaHei"/>
              </a:rPr>
              <a:t> </a:t>
            </a:r>
            <a:r>
              <a:rPr sz="1200" b="0">
                <a:solidFill>
                  <a:srgbClr val="23364D"/>
                </a:solidFill>
                <a:latin typeface="Arial"/>
                <a:ea typeface="Microsoft YaHei"/>
              </a:rPr>
              <a:t>/</a:t>
            </a:r>
            <a:r>
              <a:rPr sz="1200" b="0">
                <a:solidFill>
                  <a:srgbClr val="23364D"/>
                </a:solidFill>
                <a:latin typeface="Microsoft YaHei"/>
                <a:ea typeface="Microsoft YaHei"/>
              </a:rPr>
              <a:t> </a:t>
            </a:r>
            <a:r>
              <a:rPr sz="1200" b="0">
                <a:solidFill>
                  <a:srgbClr val="23364D"/>
                </a:solidFill>
                <a:latin typeface="Arial"/>
                <a:ea typeface="Microsoft YaHei"/>
              </a:rPr>
              <a:t>protocols</a:t>
            </a:r>
          </a:p>
        </p:txBody>
      </p:sp>
      <p:sp>
        <p:nvSpPr>
          <p:cNvPr id="31" name="TextBox 30"/>
          <p:cNvSpPr txBox="1"/>
          <p:nvPr/>
        </p:nvSpPr>
        <p:spPr>
          <a:xfrm>
            <a:off x="8810625" y="2377440"/>
            <a:ext cx="2304975"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23364D"/>
                </a:solidFill>
                <a:latin typeface="Arial"/>
                <a:ea typeface="Microsoft YaHei"/>
              </a:rPr>
              <a:t>Code</a:t>
            </a:r>
            <a:r>
              <a:rPr sz="1200" b="0">
                <a:solidFill>
                  <a:srgbClr val="23364D"/>
                </a:solidFill>
                <a:latin typeface="Microsoft YaHei"/>
                <a:ea typeface="Microsoft YaHei"/>
              </a:rPr>
              <a:t> </a:t>
            </a:r>
            <a:r>
              <a:rPr sz="1200" b="0">
                <a:solidFill>
                  <a:srgbClr val="23364D"/>
                </a:solidFill>
                <a:latin typeface="Arial"/>
                <a:ea typeface="Microsoft YaHei"/>
              </a:rPr>
              <a:t>versions</a:t>
            </a:r>
            <a:r>
              <a:rPr sz="1200" b="0">
                <a:solidFill>
                  <a:srgbClr val="23364D"/>
                </a:solidFill>
                <a:latin typeface="Microsoft YaHei"/>
                <a:ea typeface="Microsoft YaHei"/>
              </a:rPr>
              <a:t> </a:t>
            </a:r>
            <a:r>
              <a:rPr sz="1200" b="0">
                <a:solidFill>
                  <a:srgbClr val="23364D"/>
                </a:solidFill>
                <a:latin typeface="Arial"/>
                <a:ea typeface="Microsoft YaHei"/>
              </a:rPr>
              <a:t>/</a:t>
            </a:r>
            <a:r>
              <a:rPr sz="1200" b="0">
                <a:solidFill>
                  <a:srgbClr val="23364D"/>
                </a:solidFill>
                <a:latin typeface="Microsoft YaHei"/>
                <a:ea typeface="Microsoft YaHei"/>
              </a:rPr>
              <a:t> </a:t>
            </a:r>
            <a:r>
              <a:rPr sz="1200" b="0">
                <a:solidFill>
                  <a:srgbClr val="23364D"/>
                </a:solidFill>
                <a:latin typeface="Arial"/>
                <a:ea typeface="Microsoft YaHei"/>
              </a:rPr>
              <a:t>previous</a:t>
            </a:r>
            <a:r>
              <a:rPr sz="1200" b="0">
                <a:solidFill>
                  <a:srgbClr val="23364D"/>
                </a:solidFill>
                <a:latin typeface="Microsoft YaHei"/>
                <a:ea typeface="Microsoft YaHei"/>
              </a:rPr>
              <a:t> </a:t>
            </a:r>
            <a:r>
              <a:rPr sz="1200" b="0">
                <a:solidFill>
                  <a:srgbClr val="23364D"/>
                </a:solidFill>
                <a:latin typeface="Arial"/>
                <a:ea typeface="Microsoft YaHei"/>
              </a:rPr>
              <a:t>runs</a:t>
            </a:r>
          </a:p>
        </p:txBody>
      </p:sp>
      <p:sp>
        <p:nvSpPr>
          <p:cNvPr id="32" name="Rounded Rectangle 31"/>
          <p:cNvSpPr/>
          <p:nvPr/>
        </p:nvSpPr>
        <p:spPr>
          <a:xfrm>
            <a:off x="523875" y="3028950"/>
            <a:ext cx="11144250" cy="914400"/>
          </a:xfrm>
          <a:prstGeom prst="roundRect">
            <a:avLst>
              <a:gd name="adj" fmla="val 11458"/>
            </a:avLst>
          </a:prstGeom>
          <a:solidFill>
            <a:srgbClr val="E9F6F7"/>
          </a:solidFill>
          <a:ln w="11429">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7700" y="3124200"/>
            <a:ext cx="3927871" cy="266700"/>
          </a:xfrm>
          <a:prstGeom prst="rect">
            <a:avLst/>
          </a:prstGeom>
          <a:noFill/>
        </p:spPr>
        <p:txBody>
          <a:bodyPr wrap="none" lIns="0" rIns="0" tIns="0" bIns="0">
            <a:spAutoFit/>
          </a:bodyPr>
          <a:lstStyle/>
          <a:p>
            <a:pPr>
              <a:lnSpc>
                <a:spcPts val="2025"/>
              </a:lnSpc>
              <a:spcBef>
                <a:spcPts val="0"/>
              </a:spcBef>
              <a:spcAft>
                <a:spcPts val="0"/>
              </a:spcAft>
            </a:pPr>
            <a:r>
              <a:rPr sz="1500" b="1">
                <a:solidFill>
                  <a:srgbClr val="168D9D"/>
                </a:solidFill>
                <a:latin typeface="Arial"/>
                <a:ea typeface="Microsoft YaHei"/>
              </a:rPr>
              <a:t>Deterministic</a:t>
            </a:r>
            <a:r>
              <a:rPr sz="1500" b="1">
                <a:solidFill>
                  <a:srgbClr val="168D9D"/>
                </a:solidFill>
                <a:latin typeface="Microsoft YaHei"/>
                <a:ea typeface="Microsoft YaHei"/>
              </a:rPr>
              <a:t> </a:t>
            </a:r>
            <a:r>
              <a:rPr sz="1500" b="1">
                <a:solidFill>
                  <a:srgbClr val="168D9D"/>
                </a:solidFill>
                <a:latin typeface="Arial"/>
                <a:ea typeface="Microsoft YaHei"/>
              </a:rPr>
              <a:t>execution</a:t>
            </a:r>
            <a:r>
              <a:rPr sz="1500" b="1">
                <a:solidFill>
                  <a:srgbClr val="168D9D"/>
                </a:solidFill>
                <a:latin typeface="Microsoft YaHei"/>
                <a:ea typeface="Microsoft YaHei"/>
              </a:rPr>
              <a:t> </a:t>
            </a:r>
            <a:r>
              <a:rPr sz="1500" b="1">
                <a:solidFill>
                  <a:srgbClr val="168D9D"/>
                </a:solidFill>
                <a:latin typeface="Arial"/>
                <a:ea typeface="Microsoft YaHei"/>
              </a:rPr>
              <a:t>coordinator</a:t>
            </a:r>
          </a:p>
        </p:txBody>
      </p:sp>
      <p:sp>
        <p:nvSpPr>
          <p:cNvPr id="34" name="Rounded Rectangle 33"/>
          <p:cNvSpPr/>
          <p:nvPr/>
        </p:nvSpPr>
        <p:spPr>
          <a:xfrm>
            <a:off x="695325" y="3476625"/>
            <a:ext cx="1971675" cy="333375"/>
          </a:xfrm>
          <a:prstGeom prst="roundRect">
            <a:avLst>
              <a:gd name="adj" fmla="val 28571"/>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4235" y="3540442"/>
            <a:ext cx="1390054"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168D9D"/>
                </a:solidFill>
                <a:latin typeface="Arial"/>
                <a:ea typeface="Microsoft YaHei"/>
              </a:rPr>
              <a:t>Schema</a:t>
            </a:r>
            <a:r>
              <a:rPr sz="1200" b="1">
                <a:solidFill>
                  <a:srgbClr val="168D9D"/>
                </a:solidFill>
                <a:latin typeface="Microsoft YaHei"/>
                <a:ea typeface="Microsoft YaHei"/>
              </a:rPr>
              <a:t> </a:t>
            </a:r>
            <a:r>
              <a:rPr sz="1200" b="1">
                <a:solidFill>
                  <a:srgbClr val="168D9D"/>
                </a:solidFill>
                <a:latin typeface="Arial"/>
                <a:ea typeface="Microsoft YaHei"/>
              </a:rPr>
              <a:t>+</a:t>
            </a:r>
            <a:r>
              <a:rPr sz="1200" b="1">
                <a:solidFill>
                  <a:srgbClr val="168D9D"/>
                </a:solidFill>
                <a:latin typeface="Microsoft YaHei"/>
                <a:ea typeface="Microsoft YaHei"/>
              </a:rPr>
              <a:t> </a:t>
            </a:r>
            <a:r>
              <a:rPr sz="1200" b="1">
                <a:solidFill>
                  <a:srgbClr val="168D9D"/>
                </a:solidFill>
                <a:latin typeface="Arial"/>
                <a:ea typeface="Microsoft YaHei"/>
              </a:rPr>
              <a:t>units</a:t>
            </a:r>
          </a:p>
        </p:txBody>
      </p:sp>
      <p:sp>
        <p:nvSpPr>
          <p:cNvPr id="36" name="Rounded Rectangle 35"/>
          <p:cNvSpPr/>
          <p:nvPr/>
        </p:nvSpPr>
        <p:spPr>
          <a:xfrm>
            <a:off x="2857500" y="3476625"/>
            <a:ext cx="1971675" cy="333375"/>
          </a:xfrm>
          <a:prstGeom prst="roundRect">
            <a:avLst>
              <a:gd name="adj" fmla="val 28571"/>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57959" y="3540442"/>
            <a:ext cx="1246956"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168D9D"/>
                </a:solidFill>
                <a:latin typeface="Arial"/>
                <a:ea typeface="Microsoft YaHei"/>
              </a:rPr>
              <a:t>Limits</a:t>
            </a:r>
            <a:r>
              <a:rPr sz="1200" b="1">
                <a:solidFill>
                  <a:srgbClr val="168D9D"/>
                </a:solidFill>
                <a:latin typeface="Microsoft YaHei"/>
                <a:ea typeface="Microsoft YaHei"/>
              </a:rPr>
              <a:t> </a:t>
            </a:r>
            <a:r>
              <a:rPr sz="1200" b="1">
                <a:solidFill>
                  <a:srgbClr val="168D9D"/>
                </a:solidFill>
                <a:latin typeface="Arial"/>
                <a:ea typeface="Microsoft YaHei"/>
              </a:rPr>
              <a:t>+</a:t>
            </a:r>
            <a:r>
              <a:rPr sz="1200" b="1">
                <a:solidFill>
                  <a:srgbClr val="168D9D"/>
                </a:solidFill>
                <a:latin typeface="Microsoft YaHei"/>
                <a:ea typeface="Microsoft YaHei"/>
              </a:rPr>
              <a:t> </a:t>
            </a:r>
            <a:r>
              <a:rPr sz="1200" b="1">
                <a:solidFill>
                  <a:srgbClr val="168D9D"/>
                </a:solidFill>
                <a:latin typeface="Arial"/>
                <a:ea typeface="Microsoft YaHei"/>
              </a:rPr>
              <a:t>locks</a:t>
            </a:r>
          </a:p>
        </p:txBody>
      </p:sp>
      <p:sp>
        <p:nvSpPr>
          <p:cNvPr id="38" name="Rounded Rectangle 37"/>
          <p:cNvSpPr/>
          <p:nvPr/>
        </p:nvSpPr>
        <p:spPr>
          <a:xfrm>
            <a:off x="5019675" y="3476625"/>
            <a:ext cx="1971675" cy="333375"/>
          </a:xfrm>
          <a:prstGeom prst="roundRect">
            <a:avLst>
              <a:gd name="adj" fmla="val 28571"/>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15309" y="3540442"/>
            <a:ext cx="1056605"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168D9D"/>
                </a:solidFill>
                <a:latin typeface="Arial"/>
                <a:ea typeface="Microsoft YaHei"/>
              </a:rPr>
              <a:t>Stage</a:t>
            </a:r>
            <a:r>
              <a:rPr sz="1200" b="1">
                <a:solidFill>
                  <a:srgbClr val="168D9D"/>
                </a:solidFill>
                <a:latin typeface="Microsoft YaHei"/>
                <a:ea typeface="Microsoft YaHei"/>
              </a:rPr>
              <a:t> </a:t>
            </a:r>
            <a:r>
              <a:rPr sz="1200" b="1">
                <a:solidFill>
                  <a:srgbClr val="168D9D"/>
                </a:solidFill>
                <a:latin typeface="Arial"/>
                <a:ea typeface="Microsoft YaHei"/>
              </a:rPr>
              <a:t>state</a:t>
            </a:r>
          </a:p>
        </p:txBody>
      </p:sp>
      <p:sp>
        <p:nvSpPr>
          <p:cNvPr id="40" name="Rounded Rectangle 39"/>
          <p:cNvSpPr/>
          <p:nvPr/>
        </p:nvSpPr>
        <p:spPr>
          <a:xfrm>
            <a:off x="7181850" y="3476625"/>
            <a:ext cx="1971675" cy="333375"/>
          </a:xfrm>
          <a:prstGeom prst="roundRect">
            <a:avLst>
              <a:gd name="adj" fmla="val 28571"/>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44308" y="3540442"/>
            <a:ext cx="1522958"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168D9D"/>
                </a:solidFill>
                <a:latin typeface="Arial"/>
                <a:ea typeface="Microsoft YaHei"/>
              </a:rPr>
              <a:t>Command</a:t>
            </a:r>
            <a:r>
              <a:rPr sz="1200" b="1">
                <a:solidFill>
                  <a:srgbClr val="168D9D"/>
                </a:solidFill>
                <a:latin typeface="Microsoft YaHei"/>
                <a:ea typeface="Microsoft YaHei"/>
              </a:rPr>
              <a:t> </a:t>
            </a:r>
            <a:r>
              <a:rPr sz="1200" b="1">
                <a:solidFill>
                  <a:srgbClr val="168D9D"/>
                </a:solidFill>
                <a:latin typeface="Arial"/>
                <a:ea typeface="Microsoft YaHei"/>
              </a:rPr>
              <a:t>ledger</a:t>
            </a:r>
          </a:p>
        </p:txBody>
      </p:sp>
      <p:sp>
        <p:nvSpPr>
          <p:cNvPr id="42" name="Rounded Rectangle 41"/>
          <p:cNvSpPr/>
          <p:nvPr/>
        </p:nvSpPr>
        <p:spPr>
          <a:xfrm>
            <a:off x="9344025" y="3476625"/>
            <a:ext cx="1971675" cy="333375"/>
          </a:xfrm>
          <a:prstGeom prst="roundRect">
            <a:avLst>
              <a:gd name="adj" fmla="val 28571"/>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03122" y="3540442"/>
            <a:ext cx="1129679"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168D9D"/>
                </a:solidFill>
                <a:latin typeface="Arial"/>
                <a:ea typeface="Microsoft YaHei"/>
              </a:rPr>
              <a:t>QC</a:t>
            </a:r>
            <a:r>
              <a:rPr sz="1200" b="1">
                <a:solidFill>
                  <a:srgbClr val="168D9D"/>
                </a:solidFill>
                <a:latin typeface="Microsoft YaHei"/>
                <a:ea typeface="Microsoft YaHei"/>
              </a:rPr>
              <a:t> </a:t>
            </a:r>
            <a:r>
              <a:rPr sz="1200" b="1">
                <a:solidFill>
                  <a:srgbClr val="168D9D"/>
                </a:solidFill>
                <a:latin typeface="Arial"/>
                <a:ea typeface="Microsoft YaHei"/>
              </a:rPr>
              <a:t>+</a:t>
            </a:r>
            <a:r>
              <a:rPr sz="1200" b="1">
                <a:solidFill>
                  <a:srgbClr val="168D9D"/>
                </a:solidFill>
                <a:latin typeface="Microsoft YaHei"/>
                <a:ea typeface="Microsoft YaHei"/>
              </a:rPr>
              <a:t> </a:t>
            </a:r>
            <a:r>
              <a:rPr sz="1200" b="1">
                <a:solidFill>
                  <a:srgbClr val="168D9D"/>
                </a:solidFill>
                <a:latin typeface="Arial"/>
                <a:ea typeface="Microsoft YaHei"/>
              </a:rPr>
              <a:t>hashes</a:t>
            </a:r>
          </a:p>
        </p:txBody>
      </p:sp>
      <p:cxnSp>
        <p:nvCxnSpPr>
          <p:cNvPr id="44" name="Connector 43"/>
          <p:cNvCxnSpPr/>
          <p:nvPr/>
        </p:nvCxnSpPr>
        <p:spPr>
          <a:xfrm>
            <a:off x="1962150" y="3943350"/>
            <a:ext cx="0" cy="200025"/>
          </a:xfrm>
          <a:prstGeom prst="line">
            <a:avLst/>
          </a:prstGeom>
          <a:ln w="23812">
            <a:solidFill>
              <a:srgbClr val="7653CF"/>
            </a:solidFill>
          </a:ln>
        </p:spPr>
        <p:style>
          <a:lnRef idx="2">
            <a:schemeClr val="accent1"/>
          </a:lnRef>
          <a:fillRef idx="0">
            <a:schemeClr val="accent1"/>
          </a:fillRef>
          <a:effectRef idx="1">
            <a:schemeClr val="accent1"/>
          </a:effectRef>
          <a:fontRef idx="minor">
            <a:schemeClr val="tx1"/>
          </a:fontRef>
        </p:style>
      </p:cxnSp>
      <p:sp>
        <p:nvSpPr>
          <p:cNvPr id="45" name="Freeform 44"/>
          <p:cNvSpPr/>
          <p:nvPr/>
        </p:nvSpPr>
        <p:spPr>
          <a:xfrm>
            <a:off x="1930400" y="4076700"/>
            <a:ext cx="63500" cy="63500"/>
          </a:xfrm>
          <a:custGeom>
            <a:avLst/>
            <a:gdLst/>
            <a:ahLst/>
            <a:cxnLst/>
            <a:rect l="l" t="t" r="r" b="b"/>
            <a:pathLst>
              <a:path w="5" h="5">
                <a:moveTo>
                  <a:pt x="2" y="5"/>
                </a:moveTo>
                <a:lnTo>
                  <a:pt x="5" y="0"/>
                </a:lnTo>
                <a:lnTo>
                  <a:pt x="0" y="0"/>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7239000" y="3943350"/>
            <a:ext cx="0" cy="200025"/>
          </a:xfrm>
          <a:prstGeom prst="line">
            <a:avLst/>
          </a:prstGeom>
          <a:ln w="23812">
            <a:solidFill>
              <a:srgbClr val="7653CF"/>
            </a:solidFill>
          </a:ln>
        </p:spPr>
        <p:style>
          <a:lnRef idx="2">
            <a:schemeClr val="accent1"/>
          </a:lnRef>
          <a:fillRef idx="0">
            <a:schemeClr val="accent1"/>
          </a:fillRef>
          <a:effectRef idx="1">
            <a:schemeClr val="accent1"/>
          </a:effectRef>
          <a:fontRef idx="minor">
            <a:schemeClr val="tx1"/>
          </a:fontRef>
        </p:style>
      </p:cxnSp>
      <p:sp>
        <p:nvSpPr>
          <p:cNvPr id="47" name="Freeform 46"/>
          <p:cNvSpPr/>
          <p:nvPr/>
        </p:nvSpPr>
        <p:spPr>
          <a:xfrm>
            <a:off x="7213600" y="4076700"/>
            <a:ext cx="50800" cy="63500"/>
          </a:xfrm>
          <a:custGeom>
            <a:avLst/>
            <a:gdLst/>
            <a:ahLst/>
            <a:cxnLst/>
            <a:rect l="l" t="t" r="r" b="b"/>
            <a:pathLst>
              <a:path w="4" h="5">
                <a:moveTo>
                  <a:pt x="2" y="5"/>
                </a:moveTo>
                <a:lnTo>
                  <a:pt x="4" y="0"/>
                </a:lnTo>
                <a:lnTo>
                  <a:pt x="0" y="0"/>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flipV="1">
            <a:off x="3695700" y="3943350"/>
            <a:ext cx="0" cy="200025"/>
          </a:xfrm>
          <a:prstGeom prst="line">
            <a:avLst/>
          </a:prstGeom>
          <a:ln w="23812">
            <a:solidFill>
              <a:srgbClr val="278565"/>
            </a:solidFill>
          </a:ln>
        </p:spPr>
        <p:style>
          <a:lnRef idx="2">
            <a:schemeClr val="accent1"/>
          </a:lnRef>
          <a:fillRef idx="0">
            <a:schemeClr val="accent1"/>
          </a:fillRef>
          <a:effectRef idx="1">
            <a:schemeClr val="accent1"/>
          </a:effectRef>
          <a:fontRef idx="minor">
            <a:schemeClr val="tx1"/>
          </a:fontRef>
        </p:style>
      </p:cxnSp>
      <p:sp>
        <p:nvSpPr>
          <p:cNvPr id="49" name="Freeform 48"/>
          <p:cNvSpPr/>
          <p:nvPr/>
        </p:nvSpPr>
        <p:spPr>
          <a:xfrm>
            <a:off x="3670300" y="3937000"/>
            <a:ext cx="50800" cy="76200"/>
          </a:xfrm>
          <a:custGeom>
            <a:avLst/>
            <a:gdLst/>
            <a:ahLst/>
            <a:cxnLst/>
            <a:rect l="l" t="t" r="r" b="b"/>
            <a:pathLst>
              <a:path w="4" h="6">
                <a:moveTo>
                  <a:pt x="2" y="0"/>
                </a:moveTo>
                <a:lnTo>
                  <a:pt x="0" y="6"/>
                </a:lnTo>
                <a:lnTo>
                  <a:pt x="4" y="6"/>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flipV="1">
            <a:off x="10125075" y="3943350"/>
            <a:ext cx="0" cy="200025"/>
          </a:xfrm>
          <a:prstGeom prst="line">
            <a:avLst/>
          </a:prstGeom>
          <a:ln w="23812">
            <a:solidFill>
              <a:srgbClr val="278565"/>
            </a:solidFill>
          </a:ln>
        </p:spPr>
        <p:style>
          <a:lnRef idx="2">
            <a:schemeClr val="accent1"/>
          </a:lnRef>
          <a:fillRef idx="0">
            <a:schemeClr val="accent1"/>
          </a:fillRef>
          <a:effectRef idx="1">
            <a:schemeClr val="accent1"/>
          </a:effectRef>
          <a:fontRef idx="minor">
            <a:schemeClr val="tx1"/>
          </a:fontRef>
        </p:style>
      </p:cxnSp>
      <p:sp>
        <p:nvSpPr>
          <p:cNvPr id="51" name="Freeform 50"/>
          <p:cNvSpPr/>
          <p:nvPr/>
        </p:nvSpPr>
        <p:spPr>
          <a:xfrm>
            <a:off x="10096500" y="3937000"/>
            <a:ext cx="63500" cy="76200"/>
          </a:xfrm>
          <a:custGeom>
            <a:avLst/>
            <a:gdLst/>
            <a:ahLst/>
            <a:cxnLst/>
            <a:rect l="l" t="t" r="r" b="b"/>
            <a:pathLst>
              <a:path w="5" h="6">
                <a:moveTo>
                  <a:pt x="2" y="0"/>
                </a:moveTo>
                <a:lnTo>
                  <a:pt x="0" y="6"/>
                </a:lnTo>
                <a:lnTo>
                  <a:pt x="5" y="6"/>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523875" y="4143375"/>
            <a:ext cx="4333875" cy="1933575"/>
          </a:xfrm>
          <a:prstGeom prst="roundRect">
            <a:avLst>
              <a:gd name="adj" fmla="val 5418"/>
            </a:avLst>
          </a:prstGeom>
          <a:solidFill>
            <a:srgbClr val="FFFFFF"/>
          </a:solidFill>
          <a:ln w="11429">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7700" y="4238625"/>
            <a:ext cx="2880493" cy="266700"/>
          </a:xfrm>
          <a:prstGeom prst="rect">
            <a:avLst/>
          </a:prstGeom>
          <a:noFill/>
        </p:spPr>
        <p:txBody>
          <a:bodyPr wrap="none" lIns="0" rIns="0" tIns="0" bIns="0">
            <a:spAutoFit/>
          </a:bodyPr>
          <a:lstStyle/>
          <a:p>
            <a:pPr>
              <a:lnSpc>
                <a:spcPts val="2025"/>
              </a:lnSpc>
              <a:spcBef>
                <a:spcPts val="0"/>
              </a:spcBef>
              <a:spcAft>
                <a:spcPts val="0"/>
              </a:spcAft>
            </a:pPr>
            <a:r>
              <a:rPr sz="1500" b="1">
                <a:solidFill>
                  <a:srgbClr val="168D9D"/>
                </a:solidFill>
                <a:latin typeface="Arial"/>
                <a:ea typeface="Microsoft YaHei"/>
              </a:rPr>
              <a:t>PC</a:t>
            </a:r>
            <a:r>
              <a:rPr sz="1500" b="1">
                <a:solidFill>
                  <a:srgbClr val="168D9D"/>
                </a:solidFill>
                <a:latin typeface="Microsoft YaHei"/>
                <a:ea typeface="Microsoft YaHei"/>
              </a:rPr>
              <a:t> </a:t>
            </a:r>
            <a:r>
              <a:rPr sz="1500" b="1">
                <a:solidFill>
                  <a:srgbClr val="168D9D"/>
                </a:solidFill>
                <a:latin typeface="Arial"/>
                <a:ea typeface="Microsoft YaHei"/>
              </a:rPr>
              <a:t>A</a:t>
            </a:r>
            <a:r>
              <a:rPr sz="1500" b="1">
                <a:solidFill>
                  <a:srgbClr val="168D9D"/>
                </a:solidFill>
                <a:latin typeface="Microsoft YaHei"/>
                <a:ea typeface="Microsoft YaHei"/>
              </a:rPr>
              <a:t> </a:t>
            </a:r>
            <a:r>
              <a:rPr sz="1500" b="1">
                <a:solidFill>
                  <a:srgbClr val="168D9D"/>
                </a:solidFill>
                <a:latin typeface="Arial"/>
                <a:ea typeface="Microsoft YaHei"/>
              </a:rPr>
              <a:t>agent:</a:t>
            </a:r>
            <a:r>
              <a:rPr sz="1500" b="1">
                <a:solidFill>
                  <a:srgbClr val="168D9D"/>
                </a:solidFill>
                <a:latin typeface="Microsoft YaHei"/>
                <a:ea typeface="Microsoft YaHei"/>
              </a:rPr>
              <a:t> </a:t>
            </a:r>
            <a:r>
              <a:rPr sz="1500" b="1">
                <a:solidFill>
                  <a:srgbClr val="168D9D"/>
                </a:solidFill>
                <a:latin typeface="Arial"/>
                <a:ea typeface="Microsoft YaHei"/>
              </a:rPr>
              <a:t>optical</a:t>
            </a:r>
            <a:r>
              <a:rPr sz="1500" b="1">
                <a:solidFill>
                  <a:srgbClr val="168D9D"/>
                </a:solidFill>
                <a:latin typeface="Microsoft YaHei"/>
                <a:ea typeface="Microsoft YaHei"/>
              </a:rPr>
              <a:t> </a:t>
            </a:r>
            <a:r>
              <a:rPr sz="1500" b="1">
                <a:solidFill>
                  <a:srgbClr val="168D9D"/>
                </a:solidFill>
                <a:latin typeface="Arial"/>
                <a:ea typeface="Microsoft YaHei"/>
              </a:rPr>
              <a:t>worker</a:t>
            </a:r>
          </a:p>
        </p:txBody>
      </p:sp>
      <p:sp>
        <p:nvSpPr>
          <p:cNvPr id="54" name="TextBox 53"/>
          <p:cNvSpPr txBox="1"/>
          <p:nvPr/>
        </p:nvSpPr>
        <p:spPr>
          <a:xfrm>
            <a:off x="666750" y="4524375"/>
            <a:ext cx="3448794"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23364D"/>
                </a:solidFill>
                <a:latin typeface="Arial"/>
                <a:ea typeface="Microsoft YaHei"/>
              </a:rPr>
              <a:t>Persistent</a:t>
            </a:r>
            <a:r>
              <a:rPr sz="1200" b="0">
                <a:solidFill>
                  <a:srgbClr val="23364D"/>
                </a:solidFill>
                <a:latin typeface="Microsoft YaHei"/>
                <a:ea typeface="Microsoft YaHei"/>
              </a:rPr>
              <a:t> </a:t>
            </a:r>
            <a:r>
              <a:rPr sz="1200" b="0">
                <a:solidFill>
                  <a:srgbClr val="23364D"/>
                </a:solidFill>
                <a:latin typeface="Arial"/>
                <a:ea typeface="Microsoft YaHei"/>
              </a:rPr>
              <a:t>sessions</a:t>
            </a:r>
            <a:r>
              <a:rPr sz="1200" b="0">
                <a:solidFill>
                  <a:srgbClr val="23364D"/>
                </a:solidFill>
                <a:latin typeface="Microsoft YaHei"/>
                <a:ea typeface="Microsoft YaHei"/>
              </a:rPr>
              <a:t> </a:t>
            </a:r>
            <a:r>
              <a:rPr sz="1200" b="0">
                <a:solidFill>
                  <a:srgbClr val="23364D"/>
                </a:solidFill>
                <a:latin typeface="Arial"/>
                <a:ea typeface="Microsoft YaHei"/>
              </a:rPr>
              <a:t>/</a:t>
            </a:r>
            <a:r>
              <a:rPr sz="1200" b="0">
                <a:solidFill>
                  <a:srgbClr val="23364D"/>
                </a:solidFill>
                <a:latin typeface="Microsoft YaHei"/>
                <a:ea typeface="Microsoft YaHei"/>
              </a:rPr>
              <a:t> </a:t>
            </a:r>
            <a:r>
              <a:rPr sz="1200" b="0">
                <a:solidFill>
                  <a:srgbClr val="23364D"/>
                </a:solidFill>
                <a:latin typeface="Arial"/>
                <a:ea typeface="Microsoft YaHei"/>
              </a:rPr>
              <a:t>drivers</a:t>
            </a:r>
            <a:r>
              <a:rPr sz="1200" b="0">
                <a:solidFill>
                  <a:srgbClr val="23364D"/>
                </a:solidFill>
                <a:latin typeface="Microsoft YaHei"/>
                <a:ea typeface="Microsoft YaHei"/>
              </a:rPr>
              <a:t> </a:t>
            </a:r>
            <a:r>
              <a:rPr sz="1200" b="0">
                <a:solidFill>
                  <a:srgbClr val="23364D"/>
                </a:solidFill>
                <a:latin typeface="Arial"/>
                <a:ea typeface="Microsoft YaHei"/>
              </a:rPr>
              <a:t>/</a:t>
            </a:r>
            <a:r>
              <a:rPr sz="1200" b="0">
                <a:solidFill>
                  <a:srgbClr val="23364D"/>
                </a:solidFill>
                <a:latin typeface="Microsoft YaHei"/>
                <a:ea typeface="Microsoft YaHei"/>
              </a:rPr>
              <a:t> </a:t>
            </a:r>
            <a:r>
              <a:rPr sz="1200" b="0">
                <a:solidFill>
                  <a:srgbClr val="23364D"/>
                </a:solidFill>
                <a:latin typeface="Arial"/>
                <a:ea typeface="Microsoft YaHei"/>
              </a:rPr>
              <a:t>local</a:t>
            </a:r>
            <a:r>
              <a:rPr sz="1200" b="0">
                <a:solidFill>
                  <a:srgbClr val="23364D"/>
                </a:solidFill>
                <a:latin typeface="Microsoft YaHei"/>
                <a:ea typeface="Microsoft YaHei"/>
              </a:rPr>
              <a:t> </a:t>
            </a:r>
            <a:r>
              <a:rPr sz="1200" b="0">
                <a:solidFill>
                  <a:srgbClr val="23364D"/>
                </a:solidFill>
                <a:latin typeface="Arial"/>
                <a:ea typeface="Microsoft YaHei"/>
              </a:rPr>
              <a:t>watchdog</a:t>
            </a:r>
          </a:p>
        </p:txBody>
      </p:sp>
      <p:sp>
        <p:nvSpPr>
          <p:cNvPr id="55" name="Rounded Rectangle 54"/>
          <p:cNvSpPr/>
          <p:nvPr/>
        </p:nvSpPr>
        <p:spPr>
          <a:xfrm>
            <a:off x="685800" y="4838700"/>
            <a:ext cx="1905000" cy="866775"/>
          </a:xfrm>
          <a:prstGeom prst="roundRect">
            <a:avLst>
              <a:gd name="adj" fmla="val 7692"/>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81050" y="4905375"/>
            <a:ext cx="739159"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168D9D"/>
                </a:solidFill>
                <a:latin typeface="Arial"/>
                <a:ea typeface="Microsoft YaHei"/>
              </a:rPr>
              <a:t>SuperK</a:t>
            </a:r>
          </a:p>
        </p:txBody>
      </p:sp>
      <p:sp>
        <p:nvSpPr>
          <p:cNvPr id="57" name="Rounded Rectangle 56"/>
          <p:cNvSpPr/>
          <p:nvPr/>
        </p:nvSpPr>
        <p:spPr>
          <a:xfrm>
            <a:off x="781050" y="5210175"/>
            <a:ext cx="1390650" cy="228600"/>
          </a:xfrm>
          <a:prstGeom prst="roundRect">
            <a:avLst>
              <a:gd name="adj" fmla="val 12500"/>
            </a:avLst>
          </a:prstGeom>
          <a:solidFill>
            <a:srgbClr val="F5F8FC"/>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38200" y="5248275"/>
            <a:ext cx="1290311" cy="153352"/>
          </a:xfrm>
          <a:prstGeom prst="rect">
            <a:avLst/>
          </a:prstGeom>
          <a:noFill/>
        </p:spPr>
        <p:txBody>
          <a:bodyPr wrap="none" lIns="0" rIns="0" tIns="0" bIns="0">
            <a:spAutoFit/>
          </a:bodyPr>
          <a:lstStyle/>
          <a:p>
            <a:pPr>
              <a:lnSpc>
                <a:spcPts val="1164"/>
              </a:lnSpc>
              <a:spcBef>
                <a:spcPts val="0"/>
              </a:spcBef>
              <a:spcAft>
                <a:spcPts val="0"/>
              </a:spcAft>
            </a:pPr>
            <a:r>
              <a:rPr sz="862" b="0">
                <a:solidFill>
                  <a:srgbClr val="23364D"/>
                </a:solidFill>
                <a:latin typeface="Arial"/>
                <a:ea typeface="Microsoft YaHei"/>
              </a:rPr>
              <a:t>Source</a:t>
            </a:r>
            <a:r>
              <a:rPr sz="862" b="0">
                <a:solidFill>
                  <a:srgbClr val="23364D"/>
                </a:solidFill>
                <a:latin typeface="Microsoft YaHei"/>
                <a:ea typeface="Microsoft YaHei"/>
              </a:rPr>
              <a:t> </a:t>
            </a:r>
            <a:r>
              <a:rPr sz="862" b="0">
                <a:solidFill>
                  <a:srgbClr val="23364D"/>
                </a:solidFill>
                <a:latin typeface="Arial"/>
                <a:ea typeface="Microsoft YaHei"/>
              </a:rPr>
              <a:t>+</a:t>
            </a:r>
            <a:r>
              <a:rPr sz="862" b="0">
                <a:solidFill>
                  <a:srgbClr val="23364D"/>
                </a:solidFill>
                <a:latin typeface="Microsoft YaHei"/>
                <a:ea typeface="Microsoft YaHei"/>
              </a:rPr>
              <a:t> </a:t>
            </a:r>
            <a:r>
              <a:rPr sz="862" b="0">
                <a:solidFill>
                  <a:srgbClr val="23364D"/>
                </a:solidFill>
                <a:latin typeface="Arial"/>
                <a:ea typeface="Microsoft YaHei"/>
              </a:rPr>
              <a:t>band</a:t>
            </a:r>
            <a:r>
              <a:rPr sz="862" b="0">
                <a:solidFill>
                  <a:srgbClr val="23364D"/>
                </a:solidFill>
                <a:latin typeface="Microsoft YaHei"/>
                <a:ea typeface="Microsoft YaHei"/>
              </a:rPr>
              <a:t> </a:t>
            </a:r>
            <a:r>
              <a:rPr sz="862" b="0">
                <a:solidFill>
                  <a:srgbClr val="23364D"/>
                </a:solidFill>
                <a:latin typeface="Arial"/>
                <a:ea typeface="Microsoft YaHei"/>
              </a:rPr>
              <a:t>control</a:t>
            </a:r>
          </a:p>
        </p:txBody>
      </p:sp>
      <p:sp>
        <p:nvSpPr>
          <p:cNvPr id="59" name="Oval 58"/>
          <p:cNvSpPr/>
          <p:nvPr/>
        </p:nvSpPr>
        <p:spPr>
          <a:xfrm>
            <a:off x="2286000" y="5238750"/>
            <a:ext cx="171450" cy="171450"/>
          </a:xfrm>
          <a:prstGeom prst="ellipse">
            <a:avLst/>
          </a:prstGeom>
          <a:solidFill>
            <a:srgbClr val="EDF3FC"/>
          </a:solidFill>
          <a:ln w="11429">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333625" y="5524500"/>
            <a:ext cx="76200" cy="7620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178242" y="5559742"/>
            <a:ext cx="62864" cy="62864"/>
          </a:xfrm>
          <a:prstGeom prst="ellipse">
            <a:avLst/>
          </a:pr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87556" y="5734050"/>
            <a:ext cx="320436"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CMD</a:t>
            </a:r>
          </a:p>
        </p:txBody>
      </p:sp>
      <p:sp>
        <p:nvSpPr>
          <p:cNvPr id="63" name="Oval 62"/>
          <p:cNvSpPr/>
          <p:nvPr/>
        </p:nvSpPr>
        <p:spPr>
          <a:xfrm>
            <a:off x="2035492" y="5559742"/>
            <a:ext cx="62864" cy="62864"/>
          </a:xfrm>
          <a:prstGeom prst="ellipse">
            <a:avLst/>
          </a:pr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900732" y="5734050"/>
            <a:ext cx="408584"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STATE</a:t>
            </a:r>
          </a:p>
        </p:txBody>
      </p:sp>
      <p:sp>
        <p:nvSpPr>
          <p:cNvPr id="65" name="Rounded Rectangle 64"/>
          <p:cNvSpPr/>
          <p:nvPr/>
        </p:nvSpPr>
        <p:spPr>
          <a:xfrm>
            <a:off x="2790825" y="4838700"/>
            <a:ext cx="1905000" cy="866775"/>
          </a:xfrm>
          <a:prstGeom prst="roundRect">
            <a:avLst>
              <a:gd name="adj" fmla="val 7692"/>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886075" y="4905375"/>
            <a:ext cx="1535738"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168D9D"/>
                </a:solidFill>
                <a:latin typeface="Arial"/>
                <a:ea typeface="Microsoft YaHei"/>
              </a:rPr>
              <a:t>IR</a:t>
            </a:r>
            <a:r>
              <a:rPr sz="1275" b="1">
                <a:solidFill>
                  <a:srgbClr val="168D9D"/>
                </a:solidFill>
                <a:latin typeface="Microsoft YaHei"/>
                <a:ea typeface="Microsoft YaHei"/>
              </a:rPr>
              <a:t> </a:t>
            </a:r>
            <a:r>
              <a:rPr sz="1275" b="1">
                <a:solidFill>
                  <a:srgbClr val="168D9D"/>
                </a:solidFill>
                <a:latin typeface="Arial"/>
                <a:ea typeface="Microsoft YaHei"/>
              </a:rPr>
              <a:t>spectrometer</a:t>
            </a:r>
          </a:p>
        </p:txBody>
      </p:sp>
      <p:sp>
        <p:nvSpPr>
          <p:cNvPr id="67" name="Rounded Rectangle 66"/>
          <p:cNvSpPr/>
          <p:nvPr/>
        </p:nvSpPr>
        <p:spPr>
          <a:xfrm>
            <a:off x="2886075" y="5210175"/>
            <a:ext cx="1390650" cy="228600"/>
          </a:xfrm>
          <a:prstGeom prst="roundRect">
            <a:avLst>
              <a:gd name="adj" fmla="val 12500"/>
            </a:avLst>
          </a:prstGeom>
          <a:solidFill>
            <a:srgbClr val="F5F8FC"/>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943225" y="5248275"/>
            <a:ext cx="1278277" cy="166687"/>
          </a:xfrm>
          <a:prstGeom prst="rect">
            <a:avLst/>
          </a:prstGeom>
          <a:noFill/>
        </p:spPr>
        <p:txBody>
          <a:bodyPr wrap="none" lIns="0" rIns="0" tIns="0" bIns="0">
            <a:spAutoFit/>
          </a:bodyPr>
          <a:lstStyle/>
          <a:p>
            <a:pPr>
              <a:lnSpc>
                <a:spcPts val="1265"/>
              </a:lnSpc>
              <a:spcBef>
                <a:spcPts val="0"/>
              </a:spcBef>
              <a:spcAft>
                <a:spcPts val="0"/>
              </a:spcAft>
            </a:pPr>
            <a:r>
              <a:rPr sz="937" b="0">
                <a:solidFill>
                  <a:srgbClr val="23364D"/>
                </a:solidFill>
                <a:latin typeface="Arial"/>
                <a:ea typeface="Microsoft YaHei"/>
              </a:rPr>
              <a:t>Reference</a:t>
            </a:r>
            <a:r>
              <a:rPr sz="937" b="0">
                <a:solidFill>
                  <a:srgbClr val="23364D"/>
                </a:solidFill>
                <a:latin typeface="Microsoft YaHei"/>
                <a:ea typeface="Microsoft YaHei"/>
              </a:rPr>
              <a:t> </a:t>
            </a:r>
            <a:r>
              <a:rPr sz="937" b="0">
                <a:solidFill>
                  <a:srgbClr val="23364D"/>
                </a:solidFill>
                <a:latin typeface="Arial"/>
                <a:ea typeface="Microsoft YaHei"/>
              </a:rPr>
              <a:t>spectrum</a:t>
            </a:r>
          </a:p>
        </p:txBody>
      </p:sp>
      <p:sp>
        <p:nvSpPr>
          <p:cNvPr id="69" name="Oval 68"/>
          <p:cNvSpPr/>
          <p:nvPr/>
        </p:nvSpPr>
        <p:spPr>
          <a:xfrm>
            <a:off x="4391025" y="5238750"/>
            <a:ext cx="171450" cy="171450"/>
          </a:xfrm>
          <a:prstGeom prst="ellipse">
            <a:avLst/>
          </a:prstGeom>
          <a:solidFill>
            <a:srgbClr val="EDF3FC"/>
          </a:solidFill>
          <a:ln w="11429">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4438650" y="5524500"/>
            <a:ext cx="76200" cy="7620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3283267" y="5559742"/>
            <a:ext cx="62864" cy="62864"/>
          </a:xfrm>
          <a:prstGeom prst="ellipse">
            <a:avLst/>
          </a:pr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190254" y="5734050"/>
            <a:ext cx="325091"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TRIG</a:t>
            </a:r>
          </a:p>
        </p:txBody>
      </p:sp>
      <p:sp>
        <p:nvSpPr>
          <p:cNvPr id="73" name="Oval 72"/>
          <p:cNvSpPr/>
          <p:nvPr/>
        </p:nvSpPr>
        <p:spPr>
          <a:xfrm>
            <a:off x="4140517" y="5559742"/>
            <a:ext cx="62864" cy="62864"/>
          </a:xfrm>
          <a:prstGeom prst="ellipse">
            <a:avLst/>
          </a:pr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027935" y="5734050"/>
            <a:ext cx="364228"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DATA</a:t>
            </a:r>
          </a:p>
        </p:txBody>
      </p:sp>
      <p:sp>
        <p:nvSpPr>
          <p:cNvPr id="75" name="TextBox 74"/>
          <p:cNvSpPr txBox="1"/>
          <p:nvPr/>
        </p:nvSpPr>
        <p:spPr>
          <a:xfrm>
            <a:off x="695325" y="5905500"/>
            <a:ext cx="3409973" cy="200025"/>
          </a:xfrm>
          <a:prstGeom prst="rect">
            <a:avLst/>
          </a:prstGeom>
          <a:noFill/>
        </p:spPr>
        <p:txBody>
          <a:bodyPr wrap="none" lIns="0" rIns="0" tIns="0" bIns="0">
            <a:spAutoFit/>
          </a:bodyPr>
          <a:lstStyle/>
          <a:p>
            <a:pPr>
              <a:lnSpc>
                <a:spcPts val="1518"/>
              </a:lnSpc>
              <a:spcBef>
                <a:spcPts val="0"/>
              </a:spcBef>
              <a:spcAft>
                <a:spcPts val="0"/>
              </a:spcAft>
            </a:pPr>
            <a:r>
              <a:rPr sz="1125" b="1">
                <a:solidFill>
                  <a:srgbClr val="278565"/>
                </a:solidFill>
                <a:latin typeface="Arial"/>
                <a:ea typeface="Microsoft YaHei"/>
              </a:rPr>
              <a:t>Command</a:t>
            </a:r>
            <a:r>
              <a:rPr sz="1125" b="1">
                <a:solidFill>
                  <a:srgbClr val="278565"/>
                </a:solidFill>
                <a:latin typeface="Microsoft YaHei"/>
                <a:ea typeface="Microsoft YaHei"/>
              </a:rPr>
              <a:t> </a:t>
            </a:r>
            <a:r>
              <a:rPr sz="1125" b="1">
                <a:solidFill>
                  <a:srgbClr val="278565"/>
                </a:solidFill>
                <a:latin typeface="Arial"/>
                <a:ea typeface="Microsoft YaHei"/>
              </a:rPr>
              <a:t>journal</a:t>
            </a:r>
            <a:r>
              <a:rPr sz="1125" b="1">
                <a:solidFill>
                  <a:srgbClr val="278565"/>
                </a:solidFill>
                <a:latin typeface="Microsoft YaHei"/>
                <a:ea typeface="Microsoft YaHei"/>
              </a:rPr>
              <a:t> </a:t>
            </a:r>
            <a:r>
              <a:rPr sz="1125" b="1">
                <a:solidFill>
                  <a:srgbClr val="278565"/>
                </a:solidFill>
                <a:latin typeface="Arial"/>
                <a:ea typeface="Microsoft YaHei"/>
              </a:rPr>
              <a:t>+</a:t>
            </a:r>
            <a:r>
              <a:rPr sz="1125" b="1">
                <a:solidFill>
                  <a:srgbClr val="278565"/>
                </a:solidFill>
                <a:latin typeface="Microsoft YaHei"/>
                <a:ea typeface="Microsoft YaHei"/>
              </a:rPr>
              <a:t> </a:t>
            </a:r>
            <a:r>
              <a:rPr sz="1125" b="1">
                <a:solidFill>
                  <a:srgbClr val="278565"/>
                </a:solidFill>
                <a:latin typeface="Arial"/>
                <a:ea typeface="Microsoft YaHei"/>
              </a:rPr>
              <a:t>local</a:t>
            </a:r>
            <a:r>
              <a:rPr sz="1125" b="1">
                <a:solidFill>
                  <a:srgbClr val="278565"/>
                </a:solidFill>
                <a:latin typeface="Microsoft YaHei"/>
                <a:ea typeface="Microsoft YaHei"/>
              </a:rPr>
              <a:t> </a:t>
            </a:r>
            <a:r>
              <a:rPr sz="1125" b="1">
                <a:solidFill>
                  <a:srgbClr val="278565"/>
                </a:solidFill>
                <a:latin typeface="Arial"/>
                <a:ea typeface="Microsoft YaHei"/>
              </a:rPr>
              <a:t>raw-data</a:t>
            </a:r>
            <a:r>
              <a:rPr sz="1125" b="1">
                <a:solidFill>
                  <a:srgbClr val="278565"/>
                </a:solidFill>
                <a:latin typeface="Microsoft YaHei"/>
                <a:ea typeface="Microsoft YaHei"/>
              </a:rPr>
              <a:t> </a:t>
            </a:r>
            <a:r>
              <a:rPr sz="1125" b="1">
                <a:solidFill>
                  <a:srgbClr val="278565"/>
                </a:solidFill>
                <a:latin typeface="Arial"/>
                <a:ea typeface="Microsoft YaHei"/>
              </a:rPr>
              <a:t>outbox</a:t>
            </a:r>
          </a:p>
        </p:txBody>
      </p:sp>
      <p:sp>
        <p:nvSpPr>
          <p:cNvPr id="76" name="Rounded Rectangle 75"/>
          <p:cNvSpPr/>
          <p:nvPr/>
        </p:nvSpPr>
        <p:spPr>
          <a:xfrm>
            <a:off x="5143500" y="4143375"/>
            <a:ext cx="6524625" cy="1933575"/>
          </a:xfrm>
          <a:prstGeom prst="roundRect">
            <a:avLst>
              <a:gd name="adj" fmla="val 5418"/>
            </a:avLst>
          </a:prstGeom>
          <a:solidFill>
            <a:srgbClr val="FFFFFF"/>
          </a:solidFill>
          <a:ln w="11429">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267325" y="4238625"/>
            <a:ext cx="5003713" cy="266700"/>
          </a:xfrm>
          <a:prstGeom prst="rect">
            <a:avLst/>
          </a:prstGeom>
          <a:noFill/>
        </p:spPr>
        <p:txBody>
          <a:bodyPr wrap="none" lIns="0" rIns="0" tIns="0" bIns="0">
            <a:spAutoFit/>
          </a:bodyPr>
          <a:lstStyle/>
          <a:p>
            <a:pPr>
              <a:lnSpc>
                <a:spcPts val="2025"/>
              </a:lnSpc>
              <a:spcBef>
                <a:spcPts val="0"/>
              </a:spcBef>
              <a:spcAft>
                <a:spcPts val="0"/>
              </a:spcAft>
            </a:pPr>
            <a:r>
              <a:rPr sz="1500" b="1">
                <a:solidFill>
                  <a:srgbClr val="168D9D"/>
                </a:solidFill>
                <a:latin typeface="Arial"/>
                <a:ea typeface="Microsoft YaHei"/>
              </a:rPr>
              <a:t>PC</a:t>
            </a:r>
            <a:r>
              <a:rPr sz="1500" b="1">
                <a:solidFill>
                  <a:srgbClr val="168D9D"/>
                </a:solidFill>
                <a:latin typeface="Microsoft YaHei"/>
                <a:ea typeface="Microsoft YaHei"/>
              </a:rPr>
              <a:t> </a:t>
            </a:r>
            <a:r>
              <a:rPr sz="1500" b="1">
                <a:solidFill>
                  <a:srgbClr val="168D9D"/>
                </a:solidFill>
                <a:latin typeface="Arial"/>
                <a:ea typeface="Microsoft YaHei"/>
              </a:rPr>
              <a:t>B</a:t>
            </a:r>
            <a:r>
              <a:rPr sz="1500" b="1">
                <a:solidFill>
                  <a:srgbClr val="168D9D"/>
                </a:solidFill>
                <a:latin typeface="Microsoft YaHei"/>
                <a:ea typeface="Microsoft YaHei"/>
              </a:rPr>
              <a:t> </a:t>
            </a:r>
            <a:r>
              <a:rPr sz="1500" b="1">
                <a:solidFill>
                  <a:srgbClr val="168D9D"/>
                </a:solidFill>
                <a:latin typeface="Arial"/>
                <a:ea typeface="Microsoft YaHei"/>
              </a:rPr>
              <a:t>agent:</a:t>
            </a:r>
            <a:r>
              <a:rPr sz="1500" b="1">
                <a:solidFill>
                  <a:srgbClr val="168D9D"/>
                </a:solidFill>
                <a:latin typeface="Microsoft YaHei"/>
                <a:ea typeface="Microsoft YaHei"/>
              </a:rPr>
              <a:t> </a:t>
            </a:r>
            <a:r>
              <a:rPr sz="1500" b="1">
                <a:solidFill>
                  <a:srgbClr val="168D9D"/>
                </a:solidFill>
                <a:latin typeface="Arial"/>
                <a:ea typeface="Microsoft YaHei"/>
              </a:rPr>
              <a:t>environment,</a:t>
            </a:r>
            <a:r>
              <a:rPr sz="1500" b="1">
                <a:solidFill>
                  <a:srgbClr val="168D9D"/>
                </a:solidFill>
                <a:latin typeface="Microsoft YaHei"/>
                <a:ea typeface="Microsoft YaHei"/>
              </a:rPr>
              <a:t> </a:t>
            </a:r>
            <a:r>
              <a:rPr sz="1500" b="1">
                <a:solidFill>
                  <a:srgbClr val="168D9D"/>
                </a:solidFill>
                <a:latin typeface="Arial"/>
                <a:ea typeface="Microsoft YaHei"/>
              </a:rPr>
              <a:t>transport</a:t>
            </a:r>
            <a:r>
              <a:rPr sz="1500" b="1">
                <a:solidFill>
                  <a:srgbClr val="168D9D"/>
                </a:solidFill>
                <a:latin typeface="Microsoft YaHei"/>
                <a:ea typeface="Microsoft YaHei"/>
              </a:rPr>
              <a:t> </a:t>
            </a:r>
            <a:r>
              <a:rPr sz="1500" b="1">
                <a:solidFill>
                  <a:srgbClr val="168D9D"/>
                </a:solidFill>
                <a:latin typeface="Arial"/>
                <a:ea typeface="Microsoft YaHei"/>
              </a:rPr>
              <a:t>and</a:t>
            </a:r>
            <a:r>
              <a:rPr sz="1500" b="1">
                <a:solidFill>
                  <a:srgbClr val="168D9D"/>
                </a:solidFill>
                <a:latin typeface="Microsoft YaHei"/>
                <a:ea typeface="Microsoft YaHei"/>
              </a:rPr>
              <a:t> </a:t>
            </a:r>
            <a:r>
              <a:rPr sz="1500" b="1">
                <a:solidFill>
                  <a:srgbClr val="168D9D"/>
                </a:solidFill>
                <a:latin typeface="Arial"/>
                <a:ea typeface="Microsoft YaHei"/>
              </a:rPr>
              <a:t>optics</a:t>
            </a:r>
          </a:p>
        </p:txBody>
      </p:sp>
      <p:sp>
        <p:nvSpPr>
          <p:cNvPr id="78" name="TextBox 77"/>
          <p:cNvSpPr txBox="1"/>
          <p:nvPr/>
        </p:nvSpPr>
        <p:spPr>
          <a:xfrm>
            <a:off x="5295900" y="4524375"/>
            <a:ext cx="4619848"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23364D"/>
                </a:solidFill>
                <a:latin typeface="Arial"/>
                <a:ea typeface="Microsoft YaHei"/>
              </a:rPr>
              <a:t>Persistent</a:t>
            </a:r>
            <a:r>
              <a:rPr sz="1200" b="0">
                <a:solidFill>
                  <a:srgbClr val="23364D"/>
                </a:solidFill>
                <a:latin typeface="Microsoft YaHei"/>
                <a:ea typeface="Microsoft YaHei"/>
              </a:rPr>
              <a:t> </a:t>
            </a:r>
            <a:r>
              <a:rPr sz="1200" b="0">
                <a:solidFill>
                  <a:srgbClr val="23364D"/>
                </a:solidFill>
                <a:latin typeface="Arial"/>
                <a:ea typeface="Microsoft YaHei"/>
              </a:rPr>
              <a:t>sessions</a:t>
            </a:r>
            <a:r>
              <a:rPr sz="1200" b="0">
                <a:solidFill>
                  <a:srgbClr val="23364D"/>
                </a:solidFill>
                <a:latin typeface="Microsoft YaHei"/>
                <a:ea typeface="Microsoft YaHei"/>
              </a:rPr>
              <a:t> </a:t>
            </a:r>
            <a:r>
              <a:rPr sz="1200" b="0">
                <a:solidFill>
                  <a:srgbClr val="23364D"/>
                </a:solidFill>
                <a:latin typeface="Arial"/>
                <a:ea typeface="Microsoft YaHei"/>
              </a:rPr>
              <a:t>/</a:t>
            </a:r>
            <a:r>
              <a:rPr sz="1200" b="0">
                <a:solidFill>
                  <a:srgbClr val="23364D"/>
                </a:solidFill>
                <a:latin typeface="Microsoft YaHei"/>
                <a:ea typeface="Microsoft YaHei"/>
              </a:rPr>
              <a:t> </a:t>
            </a:r>
            <a:r>
              <a:rPr sz="1200" b="0">
                <a:solidFill>
                  <a:srgbClr val="23364D"/>
                </a:solidFill>
                <a:latin typeface="Arial"/>
                <a:ea typeface="Microsoft YaHei"/>
              </a:rPr>
              <a:t>drivers</a:t>
            </a:r>
            <a:r>
              <a:rPr sz="1200" b="0">
                <a:solidFill>
                  <a:srgbClr val="23364D"/>
                </a:solidFill>
                <a:latin typeface="Microsoft YaHei"/>
                <a:ea typeface="Microsoft YaHei"/>
              </a:rPr>
              <a:t> </a:t>
            </a:r>
            <a:r>
              <a:rPr sz="1200" b="0">
                <a:solidFill>
                  <a:srgbClr val="23364D"/>
                </a:solidFill>
                <a:latin typeface="Arial"/>
                <a:ea typeface="Microsoft YaHei"/>
              </a:rPr>
              <a:t>/</a:t>
            </a:r>
            <a:r>
              <a:rPr sz="1200" b="0">
                <a:solidFill>
                  <a:srgbClr val="23364D"/>
                </a:solidFill>
                <a:latin typeface="Microsoft YaHei"/>
                <a:ea typeface="Microsoft YaHei"/>
              </a:rPr>
              <a:t> </a:t>
            </a:r>
            <a:r>
              <a:rPr sz="1200" b="0">
                <a:solidFill>
                  <a:srgbClr val="23364D"/>
                </a:solidFill>
                <a:latin typeface="Arial"/>
                <a:ea typeface="Microsoft YaHei"/>
              </a:rPr>
              <a:t>local</a:t>
            </a:r>
            <a:r>
              <a:rPr sz="1200" b="0">
                <a:solidFill>
                  <a:srgbClr val="23364D"/>
                </a:solidFill>
                <a:latin typeface="Microsoft YaHei"/>
                <a:ea typeface="Microsoft YaHei"/>
              </a:rPr>
              <a:t> </a:t>
            </a:r>
            <a:r>
              <a:rPr sz="1200" b="0">
                <a:solidFill>
                  <a:srgbClr val="23364D"/>
                </a:solidFill>
                <a:latin typeface="Arial"/>
                <a:ea typeface="Microsoft YaHei"/>
              </a:rPr>
              <a:t>watchdog</a:t>
            </a:r>
            <a:r>
              <a:rPr sz="1200" b="0">
                <a:solidFill>
                  <a:srgbClr val="23364D"/>
                </a:solidFill>
                <a:latin typeface="Microsoft YaHei"/>
                <a:ea typeface="Microsoft YaHei"/>
              </a:rPr>
              <a:t> </a:t>
            </a:r>
            <a:r>
              <a:rPr sz="1200" b="0">
                <a:solidFill>
                  <a:srgbClr val="23364D"/>
                </a:solidFill>
                <a:latin typeface="Arial"/>
                <a:ea typeface="Microsoft YaHei"/>
              </a:rPr>
              <a:t>/</a:t>
            </a:r>
            <a:r>
              <a:rPr sz="1200" b="0">
                <a:solidFill>
                  <a:srgbClr val="23364D"/>
                </a:solidFill>
                <a:latin typeface="Microsoft YaHei"/>
                <a:ea typeface="Microsoft YaHei"/>
              </a:rPr>
              <a:t> </a:t>
            </a:r>
            <a:r>
              <a:rPr sz="1200" b="0">
                <a:solidFill>
                  <a:srgbClr val="23364D"/>
                </a:solidFill>
                <a:latin typeface="Arial"/>
                <a:ea typeface="Microsoft YaHei"/>
              </a:rPr>
              <a:t>artifact</a:t>
            </a:r>
            <a:r>
              <a:rPr sz="1200" b="0">
                <a:solidFill>
                  <a:srgbClr val="23364D"/>
                </a:solidFill>
                <a:latin typeface="Microsoft YaHei"/>
                <a:ea typeface="Microsoft YaHei"/>
              </a:rPr>
              <a:t> </a:t>
            </a:r>
            <a:r>
              <a:rPr sz="1200" b="0">
                <a:solidFill>
                  <a:srgbClr val="23364D"/>
                </a:solidFill>
                <a:latin typeface="Arial"/>
                <a:ea typeface="Microsoft YaHei"/>
              </a:rPr>
              <a:t>cache</a:t>
            </a:r>
          </a:p>
        </p:txBody>
      </p:sp>
      <p:sp>
        <p:nvSpPr>
          <p:cNvPr id="79" name="Rounded Rectangle 78"/>
          <p:cNvSpPr/>
          <p:nvPr/>
        </p:nvSpPr>
        <p:spPr>
          <a:xfrm>
            <a:off x="5314950" y="4838700"/>
            <a:ext cx="1419225" cy="866775"/>
          </a:xfrm>
          <a:prstGeom prst="roundRect">
            <a:avLst>
              <a:gd name="adj" fmla="val 7692"/>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410200" y="4905375"/>
            <a:ext cx="827870"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168D9D"/>
                </a:solidFill>
                <a:latin typeface="Arial"/>
                <a:ea typeface="Microsoft YaHei"/>
              </a:rPr>
              <a:t>attoDRY</a:t>
            </a:r>
          </a:p>
        </p:txBody>
      </p:sp>
      <p:sp>
        <p:nvSpPr>
          <p:cNvPr id="81" name="Rounded Rectangle 80"/>
          <p:cNvSpPr/>
          <p:nvPr/>
        </p:nvSpPr>
        <p:spPr>
          <a:xfrm>
            <a:off x="5410200" y="5210175"/>
            <a:ext cx="904875" cy="228600"/>
          </a:xfrm>
          <a:prstGeom prst="roundRect">
            <a:avLst>
              <a:gd name="adj" fmla="val 12500"/>
            </a:avLst>
          </a:prstGeom>
          <a:solidFill>
            <a:srgbClr val="F5F8FC"/>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467350" y="5248275"/>
            <a:ext cx="689399" cy="173354"/>
          </a:xfrm>
          <a:prstGeom prst="rect">
            <a:avLst/>
          </a:prstGeom>
          <a:noFill/>
        </p:spPr>
        <p:txBody>
          <a:bodyPr wrap="none" lIns="0" rIns="0" tIns="0" bIns="0">
            <a:spAutoFit/>
          </a:bodyPr>
          <a:lstStyle/>
          <a:p>
            <a:pPr>
              <a:lnSpc>
                <a:spcPts val="1316"/>
              </a:lnSpc>
              <a:spcBef>
                <a:spcPts val="0"/>
              </a:spcBef>
              <a:spcAft>
                <a:spcPts val="0"/>
              </a:spcAft>
            </a:pPr>
            <a:r>
              <a:rPr sz="975" b="0">
                <a:solidFill>
                  <a:srgbClr val="23364D"/>
                </a:solidFill>
                <a:latin typeface="Arial"/>
                <a:ea typeface="Microsoft YaHei"/>
              </a:rPr>
              <a:t>T</a:t>
            </a:r>
            <a:r>
              <a:rPr sz="975" b="0">
                <a:solidFill>
                  <a:srgbClr val="23364D"/>
                </a:solidFill>
                <a:latin typeface="Microsoft YaHei"/>
                <a:ea typeface="Microsoft YaHei"/>
              </a:rPr>
              <a:t> </a:t>
            </a:r>
            <a:r>
              <a:rPr sz="975" b="0">
                <a:solidFill>
                  <a:srgbClr val="23364D"/>
                </a:solidFill>
                <a:latin typeface="Arial"/>
                <a:ea typeface="Microsoft YaHei"/>
              </a:rPr>
              <a:t>/</a:t>
            </a:r>
            <a:r>
              <a:rPr sz="975" b="0">
                <a:solidFill>
                  <a:srgbClr val="23364D"/>
                </a:solidFill>
                <a:latin typeface="Microsoft YaHei"/>
                <a:ea typeface="Microsoft YaHei"/>
              </a:rPr>
              <a:t> </a:t>
            </a:r>
            <a:r>
              <a:rPr sz="975" b="0">
                <a:solidFill>
                  <a:srgbClr val="23364D"/>
                </a:solidFill>
                <a:latin typeface="Arial"/>
                <a:ea typeface="Microsoft YaHei"/>
              </a:rPr>
              <a:t>B</a:t>
            </a:r>
            <a:r>
              <a:rPr sz="975" b="0">
                <a:solidFill>
                  <a:srgbClr val="23364D"/>
                </a:solidFill>
                <a:latin typeface="Microsoft YaHei"/>
                <a:ea typeface="Microsoft YaHei"/>
              </a:rPr>
              <a:t> </a:t>
            </a:r>
            <a:r>
              <a:rPr sz="975" b="0">
                <a:solidFill>
                  <a:srgbClr val="23364D"/>
                </a:solidFill>
                <a:latin typeface="Arial"/>
                <a:ea typeface="Microsoft YaHei"/>
              </a:rPr>
              <a:t>state</a:t>
            </a:r>
          </a:p>
        </p:txBody>
      </p:sp>
      <p:sp>
        <p:nvSpPr>
          <p:cNvPr id="83" name="Oval 82"/>
          <p:cNvSpPr/>
          <p:nvPr/>
        </p:nvSpPr>
        <p:spPr>
          <a:xfrm>
            <a:off x="6429375" y="5238750"/>
            <a:ext cx="171450" cy="171450"/>
          </a:xfrm>
          <a:prstGeom prst="ellipse">
            <a:avLst/>
          </a:prstGeom>
          <a:solidFill>
            <a:srgbClr val="EDF3FC"/>
          </a:solidFill>
          <a:ln w="11429">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6477000" y="5524500"/>
            <a:ext cx="76200" cy="7620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5993130" y="5559742"/>
            <a:ext cx="62864" cy="62864"/>
          </a:xfrm>
          <a:prstGeom prst="ellipse">
            <a:avLst/>
          </a:pr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950227" y="5734050"/>
            <a:ext cx="224869"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I/O</a:t>
            </a:r>
          </a:p>
        </p:txBody>
      </p:sp>
      <p:sp>
        <p:nvSpPr>
          <p:cNvPr id="87" name="Rounded Rectangle 86"/>
          <p:cNvSpPr/>
          <p:nvPr/>
        </p:nvSpPr>
        <p:spPr>
          <a:xfrm>
            <a:off x="6905625" y="4838700"/>
            <a:ext cx="1419225" cy="866775"/>
          </a:xfrm>
          <a:prstGeom prst="roundRect">
            <a:avLst>
              <a:gd name="adj" fmla="val 7692"/>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000875" y="4905375"/>
            <a:ext cx="1231338"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168D9D"/>
                </a:solidFill>
                <a:latin typeface="Arial"/>
                <a:ea typeface="Microsoft YaHei"/>
              </a:rPr>
              <a:t>Transport</a:t>
            </a:r>
            <a:r>
              <a:rPr sz="1275" b="1">
                <a:solidFill>
                  <a:srgbClr val="168D9D"/>
                </a:solidFill>
                <a:latin typeface="Microsoft YaHei"/>
                <a:ea typeface="Microsoft YaHei"/>
              </a:rPr>
              <a:t> </a:t>
            </a:r>
            <a:r>
              <a:rPr sz="1275" b="1">
                <a:solidFill>
                  <a:srgbClr val="168D9D"/>
                </a:solidFill>
                <a:latin typeface="Arial"/>
                <a:ea typeface="Microsoft YaHei"/>
              </a:rPr>
              <a:t>x2</a:t>
            </a:r>
          </a:p>
        </p:txBody>
      </p:sp>
      <p:sp>
        <p:nvSpPr>
          <p:cNvPr id="89" name="Rounded Rectangle 88"/>
          <p:cNvSpPr/>
          <p:nvPr/>
        </p:nvSpPr>
        <p:spPr>
          <a:xfrm>
            <a:off x="7000875" y="5210175"/>
            <a:ext cx="904875" cy="228600"/>
          </a:xfrm>
          <a:prstGeom prst="roundRect">
            <a:avLst>
              <a:gd name="adj" fmla="val 12500"/>
            </a:avLst>
          </a:prstGeom>
          <a:solidFill>
            <a:srgbClr val="F5F8FC"/>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058025" y="5248275"/>
            <a:ext cx="645262" cy="173354"/>
          </a:xfrm>
          <a:prstGeom prst="rect">
            <a:avLst/>
          </a:prstGeom>
          <a:noFill/>
        </p:spPr>
        <p:txBody>
          <a:bodyPr wrap="none" lIns="0" rIns="0" tIns="0" bIns="0">
            <a:spAutoFit/>
          </a:bodyPr>
          <a:lstStyle/>
          <a:p>
            <a:pPr>
              <a:lnSpc>
                <a:spcPts val="1316"/>
              </a:lnSpc>
              <a:spcBef>
                <a:spcPts val="0"/>
              </a:spcBef>
              <a:spcAft>
                <a:spcPts val="0"/>
              </a:spcAft>
            </a:pPr>
            <a:r>
              <a:rPr sz="975" b="0">
                <a:solidFill>
                  <a:srgbClr val="23364D"/>
                </a:solidFill>
                <a:latin typeface="Arial"/>
                <a:ea typeface="Microsoft YaHei"/>
              </a:rPr>
              <a:t>Vxx</a:t>
            </a:r>
            <a:r>
              <a:rPr sz="975" b="0">
                <a:solidFill>
                  <a:srgbClr val="23364D"/>
                </a:solidFill>
                <a:latin typeface="Microsoft YaHei"/>
                <a:ea typeface="Microsoft YaHei"/>
              </a:rPr>
              <a:t> </a:t>
            </a:r>
            <a:r>
              <a:rPr sz="975" b="0">
                <a:solidFill>
                  <a:srgbClr val="23364D"/>
                </a:solidFill>
                <a:latin typeface="Arial"/>
                <a:ea typeface="Microsoft YaHei"/>
              </a:rPr>
              <a:t>/</a:t>
            </a:r>
            <a:r>
              <a:rPr sz="975" b="0">
                <a:solidFill>
                  <a:srgbClr val="23364D"/>
                </a:solidFill>
                <a:latin typeface="Microsoft YaHei"/>
                <a:ea typeface="Microsoft YaHei"/>
              </a:rPr>
              <a:t> </a:t>
            </a:r>
            <a:r>
              <a:rPr sz="975" b="0">
                <a:solidFill>
                  <a:srgbClr val="23364D"/>
                </a:solidFill>
                <a:latin typeface="Arial"/>
                <a:ea typeface="Microsoft YaHei"/>
              </a:rPr>
              <a:t>Vxy</a:t>
            </a:r>
          </a:p>
        </p:txBody>
      </p:sp>
      <p:sp>
        <p:nvSpPr>
          <p:cNvPr id="91" name="Oval 90"/>
          <p:cNvSpPr/>
          <p:nvPr/>
        </p:nvSpPr>
        <p:spPr>
          <a:xfrm>
            <a:off x="8020050" y="5238750"/>
            <a:ext cx="171450" cy="171450"/>
          </a:xfrm>
          <a:prstGeom prst="ellipse">
            <a:avLst/>
          </a:prstGeom>
          <a:solidFill>
            <a:srgbClr val="EDF3FC"/>
          </a:solidFill>
          <a:ln w="11429">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8067675" y="5524500"/>
            <a:ext cx="76200" cy="7620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7583805" y="5559742"/>
            <a:ext cx="62864" cy="62864"/>
          </a:xfrm>
          <a:prstGeom prst="ellipse">
            <a:avLst/>
          </a:pr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540902" y="5734050"/>
            <a:ext cx="224869"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I/O</a:t>
            </a:r>
          </a:p>
        </p:txBody>
      </p:sp>
      <p:sp>
        <p:nvSpPr>
          <p:cNvPr id="95" name="Rounded Rectangle 94"/>
          <p:cNvSpPr/>
          <p:nvPr/>
        </p:nvSpPr>
        <p:spPr>
          <a:xfrm>
            <a:off x="8496300" y="4838700"/>
            <a:ext cx="1419225" cy="866775"/>
          </a:xfrm>
          <a:prstGeom prst="roundRect">
            <a:avLst>
              <a:gd name="adj" fmla="val 7692"/>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591550" y="4905375"/>
            <a:ext cx="1257113"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168D9D"/>
                </a:solidFill>
                <a:latin typeface="Arial"/>
                <a:ea typeface="Microsoft YaHei"/>
              </a:rPr>
              <a:t>Optical</a:t>
            </a:r>
            <a:r>
              <a:rPr sz="1275" b="1">
                <a:solidFill>
                  <a:srgbClr val="168D9D"/>
                </a:solidFill>
                <a:latin typeface="Microsoft YaHei"/>
                <a:ea typeface="Microsoft YaHei"/>
              </a:rPr>
              <a:t> </a:t>
            </a:r>
            <a:r>
              <a:rPr sz="1275" b="1">
                <a:solidFill>
                  <a:srgbClr val="168D9D"/>
                </a:solidFill>
                <a:latin typeface="Arial"/>
                <a:ea typeface="Microsoft YaHei"/>
              </a:rPr>
              <a:t>chain</a:t>
            </a:r>
          </a:p>
        </p:txBody>
      </p:sp>
      <p:sp>
        <p:nvSpPr>
          <p:cNvPr id="97" name="Rounded Rectangle 96"/>
          <p:cNvSpPr/>
          <p:nvPr/>
        </p:nvSpPr>
        <p:spPr>
          <a:xfrm>
            <a:off x="8591550" y="5210175"/>
            <a:ext cx="904875" cy="228600"/>
          </a:xfrm>
          <a:prstGeom prst="roundRect">
            <a:avLst>
              <a:gd name="adj" fmla="val 12500"/>
            </a:avLst>
          </a:prstGeom>
          <a:solidFill>
            <a:srgbClr val="F5F8FC"/>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648700" y="5248275"/>
            <a:ext cx="654634" cy="173354"/>
          </a:xfrm>
          <a:prstGeom prst="rect">
            <a:avLst/>
          </a:prstGeom>
          <a:noFill/>
        </p:spPr>
        <p:txBody>
          <a:bodyPr wrap="none" lIns="0" rIns="0" tIns="0" bIns="0">
            <a:spAutoFit/>
          </a:bodyPr>
          <a:lstStyle/>
          <a:p>
            <a:pPr>
              <a:lnSpc>
                <a:spcPts val="1316"/>
              </a:lnSpc>
              <a:spcBef>
                <a:spcPts val="0"/>
              </a:spcBef>
              <a:spcAft>
                <a:spcPts val="0"/>
              </a:spcAft>
            </a:pPr>
            <a:r>
              <a:rPr sz="975" b="0">
                <a:solidFill>
                  <a:srgbClr val="23364D"/>
                </a:solidFill>
                <a:latin typeface="Arial"/>
                <a:ea typeface="Microsoft YaHei"/>
              </a:rPr>
              <a:t>PD</a:t>
            </a:r>
            <a:r>
              <a:rPr sz="975" b="0">
                <a:solidFill>
                  <a:srgbClr val="23364D"/>
                </a:solidFill>
                <a:latin typeface="Microsoft YaHei"/>
                <a:ea typeface="Microsoft YaHei"/>
              </a:rPr>
              <a:t> </a:t>
            </a:r>
            <a:r>
              <a:rPr sz="975" b="0">
                <a:solidFill>
                  <a:srgbClr val="23364D"/>
                </a:solidFill>
                <a:latin typeface="Arial"/>
                <a:ea typeface="Microsoft YaHei"/>
              </a:rPr>
              <a:t>/</a:t>
            </a:r>
            <a:r>
              <a:rPr sz="975" b="0">
                <a:solidFill>
                  <a:srgbClr val="23364D"/>
                </a:solidFill>
                <a:latin typeface="Microsoft YaHei"/>
                <a:ea typeface="Microsoft YaHei"/>
              </a:rPr>
              <a:t> </a:t>
            </a:r>
            <a:r>
              <a:rPr sz="975" b="0">
                <a:solidFill>
                  <a:srgbClr val="23364D"/>
                </a:solidFill>
                <a:latin typeface="Arial"/>
                <a:ea typeface="Microsoft YaHei"/>
              </a:rPr>
              <a:t>laser</a:t>
            </a:r>
          </a:p>
        </p:txBody>
      </p:sp>
      <p:sp>
        <p:nvSpPr>
          <p:cNvPr id="99" name="Oval 98"/>
          <p:cNvSpPr/>
          <p:nvPr/>
        </p:nvSpPr>
        <p:spPr>
          <a:xfrm>
            <a:off x="9610725" y="5238750"/>
            <a:ext cx="171450" cy="171450"/>
          </a:xfrm>
          <a:prstGeom prst="ellipse">
            <a:avLst/>
          </a:prstGeom>
          <a:solidFill>
            <a:srgbClr val="EDF3FC"/>
          </a:solidFill>
          <a:ln w="11429">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9658350" y="5524500"/>
            <a:ext cx="76200" cy="7620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9174480" y="5559742"/>
            <a:ext cx="62864" cy="62864"/>
          </a:xfrm>
          <a:prstGeom prst="ellipse">
            <a:avLst/>
          </a:pr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9131577" y="5734050"/>
            <a:ext cx="224869"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I/O</a:t>
            </a:r>
          </a:p>
        </p:txBody>
      </p:sp>
      <p:sp>
        <p:nvSpPr>
          <p:cNvPr id="103" name="Rounded Rectangle 102"/>
          <p:cNvSpPr/>
          <p:nvPr/>
        </p:nvSpPr>
        <p:spPr>
          <a:xfrm>
            <a:off x="10086975" y="4838700"/>
            <a:ext cx="1419225" cy="866775"/>
          </a:xfrm>
          <a:prstGeom prst="roundRect">
            <a:avLst>
              <a:gd name="adj" fmla="val 7692"/>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10182225" y="4905375"/>
            <a:ext cx="1070204"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168D9D"/>
                </a:solidFill>
                <a:latin typeface="Arial"/>
                <a:ea typeface="Microsoft YaHei"/>
              </a:rPr>
              <a:t>Gate</a:t>
            </a:r>
            <a:r>
              <a:rPr sz="1275" b="1">
                <a:solidFill>
                  <a:srgbClr val="168D9D"/>
                </a:solidFill>
                <a:latin typeface="Microsoft YaHei"/>
                <a:ea typeface="Microsoft YaHei"/>
              </a:rPr>
              <a:t> </a:t>
            </a:r>
            <a:r>
              <a:rPr sz="1275" b="1">
                <a:solidFill>
                  <a:srgbClr val="168D9D"/>
                </a:solidFill>
                <a:latin typeface="Arial"/>
                <a:ea typeface="Microsoft YaHei"/>
              </a:rPr>
              <a:t>+</a:t>
            </a:r>
            <a:r>
              <a:rPr sz="1275" b="1">
                <a:solidFill>
                  <a:srgbClr val="168D9D"/>
                </a:solidFill>
                <a:latin typeface="Microsoft YaHei"/>
                <a:ea typeface="Microsoft YaHei"/>
              </a:rPr>
              <a:t> </a:t>
            </a:r>
            <a:r>
              <a:rPr sz="1275" b="1">
                <a:solidFill>
                  <a:srgbClr val="168D9D"/>
                </a:solidFill>
                <a:latin typeface="Arial"/>
                <a:ea typeface="Microsoft YaHei"/>
              </a:rPr>
              <a:t>pol.</a:t>
            </a:r>
          </a:p>
        </p:txBody>
      </p:sp>
      <p:sp>
        <p:nvSpPr>
          <p:cNvPr id="105" name="Rounded Rectangle 104"/>
          <p:cNvSpPr/>
          <p:nvPr/>
        </p:nvSpPr>
        <p:spPr>
          <a:xfrm>
            <a:off x="10182225" y="5210175"/>
            <a:ext cx="904875" cy="228600"/>
          </a:xfrm>
          <a:prstGeom prst="roundRect">
            <a:avLst>
              <a:gd name="adj" fmla="val 12500"/>
            </a:avLst>
          </a:prstGeom>
          <a:solidFill>
            <a:srgbClr val="F5F8FC"/>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0239375" y="5248275"/>
            <a:ext cx="808434"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23364D"/>
                </a:solidFill>
                <a:latin typeface="Arial"/>
                <a:ea typeface="Microsoft YaHei"/>
              </a:rPr>
              <a:t>2400</a:t>
            </a:r>
            <a:r>
              <a:rPr sz="900" b="0">
                <a:solidFill>
                  <a:srgbClr val="23364D"/>
                </a:solidFill>
                <a:latin typeface="Microsoft YaHei"/>
                <a:ea typeface="Microsoft YaHei"/>
              </a:rPr>
              <a:t> </a:t>
            </a:r>
            <a:r>
              <a:rPr sz="900" b="0">
                <a:solidFill>
                  <a:srgbClr val="23364D"/>
                </a:solidFill>
                <a:latin typeface="Arial"/>
                <a:ea typeface="Microsoft YaHei"/>
              </a:rPr>
              <a:t>/</a:t>
            </a:r>
            <a:r>
              <a:rPr sz="900" b="0">
                <a:solidFill>
                  <a:srgbClr val="23364D"/>
                </a:solidFill>
                <a:latin typeface="Microsoft YaHei"/>
                <a:ea typeface="Microsoft YaHei"/>
              </a:rPr>
              <a:t> </a:t>
            </a:r>
            <a:r>
              <a:rPr sz="900" b="0">
                <a:solidFill>
                  <a:srgbClr val="23364D"/>
                </a:solidFill>
                <a:latin typeface="Arial"/>
                <a:ea typeface="Microsoft YaHei"/>
              </a:rPr>
              <a:t>motor</a:t>
            </a:r>
          </a:p>
        </p:txBody>
      </p:sp>
      <p:sp>
        <p:nvSpPr>
          <p:cNvPr id="107" name="Oval 106"/>
          <p:cNvSpPr/>
          <p:nvPr/>
        </p:nvSpPr>
        <p:spPr>
          <a:xfrm>
            <a:off x="11201400" y="5238750"/>
            <a:ext cx="171450" cy="171450"/>
          </a:xfrm>
          <a:prstGeom prst="ellipse">
            <a:avLst/>
          </a:prstGeom>
          <a:solidFill>
            <a:srgbClr val="EDF3FC"/>
          </a:solidFill>
          <a:ln w="11429">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11249025" y="5524500"/>
            <a:ext cx="76200" cy="7620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10765155" y="5559742"/>
            <a:ext cx="62864" cy="62864"/>
          </a:xfrm>
          <a:prstGeom prst="ellipse">
            <a:avLst/>
          </a:pr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0722252" y="5734050"/>
            <a:ext cx="224869"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I/O</a:t>
            </a:r>
          </a:p>
        </p:txBody>
      </p:sp>
      <p:sp>
        <p:nvSpPr>
          <p:cNvPr id="111" name="TextBox 110"/>
          <p:cNvSpPr txBox="1"/>
          <p:nvPr/>
        </p:nvSpPr>
        <p:spPr>
          <a:xfrm>
            <a:off x="5314950" y="5905500"/>
            <a:ext cx="4883162" cy="200025"/>
          </a:xfrm>
          <a:prstGeom prst="rect">
            <a:avLst/>
          </a:prstGeom>
          <a:noFill/>
        </p:spPr>
        <p:txBody>
          <a:bodyPr wrap="none" lIns="0" rIns="0" tIns="0" bIns="0">
            <a:spAutoFit/>
          </a:bodyPr>
          <a:lstStyle/>
          <a:p>
            <a:pPr>
              <a:lnSpc>
                <a:spcPts val="1518"/>
              </a:lnSpc>
              <a:spcBef>
                <a:spcPts val="0"/>
              </a:spcBef>
              <a:spcAft>
                <a:spcPts val="0"/>
              </a:spcAft>
            </a:pPr>
            <a:r>
              <a:rPr sz="1125" b="1">
                <a:solidFill>
                  <a:srgbClr val="278565"/>
                </a:solidFill>
                <a:latin typeface="Arial"/>
                <a:ea typeface="Microsoft YaHei"/>
              </a:rPr>
              <a:t>BVPE</a:t>
            </a:r>
            <a:r>
              <a:rPr sz="1125" b="1">
                <a:solidFill>
                  <a:srgbClr val="278565"/>
                </a:solidFill>
                <a:latin typeface="Microsoft YaHei"/>
                <a:ea typeface="Microsoft YaHei"/>
              </a:rPr>
              <a:t> </a:t>
            </a:r>
            <a:r>
              <a:rPr sz="1125" b="1">
                <a:solidFill>
                  <a:srgbClr val="278565"/>
                </a:solidFill>
                <a:latin typeface="Arial"/>
                <a:ea typeface="Microsoft YaHei"/>
              </a:rPr>
              <a:t>lock-in</a:t>
            </a:r>
            <a:r>
              <a:rPr sz="1125" b="1">
                <a:solidFill>
                  <a:srgbClr val="278565"/>
                </a:solidFill>
                <a:latin typeface="Microsoft YaHei"/>
                <a:ea typeface="Microsoft YaHei"/>
              </a:rPr>
              <a:t> </a:t>
            </a:r>
            <a:r>
              <a:rPr sz="1125" b="1">
                <a:solidFill>
                  <a:srgbClr val="278565"/>
                </a:solidFill>
                <a:latin typeface="Arial"/>
                <a:ea typeface="Microsoft YaHei"/>
              </a:rPr>
              <a:t>+</a:t>
            </a:r>
            <a:r>
              <a:rPr sz="1125" b="1">
                <a:solidFill>
                  <a:srgbClr val="278565"/>
                </a:solidFill>
                <a:latin typeface="Microsoft YaHei"/>
                <a:ea typeface="Microsoft YaHei"/>
              </a:rPr>
              <a:t> </a:t>
            </a:r>
            <a:r>
              <a:rPr sz="1125" b="1">
                <a:solidFill>
                  <a:srgbClr val="278565"/>
                </a:solidFill>
                <a:latin typeface="Arial"/>
                <a:ea typeface="Microsoft YaHei"/>
              </a:rPr>
              <a:t>CLD1000</a:t>
            </a:r>
            <a:r>
              <a:rPr sz="1125" b="1">
                <a:solidFill>
                  <a:srgbClr val="278565"/>
                </a:solidFill>
                <a:latin typeface="Microsoft YaHei"/>
                <a:ea typeface="Microsoft YaHei"/>
              </a:rPr>
              <a:t> </a:t>
            </a:r>
            <a:r>
              <a:rPr sz="1125" b="1">
                <a:solidFill>
                  <a:srgbClr val="278565"/>
                </a:solidFill>
                <a:latin typeface="Arial"/>
                <a:ea typeface="Microsoft YaHei"/>
              </a:rPr>
              <a:t>+</a:t>
            </a:r>
            <a:r>
              <a:rPr sz="1125" b="1">
                <a:solidFill>
                  <a:srgbClr val="278565"/>
                </a:solidFill>
                <a:latin typeface="Microsoft YaHei"/>
                <a:ea typeface="Microsoft YaHei"/>
              </a:rPr>
              <a:t> </a:t>
            </a:r>
            <a:r>
              <a:rPr sz="1125" b="1">
                <a:solidFill>
                  <a:srgbClr val="278565"/>
                </a:solidFill>
                <a:latin typeface="Arial"/>
                <a:ea typeface="Microsoft YaHei"/>
              </a:rPr>
              <a:t>power</a:t>
            </a:r>
            <a:r>
              <a:rPr sz="1125" b="1">
                <a:solidFill>
                  <a:srgbClr val="278565"/>
                </a:solidFill>
                <a:latin typeface="Microsoft YaHei"/>
                <a:ea typeface="Microsoft YaHei"/>
              </a:rPr>
              <a:t> </a:t>
            </a:r>
            <a:r>
              <a:rPr sz="1125" b="1">
                <a:solidFill>
                  <a:srgbClr val="278565"/>
                </a:solidFill>
                <a:latin typeface="Arial"/>
                <a:ea typeface="Microsoft YaHei"/>
              </a:rPr>
              <a:t>/</a:t>
            </a:r>
            <a:r>
              <a:rPr sz="1125" b="1">
                <a:solidFill>
                  <a:srgbClr val="278565"/>
                </a:solidFill>
                <a:latin typeface="Microsoft YaHei"/>
                <a:ea typeface="Microsoft YaHei"/>
              </a:rPr>
              <a:t> </a:t>
            </a:r>
            <a:r>
              <a:rPr sz="1125" b="1">
                <a:solidFill>
                  <a:srgbClr val="278565"/>
                </a:solidFill>
                <a:latin typeface="Arial"/>
                <a:ea typeface="Microsoft YaHei"/>
              </a:rPr>
              <a:t>polarization</a:t>
            </a:r>
            <a:r>
              <a:rPr sz="1125" b="1">
                <a:solidFill>
                  <a:srgbClr val="278565"/>
                </a:solidFill>
                <a:latin typeface="Microsoft YaHei"/>
                <a:ea typeface="Microsoft YaHei"/>
              </a:rPr>
              <a:t> </a:t>
            </a:r>
            <a:r>
              <a:rPr sz="1125" b="1">
                <a:solidFill>
                  <a:srgbClr val="278565"/>
                </a:solidFill>
                <a:latin typeface="Arial"/>
                <a:ea typeface="Microsoft YaHei"/>
              </a:rPr>
              <a:t>configuration</a:t>
            </a:r>
          </a:p>
        </p:txBody>
      </p:sp>
      <p:sp>
        <p:nvSpPr>
          <p:cNvPr id="112" name="TextBox 111"/>
          <p:cNvSpPr txBox="1"/>
          <p:nvPr/>
        </p:nvSpPr>
        <p:spPr>
          <a:xfrm>
            <a:off x="666750" y="6200775"/>
            <a:ext cx="7900420" cy="200025"/>
          </a:xfrm>
          <a:prstGeom prst="rect">
            <a:avLst/>
          </a:prstGeom>
          <a:noFill/>
        </p:spPr>
        <p:txBody>
          <a:bodyPr wrap="none" lIns="0" rIns="0" tIns="0" bIns="0">
            <a:spAutoFit/>
          </a:bodyPr>
          <a:lstStyle/>
          <a:p>
            <a:pPr>
              <a:lnSpc>
                <a:spcPts val="1518"/>
              </a:lnSpc>
              <a:spcBef>
                <a:spcPts val="0"/>
              </a:spcBef>
              <a:spcAft>
                <a:spcPts val="0"/>
              </a:spcAft>
            </a:pPr>
            <a:r>
              <a:rPr sz="1125" b="0">
                <a:solidFill>
                  <a:srgbClr val="62758C"/>
                </a:solidFill>
                <a:latin typeface="Arial"/>
                <a:ea typeface="Microsoft YaHei"/>
              </a:rPr>
              <a:t>DOWN:</a:t>
            </a:r>
            <a:r>
              <a:rPr sz="1125" b="0">
                <a:solidFill>
                  <a:srgbClr val="62758C"/>
                </a:solidFill>
                <a:latin typeface="Microsoft YaHei"/>
                <a:ea typeface="Microsoft YaHei"/>
              </a:rPr>
              <a:t> </a:t>
            </a:r>
            <a:r>
              <a:rPr sz="1125" b="0">
                <a:solidFill>
                  <a:srgbClr val="62758C"/>
                </a:solidFill>
                <a:latin typeface="Arial"/>
                <a:ea typeface="Microsoft YaHei"/>
              </a:rPr>
              <a:t>approved</a:t>
            </a:r>
            <a:r>
              <a:rPr sz="1125" b="0">
                <a:solidFill>
                  <a:srgbClr val="62758C"/>
                </a:solidFill>
                <a:latin typeface="Microsoft YaHei"/>
                <a:ea typeface="Microsoft YaHei"/>
              </a:rPr>
              <a:t> </a:t>
            </a:r>
            <a:r>
              <a:rPr sz="1125" b="0">
                <a:solidFill>
                  <a:srgbClr val="62758C"/>
                </a:solidFill>
                <a:latin typeface="Arial"/>
                <a:ea typeface="Microsoft YaHei"/>
              </a:rPr>
              <a:t>commands</a:t>
            </a:r>
            <a:r>
              <a:rPr sz="1125" b="0">
                <a:solidFill>
                  <a:srgbClr val="62758C"/>
                </a:solidFill>
                <a:latin typeface="Microsoft YaHei"/>
                <a:ea typeface="Microsoft YaHei"/>
              </a:rPr>
              <a:t>     </a:t>
            </a:r>
            <a:r>
              <a:rPr sz="1125" b="0">
                <a:solidFill>
                  <a:srgbClr val="62758C"/>
                </a:solidFill>
                <a:latin typeface="Arial"/>
                <a:ea typeface="Microsoft YaHei"/>
              </a:rPr>
              <a:t>UP:</a:t>
            </a:r>
            <a:r>
              <a:rPr sz="1125" b="0">
                <a:solidFill>
                  <a:srgbClr val="62758C"/>
                </a:solidFill>
                <a:latin typeface="Microsoft YaHei"/>
                <a:ea typeface="Microsoft YaHei"/>
              </a:rPr>
              <a:t> </a:t>
            </a:r>
            <a:r>
              <a:rPr sz="1125" b="0">
                <a:solidFill>
                  <a:srgbClr val="62758C"/>
                </a:solidFill>
                <a:latin typeface="Arial"/>
                <a:ea typeface="Microsoft YaHei"/>
              </a:rPr>
              <a:t>data,</a:t>
            </a:r>
            <a:r>
              <a:rPr sz="1125" b="0">
                <a:solidFill>
                  <a:srgbClr val="62758C"/>
                </a:solidFill>
                <a:latin typeface="Microsoft YaHei"/>
                <a:ea typeface="Microsoft YaHei"/>
              </a:rPr>
              <a:t> </a:t>
            </a:r>
            <a:r>
              <a:rPr sz="1125" b="0">
                <a:solidFill>
                  <a:srgbClr val="62758C"/>
                </a:solidFill>
                <a:latin typeface="Arial"/>
                <a:ea typeface="Microsoft YaHei"/>
              </a:rPr>
              <a:t>readbacks</a:t>
            </a:r>
            <a:r>
              <a:rPr sz="1125" b="0">
                <a:solidFill>
                  <a:srgbClr val="62758C"/>
                </a:solidFill>
                <a:latin typeface="Microsoft YaHei"/>
                <a:ea typeface="Microsoft YaHei"/>
              </a:rPr>
              <a:t> </a:t>
            </a:r>
            <a:r>
              <a:rPr sz="1125" b="0">
                <a:solidFill>
                  <a:srgbClr val="62758C"/>
                </a:solidFill>
                <a:latin typeface="Arial"/>
                <a:ea typeface="Microsoft YaHei"/>
              </a:rPr>
              <a:t>and</a:t>
            </a:r>
            <a:r>
              <a:rPr sz="1125" b="0">
                <a:solidFill>
                  <a:srgbClr val="62758C"/>
                </a:solidFill>
                <a:latin typeface="Microsoft YaHei"/>
                <a:ea typeface="Microsoft YaHei"/>
              </a:rPr>
              <a:t> </a:t>
            </a:r>
            <a:r>
              <a:rPr sz="1125" b="0">
                <a:solidFill>
                  <a:srgbClr val="62758C"/>
                </a:solidFill>
                <a:latin typeface="Arial"/>
                <a:ea typeface="Microsoft YaHei"/>
              </a:rPr>
              <a:t>faults</a:t>
            </a:r>
            <a:r>
              <a:rPr sz="1125" b="0">
                <a:solidFill>
                  <a:srgbClr val="62758C"/>
                </a:solidFill>
                <a:latin typeface="Microsoft YaHei"/>
                <a:ea typeface="Microsoft YaHei"/>
              </a:rPr>
              <a:t>     </a:t>
            </a:r>
            <a:r>
              <a:rPr sz="1125" b="0">
                <a:solidFill>
                  <a:srgbClr val="62758C"/>
                </a:solidFill>
                <a:latin typeface="Arial"/>
                <a:ea typeface="Microsoft YaHei"/>
              </a:rPr>
              <a:t>LOCAL:</a:t>
            </a:r>
            <a:r>
              <a:rPr sz="1125" b="0">
                <a:solidFill>
                  <a:srgbClr val="62758C"/>
                </a:solidFill>
                <a:latin typeface="Microsoft YaHei"/>
                <a:ea typeface="Microsoft YaHei"/>
              </a:rPr>
              <a:t> </a:t>
            </a:r>
            <a:r>
              <a:rPr sz="1125" b="0">
                <a:solidFill>
                  <a:srgbClr val="62758C"/>
                </a:solidFill>
                <a:latin typeface="Arial"/>
                <a:ea typeface="Microsoft YaHei"/>
              </a:rPr>
              <a:t>session</a:t>
            </a:r>
            <a:r>
              <a:rPr sz="1125" b="0">
                <a:solidFill>
                  <a:srgbClr val="62758C"/>
                </a:solidFill>
                <a:latin typeface="Microsoft YaHei"/>
                <a:ea typeface="Microsoft YaHei"/>
              </a:rPr>
              <a:t> </a:t>
            </a:r>
            <a:r>
              <a:rPr sz="1125" b="0">
                <a:solidFill>
                  <a:srgbClr val="62758C"/>
                </a:solidFill>
                <a:latin typeface="Arial"/>
                <a:ea typeface="Microsoft YaHei"/>
              </a:rPr>
              <a:t>ownership</a:t>
            </a:r>
            <a:r>
              <a:rPr sz="1125" b="0">
                <a:solidFill>
                  <a:srgbClr val="62758C"/>
                </a:solidFill>
                <a:latin typeface="Microsoft YaHei"/>
                <a:ea typeface="Microsoft YaHei"/>
              </a:rPr>
              <a:t> </a:t>
            </a:r>
            <a:r>
              <a:rPr sz="1125" b="0">
                <a:solidFill>
                  <a:srgbClr val="62758C"/>
                </a:solidFill>
                <a:latin typeface="Arial"/>
                <a:ea typeface="Microsoft YaHei"/>
              </a:rPr>
              <a:t>and</a:t>
            </a:r>
            <a:r>
              <a:rPr sz="1125" b="0">
                <a:solidFill>
                  <a:srgbClr val="62758C"/>
                </a:solidFill>
                <a:latin typeface="Microsoft YaHei"/>
                <a:ea typeface="Microsoft YaHei"/>
              </a:rPr>
              <a:t> </a:t>
            </a:r>
            <a:r>
              <a:rPr sz="1125" b="0">
                <a:solidFill>
                  <a:srgbClr val="62758C"/>
                </a:solidFill>
                <a:latin typeface="Arial"/>
                <a:ea typeface="Microsoft YaHei"/>
              </a:rPr>
              <a:t>recovery</a:t>
            </a:r>
            <a:r>
              <a:rPr sz="1125" b="0">
                <a:solidFill>
                  <a:srgbClr val="62758C"/>
                </a:solidFill>
                <a:latin typeface="Microsoft YaHei"/>
                <a:ea typeface="Microsoft YaHei"/>
              </a:rPr>
              <a:t> </a:t>
            </a:r>
            <a:r>
              <a:rPr sz="1125" b="0">
                <a:solidFill>
                  <a:srgbClr val="62758C"/>
                </a:solidFill>
                <a:latin typeface="Arial"/>
                <a:ea typeface="Microsoft YaHei"/>
              </a:rPr>
              <a:t>state</a:t>
            </a:r>
          </a:p>
        </p:txBody>
      </p:sp>
      <p:cxnSp>
        <p:nvCxnSpPr>
          <p:cNvPr id="113" name="Connector 112"/>
          <p:cNvCxnSpPr/>
          <p:nvPr/>
        </p:nvCxnSpPr>
        <p:spPr>
          <a:xfrm>
            <a:off x="514350" y="6543675"/>
            <a:ext cx="11163300" cy="0"/>
          </a:xfrm>
          <a:prstGeom prst="line">
            <a:avLst/>
          </a:prstGeom>
          <a:ln w="9525">
            <a:solidFill>
              <a:srgbClr val="D9E3EE"/>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523875" y="6619875"/>
            <a:ext cx="5687852"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Architecture</a:t>
            </a:r>
            <a:r>
              <a:rPr sz="825" b="0">
                <a:solidFill>
                  <a:srgbClr val="62758C"/>
                </a:solidFill>
                <a:latin typeface="Microsoft YaHei"/>
                <a:ea typeface="Microsoft YaHei"/>
              </a:rPr>
              <a:t> </a:t>
            </a:r>
            <a:r>
              <a:rPr sz="825" b="0">
                <a:solidFill>
                  <a:srgbClr val="62758C"/>
                </a:solidFill>
                <a:latin typeface="Arial"/>
                <a:ea typeface="Microsoft YaHei"/>
              </a:rPr>
              <a:t>presentation</a:t>
            </a:r>
            <a:r>
              <a:rPr sz="825" b="0">
                <a:solidFill>
                  <a:srgbClr val="62758C"/>
                </a:solidFill>
                <a:latin typeface="Microsoft YaHei"/>
                <a:ea typeface="Microsoft YaHei"/>
              </a:rPr>
              <a:t> </a:t>
            </a:r>
            <a:r>
              <a:rPr sz="825" b="0">
                <a:solidFill>
                  <a:srgbClr val="62758C"/>
                </a:solidFill>
                <a:latin typeface="Arial"/>
                <a:ea typeface="Microsoft YaHei"/>
              </a:rPr>
              <a:t>inspired</a:t>
            </a:r>
            <a:r>
              <a:rPr sz="825" b="0">
                <a:solidFill>
                  <a:srgbClr val="62758C"/>
                </a:solidFill>
                <a:latin typeface="Microsoft YaHei"/>
                <a:ea typeface="Microsoft YaHei"/>
              </a:rPr>
              <a:t> </a:t>
            </a:r>
            <a:r>
              <a:rPr sz="825" b="0">
                <a:solidFill>
                  <a:srgbClr val="62758C"/>
                </a:solidFill>
                <a:latin typeface="Arial"/>
                <a:ea typeface="Microsoft YaHei"/>
              </a:rPr>
              <a:t>by</a:t>
            </a:r>
            <a:r>
              <a:rPr sz="825" b="0">
                <a:solidFill>
                  <a:srgbClr val="62758C"/>
                </a:solidFill>
                <a:latin typeface="Microsoft YaHei"/>
                <a:ea typeface="Microsoft YaHei"/>
              </a:rPr>
              <a:t> </a:t>
            </a:r>
            <a:r>
              <a:rPr sz="825" b="0">
                <a:solidFill>
                  <a:srgbClr val="62758C"/>
                </a:solidFill>
                <a:latin typeface="Arial"/>
                <a:ea typeface="Microsoft YaHei"/>
              </a:rPr>
              <a:t>QUANTA</a:t>
            </a:r>
            <a:r>
              <a:rPr sz="825" b="0">
                <a:solidFill>
                  <a:srgbClr val="62758C"/>
                </a:solidFill>
                <a:latin typeface="Microsoft YaHei"/>
                <a:ea typeface="Microsoft YaHei"/>
              </a:rPr>
              <a:t> </a:t>
            </a:r>
            <a:r>
              <a:rPr sz="825" b="0">
                <a:solidFill>
                  <a:srgbClr val="62758C"/>
                </a:solidFill>
                <a:latin typeface="Arial"/>
                <a:ea typeface="Microsoft YaHei"/>
              </a:rPr>
              <a:t>Fig.</a:t>
            </a:r>
            <a:r>
              <a:rPr sz="825" b="0">
                <a:solidFill>
                  <a:srgbClr val="62758C"/>
                </a:solidFill>
                <a:latin typeface="Microsoft YaHei"/>
                <a:ea typeface="Microsoft YaHei"/>
              </a:rPr>
              <a:t> </a:t>
            </a:r>
            <a:r>
              <a:rPr sz="825" b="0">
                <a:solidFill>
                  <a:srgbClr val="62758C"/>
                </a:solidFill>
                <a:latin typeface="Arial"/>
                <a:ea typeface="Microsoft YaHei"/>
              </a:rPr>
              <a:t>1</a:t>
            </a:r>
            <a:r>
              <a:rPr sz="825" b="0">
                <a:solidFill>
                  <a:srgbClr val="62758C"/>
                </a:solidFill>
                <a:latin typeface="Microsoft YaHei"/>
                <a:ea typeface="Microsoft YaHei"/>
              </a:rPr>
              <a:t> </a:t>
            </a:r>
            <a:r>
              <a:rPr sz="825" b="0">
                <a:solidFill>
                  <a:srgbClr val="62758C"/>
                </a:solidFill>
                <a:latin typeface="Arial"/>
                <a:ea typeface="Microsoft YaHei"/>
              </a:rPr>
              <a:t>[1];</a:t>
            </a:r>
            <a:r>
              <a:rPr sz="825" b="0">
                <a:solidFill>
                  <a:srgbClr val="62758C"/>
                </a:solidFill>
                <a:latin typeface="Microsoft YaHei"/>
                <a:ea typeface="Microsoft YaHei"/>
              </a:rPr>
              <a:t> </a:t>
            </a:r>
            <a:r>
              <a:rPr sz="825" b="0">
                <a:solidFill>
                  <a:srgbClr val="62758C"/>
                </a:solidFill>
                <a:latin typeface="Arial"/>
                <a:ea typeface="Microsoft YaHei"/>
              </a:rPr>
              <a:t>original</a:t>
            </a:r>
            <a:r>
              <a:rPr sz="825" b="0">
                <a:solidFill>
                  <a:srgbClr val="62758C"/>
                </a:solidFill>
                <a:latin typeface="Microsoft YaHei"/>
                <a:ea typeface="Microsoft YaHei"/>
              </a:rPr>
              <a:t> </a:t>
            </a:r>
            <a:r>
              <a:rPr sz="825" b="0">
                <a:solidFill>
                  <a:srgbClr val="62758C"/>
                </a:solidFill>
                <a:latin typeface="Arial"/>
                <a:ea typeface="Microsoft YaHei"/>
              </a:rPr>
              <a:t>LabOS</a:t>
            </a:r>
            <a:r>
              <a:rPr sz="825" b="0">
                <a:solidFill>
                  <a:srgbClr val="62758C"/>
                </a:solidFill>
                <a:latin typeface="Microsoft YaHei"/>
                <a:ea typeface="Microsoft YaHei"/>
              </a:rPr>
              <a:t> </a:t>
            </a:r>
            <a:r>
              <a:rPr sz="825" b="0">
                <a:solidFill>
                  <a:srgbClr val="62758C"/>
                </a:solidFill>
                <a:latin typeface="Arial"/>
                <a:ea typeface="Microsoft YaHei"/>
              </a:rPr>
              <a:t>redraw</a:t>
            </a:r>
            <a:r>
              <a:rPr sz="825" b="0">
                <a:solidFill>
                  <a:srgbClr val="62758C"/>
                </a:solidFill>
                <a:latin typeface="Microsoft YaHei"/>
                <a:ea typeface="Microsoft YaHei"/>
              </a:rPr>
              <a:t> </a:t>
            </a:r>
            <a:r>
              <a:rPr sz="825" b="0">
                <a:solidFill>
                  <a:srgbClr val="62758C"/>
                </a:solidFill>
                <a:latin typeface="Arial"/>
                <a:ea typeface="Microsoft YaHei"/>
              </a:rPr>
              <a:t>for</a:t>
            </a:r>
            <a:r>
              <a:rPr sz="825" b="0">
                <a:solidFill>
                  <a:srgbClr val="62758C"/>
                </a:solidFill>
                <a:latin typeface="Microsoft YaHei"/>
                <a:ea typeface="Microsoft YaHei"/>
              </a:rPr>
              <a:t> </a:t>
            </a:r>
            <a:r>
              <a:rPr sz="825" b="0">
                <a:solidFill>
                  <a:srgbClr val="62758C"/>
                </a:solidFill>
                <a:latin typeface="Arial"/>
                <a:ea typeface="Microsoft YaHei"/>
              </a:rPr>
              <a:t>this</a:t>
            </a:r>
            <a:r>
              <a:rPr sz="825" b="0">
                <a:solidFill>
                  <a:srgbClr val="62758C"/>
                </a:solidFill>
                <a:latin typeface="Microsoft YaHei"/>
                <a:ea typeface="Microsoft YaHei"/>
              </a:rPr>
              <a:t> </a:t>
            </a:r>
            <a:r>
              <a:rPr sz="825" b="0">
                <a:solidFill>
                  <a:srgbClr val="62758C"/>
                </a:solidFill>
                <a:latin typeface="Arial"/>
                <a:ea typeface="Microsoft YaHei"/>
              </a:rPr>
              <a:t>instrument</a:t>
            </a:r>
            <a:r>
              <a:rPr sz="825" b="0">
                <a:solidFill>
                  <a:srgbClr val="62758C"/>
                </a:solidFill>
                <a:latin typeface="Microsoft YaHei"/>
                <a:ea typeface="Microsoft YaHei"/>
              </a:rPr>
              <a:t> </a:t>
            </a:r>
            <a:r>
              <a:rPr sz="825" b="0">
                <a:solidFill>
                  <a:srgbClr val="62758C"/>
                </a:solidFill>
                <a:latin typeface="Arial"/>
                <a:ea typeface="Microsoft YaHei"/>
              </a:rPr>
              <a:t>scenario.</a:t>
            </a:r>
          </a:p>
        </p:txBody>
      </p:sp>
      <p:sp>
        <p:nvSpPr>
          <p:cNvPr id="115" name="TextBox 114"/>
          <p:cNvSpPr txBox="1"/>
          <p:nvPr/>
        </p:nvSpPr>
        <p:spPr>
          <a:xfrm>
            <a:off x="11348256" y="6600825"/>
            <a:ext cx="405593"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62758C"/>
                </a:solidFill>
                <a:latin typeface="Arial"/>
                <a:ea typeface="Microsoft YaHei"/>
              </a:rPr>
              <a:t>03/22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295275"/>
            <a:ext cx="2542844"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03</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LOCAL</a:t>
            </a:r>
            <a:r>
              <a:rPr sz="975" b="1">
                <a:solidFill>
                  <a:srgbClr val="168D9D"/>
                </a:solidFill>
                <a:latin typeface="Microsoft YaHei"/>
                <a:ea typeface="Microsoft YaHei"/>
              </a:rPr>
              <a:t> </a:t>
            </a:r>
            <a:r>
              <a:rPr sz="975" b="1">
                <a:solidFill>
                  <a:srgbClr val="168D9D"/>
                </a:solidFill>
                <a:latin typeface="Arial"/>
                <a:ea typeface="Microsoft YaHei"/>
              </a:rPr>
              <a:t>WORKER</a:t>
            </a:r>
            <a:r>
              <a:rPr sz="975" b="1">
                <a:solidFill>
                  <a:srgbClr val="168D9D"/>
                </a:solidFill>
                <a:latin typeface="Microsoft YaHei"/>
                <a:ea typeface="Microsoft YaHei"/>
              </a:rPr>
              <a:t> </a:t>
            </a:r>
            <a:r>
              <a:rPr sz="975" b="1">
                <a:solidFill>
                  <a:srgbClr val="168D9D"/>
                </a:solidFill>
                <a:latin typeface="Arial"/>
                <a:ea typeface="Microsoft YaHei"/>
              </a:rPr>
              <a:t>ARCHITECTURE</a:t>
            </a:r>
          </a:p>
        </p:txBody>
      </p:sp>
      <p:sp>
        <p:nvSpPr>
          <p:cNvPr id="4" name="TextBox 3"/>
          <p:cNvSpPr txBox="1"/>
          <p:nvPr/>
        </p:nvSpPr>
        <p:spPr>
          <a:xfrm>
            <a:off x="514350" y="676275"/>
            <a:ext cx="8644011" cy="480059"/>
          </a:xfrm>
          <a:prstGeom prst="rect">
            <a:avLst/>
          </a:prstGeom>
          <a:noFill/>
        </p:spPr>
        <p:txBody>
          <a:bodyPr wrap="none" lIns="0" rIns="0" tIns="0" bIns="0">
            <a:spAutoFit/>
          </a:bodyPr>
          <a:lstStyle/>
          <a:p>
            <a:pPr>
              <a:lnSpc>
                <a:spcPts val="3645"/>
              </a:lnSpc>
              <a:spcBef>
                <a:spcPts val="0"/>
              </a:spcBef>
              <a:spcAft>
                <a:spcPts val="0"/>
              </a:spcAft>
            </a:pPr>
            <a:r>
              <a:rPr sz="2700" b="1">
                <a:solidFill>
                  <a:srgbClr val="11233E"/>
                </a:solidFill>
                <a:latin typeface="Arial"/>
                <a:ea typeface="Microsoft YaHei"/>
              </a:rPr>
              <a:t>A</a:t>
            </a:r>
            <a:r>
              <a:rPr sz="2700" b="1">
                <a:solidFill>
                  <a:srgbClr val="11233E"/>
                </a:solidFill>
                <a:latin typeface="Microsoft YaHei"/>
                <a:ea typeface="Microsoft YaHei"/>
              </a:rPr>
              <a:t> </a:t>
            </a:r>
            <a:r>
              <a:rPr sz="2700" b="1">
                <a:solidFill>
                  <a:srgbClr val="11233E"/>
                </a:solidFill>
                <a:latin typeface="Arial"/>
                <a:ea typeface="Microsoft YaHei"/>
              </a:rPr>
              <a:t>PC</a:t>
            </a:r>
            <a:r>
              <a:rPr sz="2700" b="1">
                <a:solidFill>
                  <a:srgbClr val="11233E"/>
                </a:solidFill>
                <a:latin typeface="Microsoft YaHei"/>
                <a:ea typeface="Microsoft YaHei"/>
              </a:rPr>
              <a:t> </a:t>
            </a:r>
            <a:r>
              <a:rPr sz="2700" b="1">
                <a:solidFill>
                  <a:srgbClr val="11233E"/>
                </a:solidFill>
                <a:latin typeface="Arial"/>
                <a:ea typeface="Microsoft YaHei"/>
              </a:rPr>
              <a:t>agent</a:t>
            </a:r>
            <a:r>
              <a:rPr sz="2700" b="1">
                <a:solidFill>
                  <a:srgbClr val="11233E"/>
                </a:solidFill>
                <a:latin typeface="Microsoft YaHei"/>
                <a:ea typeface="Microsoft YaHei"/>
              </a:rPr>
              <a:t> </a:t>
            </a:r>
            <a:r>
              <a:rPr sz="2700" b="1">
                <a:solidFill>
                  <a:srgbClr val="11233E"/>
                </a:solidFill>
                <a:latin typeface="Arial"/>
                <a:ea typeface="Microsoft YaHei"/>
              </a:rPr>
              <a:t>is</a:t>
            </a:r>
            <a:r>
              <a:rPr sz="2700" b="1">
                <a:solidFill>
                  <a:srgbClr val="11233E"/>
                </a:solidFill>
                <a:latin typeface="Microsoft YaHei"/>
                <a:ea typeface="Microsoft YaHei"/>
              </a:rPr>
              <a:t> </a:t>
            </a:r>
            <a:r>
              <a:rPr sz="2700" b="1">
                <a:solidFill>
                  <a:srgbClr val="11233E"/>
                </a:solidFill>
                <a:latin typeface="Arial"/>
                <a:ea typeface="Microsoft YaHei"/>
              </a:rPr>
              <a:t>a</a:t>
            </a:r>
            <a:r>
              <a:rPr sz="2700" b="1">
                <a:solidFill>
                  <a:srgbClr val="11233E"/>
                </a:solidFill>
                <a:latin typeface="Microsoft YaHei"/>
                <a:ea typeface="Microsoft YaHei"/>
              </a:rPr>
              <a:t> </a:t>
            </a:r>
            <a:r>
              <a:rPr sz="2700" b="1">
                <a:solidFill>
                  <a:srgbClr val="11233E"/>
                </a:solidFill>
                <a:latin typeface="Arial"/>
                <a:ea typeface="Microsoft YaHei"/>
              </a:rPr>
              <a:t>persistent</a:t>
            </a:r>
            <a:r>
              <a:rPr sz="2700" b="1">
                <a:solidFill>
                  <a:srgbClr val="11233E"/>
                </a:solidFill>
                <a:latin typeface="Microsoft YaHei"/>
                <a:ea typeface="Microsoft YaHei"/>
              </a:rPr>
              <a:t> </a:t>
            </a:r>
            <a:r>
              <a:rPr sz="2700" b="1">
                <a:solidFill>
                  <a:srgbClr val="11233E"/>
                </a:solidFill>
                <a:latin typeface="Arial"/>
                <a:ea typeface="Microsoft YaHei"/>
              </a:rPr>
              <a:t>instrument</a:t>
            </a:r>
            <a:r>
              <a:rPr sz="2700" b="1">
                <a:solidFill>
                  <a:srgbClr val="11233E"/>
                </a:solidFill>
                <a:latin typeface="Microsoft YaHei"/>
                <a:ea typeface="Microsoft YaHei"/>
              </a:rPr>
              <a:t> </a:t>
            </a:r>
            <a:r>
              <a:rPr sz="2700" b="1">
                <a:solidFill>
                  <a:srgbClr val="11233E"/>
                </a:solidFill>
                <a:latin typeface="Arial"/>
                <a:ea typeface="Microsoft YaHei"/>
              </a:rPr>
              <a:t>service</a:t>
            </a:r>
          </a:p>
        </p:txBody>
      </p:sp>
      <p:sp>
        <p:nvSpPr>
          <p:cNvPr id="5" name="TextBox 4"/>
          <p:cNvSpPr txBox="1"/>
          <p:nvPr/>
        </p:nvSpPr>
        <p:spPr>
          <a:xfrm>
            <a:off x="533400" y="1247775"/>
            <a:ext cx="9755269"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62758C"/>
                </a:solidFill>
                <a:latin typeface="Arial"/>
                <a:ea typeface="Microsoft YaHei"/>
              </a:rPr>
              <a:t>The</a:t>
            </a:r>
            <a:r>
              <a:rPr sz="1425" b="0">
                <a:solidFill>
                  <a:srgbClr val="62758C"/>
                </a:solidFill>
                <a:latin typeface="Microsoft YaHei"/>
                <a:ea typeface="Microsoft YaHei"/>
              </a:rPr>
              <a:t> </a:t>
            </a:r>
            <a:r>
              <a:rPr sz="1425" b="0">
                <a:solidFill>
                  <a:srgbClr val="62758C"/>
                </a:solidFill>
                <a:latin typeface="Arial"/>
                <a:ea typeface="Microsoft YaHei"/>
              </a:rPr>
              <a:t>central</a:t>
            </a:r>
            <a:r>
              <a:rPr sz="1425" b="0">
                <a:solidFill>
                  <a:srgbClr val="62758C"/>
                </a:solidFill>
                <a:latin typeface="Microsoft YaHei"/>
                <a:ea typeface="Microsoft YaHei"/>
              </a:rPr>
              <a:t> </a:t>
            </a:r>
            <a:r>
              <a:rPr sz="1425" b="0">
                <a:solidFill>
                  <a:srgbClr val="62758C"/>
                </a:solidFill>
                <a:latin typeface="Arial"/>
                <a:ea typeface="Microsoft YaHei"/>
              </a:rPr>
              <a:t>server</a:t>
            </a:r>
            <a:r>
              <a:rPr sz="1425" b="0">
                <a:solidFill>
                  <a:srgbClr val="62758C"/>
                </a:solidFill>
                <a:latin typeface="Microsoft YaHei"/>
                <a:ea typeface="Microsoft YaHei"/>
              </a:rPr>
              <a:t> </a:t>
            </a:r>
            <a:r>
              <a:rPr sz="1425" b="0">
                <a:solidFill>
                  <a:srgbClr val="62758C"/>
                </a:solidFill>
                <a:latin typeface="Arial"/>
                <a:ea typeface="Microsoft YaHei"/>
              </a:rPr>
              <a:t>schedules</a:t>
            </a:r>
            <a:r>
              <a:rPr sz="1425" b="0">
                <a:solidFill>
                  <a:srgbClr val="62758C"/>
                </a:solidFill>
                <a:latin typeface="Microsoft YaHei"/>
                <a:ea typeface="Microsoft YaHei"/>
              </a:rPr>
              <a:t> </a:t>
            </a:r>
            <a:r>
              <a:rPr sz="1425" b="0">
                <a:solidFill>
                  <a:srgbClr val="62758C"/>
                </a:solidFill>
                <a:latin typeface="Arial"/>
                <a:ea typeface="Microsoft YaHei"/>
              </a:rPr>
              <a:t>stages;</a:t>
            </a:r>
            <a:r>
              <a:rPr sz="1425" b="0">
                <a:solidFill>
                  <a:srgbClr val="62758C"/>
                </a:solidFill>
                <a:latin typeface="Microsoft YaHei"/>
                <a:ea typeface="Microsoft YaHei"/>
              </a:rPr>
              <a:t> </a:t>
            </a:r>
            <a:r>
              <a:rPr sz="1425" b="0">
                <a:solidFill>
                  <a:srgbClr val="62758C"/>
                </a:solidFill>
                <a:latin typeface="Arial"/>
                <a:ea typeface="Microsoft YaHei"/>
              </a:rPr>
              <a:t>the</a:t>
            </a:r>
            <a:r>
              <a:rPr sz="1425" b="0">
                <a:solidFill>
                  <a:srgbClr val="62758C"/>
                </a:solidFill>
                <a:latin typeface="Microsoft YaHei"/>
                <a:ea typeface="Microsoft YaHei"/>
              </a:rPr>
              <a:t> </a:t>
            </a:r>
            <a:r>
              <a:rPr sz="1425" b="0">
                <a:solidFill>
                  <a:srgbClr val="62758C"/>
                </a:solidFill>
                <a:latin typeface="Arial"/>
                <a:ea typeface="Microsoft YaHei"/>
              </a:rPr>
              <a:t>worker</a:t>
            </a:r>
            <a:r>
              <a:rPr sz="1425" b="0">
                <a:solidFill>
                  <a:srgbClr val="62758C"/>
                </a:solidFill>
                <a:latin typeface="Microsoft YaHei"/>
                <a:ea typeface="Microsoft YaHei"/>
              </a:rPr>
              <a:t> </a:t>
            </a:r>
            <a:r>
              <a:rPr sz="1425" b="0">
                <a:solidFill>
                  <a:srgbClr val="62758C"/>
                </a:solidFill>
                <a:latin typeface="Arial"/>
                <a:ea typeface="Microsoft YaHei"/>
              </a:rPr>
              <a:t>owns</a:t>
            </a:r>
            <a:r>
              <a:rPr sz="1425" b="0">
                <a:solidFill>
                  <a:srgbClr val="62758C"/>
                </a:solidFill>
                <a:latin typeface="Microsoft YaHei"/>
                <a:ea typeface="Microsoft YaHei"/>
              </a:rPr>
              <a:t> </a:t>
            </a:r>
            <a:r>
              <a:rPr sz="1425" b="0">
                <a:solidFill>
                  <a:srgbClr val="62758C"/>
                </a:solidFill>
                <a:latin typeface="Arial"/>
                <a:ea typeface="Microsoft YaHei"/>
              </a:rPr>
              <a:t>sessions,</a:t>
            </a:r>
            <a:r>
              <a:rPr sz="1425" b="0">
                <a:solidFill>
                  <a:srgbClr val="62758C"/>
                </a:solidFill>
                <a:latin typeface="Microsoft YaHei"/>
                <a:ea typeface="Microsoft YaHei"/>
              </a:rPr>
              <a:t> </a:t>
            </a:r>
            <a:r>
              <a:rPr sz="1425" b="0">
                <a:solidFill>
                  <a:srgbClr val="62758C"/>
                </a:solidFill>
                <a:latin typeface="Arial"/>
                <a:ea typeface="Microsoft YaHei"/>
              </a:rPr>
              <a:t>verifies</a:t>
            </a:r>
            <a:r>
              <a:rPr sz="1425" b="0">
                <a:solidFill>
                  <a:srgbClr val="62758C"/>
                </a:solidFill>
                <a:latin typeface="Microsoft YaHei"/>
                <a:ea typeface="Microsoft YaHei"/>
              </a:rPr>
              <a:t> </a:t>
            </a:r>
            <a:r>
              <a:rPr sz="1425" b="0">
                <a:solidFill>
                  <a:srgbClr val="62758C"/>
                </a:solidFill>
                <a:latin typeface="Arial"/>
                <a:ea typeface="Microsoft YaHei"/>
              </a:rPr>
              <a:t>actions</a:t>
            </a:r>
            <a:r>
              <a:rPr sz="1425" b="0">
                <a:solidFill>
                  <a:srgbClr val="62758C"/>
                </a:solidFill>
                <a:latin typeface="Microsoft YaHei"/>
                <a:ea typeface="Microsoft YaHei"/>
              </a:rPr>
              <a:t> </a:t>
            </a:r>
            <a:r>
              <a:rPr sz="1425" b="0">
                <a:solidFill>
                  <a:srgbClr val="62758C"/>
                </a:solidFill>
                <a:latin typeface="Arial"/>
                <a:ea typeface="Microsoft YaHei"/>
              </a:rPr>
              <a:t>and</a:t>
            </a:r>
            <a:r>
              <a:rPr sz="1425" b="0">
                <a:solidFill>
                  <a:srgbClr val="62758C"/>
                </a:solidFill>
                <a:latin typeface="Microsoft YaHei"/>
                <a:ea typeface="Microsoft YaHei"/>
              </a:rPr>
              <a:t> </a:t>
            </a:r>
            <a:r>
              <a:rPr sz="1425" b="0">
                <a:solidFill>
                  <a:srgbClr val="62758C"/>
                </a:solidFill>
                <a:latin typeface="Arial"/>
                <a:ea typeface="Microsoft YaHei"/>
              </a:rPr>
              <a:t>protects</a:t>
            </a:r>
            <a:r>
              <a:rPr sz="1425" b="0">
                <a:solidFill>
                  <a:srgbClr val="62758C"/>
                </a:solidFill>
                <a:latin typeface="Microsoft YaHei"/>
                <a:ea typeface="Microsoft YaHei"/>
              </a:rPr>
              <a:t> </a:t>
            </a:r>
            <a:r>
              <a:rPr sz="1425" b="0">
                <a:solidFill>
                  <a:srgbClr val="62758C"/>
                </a:solidFill>
                <a:latin typeface="Arial"/>
                <a:ea typeface="Microsoft YaHei"/>
              </a:rPr>
              <a:t>local</a:t>
            </a:r>
            <a:r>
              <a:rPr sz="1425" b="0">
                <a:solidFill>
                  <a:srgbClr val="62758C"/>
                </a:solidFill>
                <a:latin typeface="Microsoft YaHei"/>
                <a:ea typeface="Microsoft YaHei"/>
              </a:rPr>
              <a:t> </a:t>
            </a:r>
            <a:r>
              <a:rPr sz="1425" b="0">
                <a:solidFill>
                  <a:srgbClr val="62758C"/>
                </a:solidFill>
                <a:latin typeface="Arial"/>
                <a:ea typeface="Microsoft YaHei"/>
              </a:rPr>
              <a:t>evidence.</a:t>
            </a:r>
          </a:p>
        </p:txBody>
      </p:sp>
      <p:sp>
        <p:nvSpPr>
          <p:cNvPr id="6" name="Rounded Rectangle 5"/>
          <p:cNvSpPr/>
          <p:nvPr/>
        </p:nvSpPr>
        <p:spPr>
          <a:xfrm>
            <a:off x="514350" y="1905000"/>
            <a:ext cx="11163300" cy="3486150"/>
          </a:xfrm>
          <a:prstGeom prst="roundRect">
            <a:avLst>
              <a:gd name="adj" fmla="val 3005"/>
            </a:avLst>
          </a:prstGeom>
          <a:solidFill>
            <a:srgbClr val="E9F6F7"/>
          </a:solidFill>
          <a:ln w="11429">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8175" y="2000250"/>
            <a:ext cx="2916491" cy="266700"/>
          </a:xfrm>
          <a:prstGeom prst="rect">
            <a:avLst/>
          </a:prstGeom>
          <a:noFill/>
        </p:spPr>
        <p:txBody>
          <a:bodyPr wrap="none" lIns="0" rIns="0" tIns="0" bIns="0">
            <a:spAutoFit/>
          </a:bodyPr>
          <a:lstStyle/>
          <a:p>
            <a:pPr>
              <a:lnSpc>
                <a:spcPts val="2025"/>
              </a:lnSpc>
              <a:spcBef>
                <a:spcPts val="0"/>
              </a:spcBef>
              <a:spcAft>
                <a:spcPts val="0"/>
              </a:spcAft>
            </a:pPr>
            <a:r>
              <a:rPr sz="1500" b="1">
                <a:solidFill>
                  <a:srgbClr val="168D9D"/>
                </a:solidFill>
                <a:latin typeface="Arial"/>
                <a:ea typeface="Microsoft YaHei"/>
              </a:rPr>
              <a:t>INSIDE</a:t>
            </a:r>
            <a:r>
              <a:rPr sz="1500" b="1">
                <a:solidFill>
                  <a:srgbClr val="168D9D"/>
                </a:solidFill>
                <a:latin typeface="Microsoft YaHei"/>
                <a:ea typeface="Microsoft YaHei"/>
              </a:rPr>
              <a:t> </a:t>
            </a:r>
            <a:r>
              <a:rPr sz="1500" b="1">
                <a:solidFill>
                  <a:srgbClr val="168D9D"/>
                </a:solidFill>
                <a:latin typeface="Arial"/>
                <a:ea typeface="Microsoft YaHei"/>
              </a:rPr>
              <a:t>EACH</a:t>
            </a:r>
            <a:r>
              <a:rPr sz="1500" b="1">
                <a:solidFill>
                  <a:srgbClr val="168D9D"/>
                </a:solidFill>
                <a:latin typeface="Microsoft YaHei"/>
                <a:ea typeface="Microsoft YaHei"/>
              </a:rPr>
              <a:t> </a:t>
            </a:r>
            <a:r>
              <a:rPr sz="1500" b="1">
                <a:solidFill>
                  <a:srgbClr val="168D9D"/>
                </a:solidFill>
                <a:latin typeface="Arial"/>
                <a:ea typeface="Microsoft YaHei"/>
              </a:rPr>
              <a:t>WINDOWS</a:t>
            </a:r>
            <a:r>
              <a:rPr sz="1500" b="1">
                <a:solidFill>
                  <a:srgbClr val="168D9D"/>
                </a:solidFill>
                <a:latin typeface="Microsoft YaHei"/>
                <a:ea typeface="Microsoft YaHei"/>
              </a:rPr>
              <a:t> </a:t>
            </a:r>
            <a:r>
              <a:rPr sz="1500" b="1">
                <a:solidFill>
                  <a:srgbClr val="168D9D"/>
                </a:solidFill>
                <a:latin typeface="Arial"/>
                <a:ea typeface="Microsoft YaHei"/>
              </a:rPr>
              <a:t>PC</a:t>
            </a:r>
          </a:p>
        </p:txBody>
      </p:sp>
      <p:sp>
        <p:nvSpPr>
          <p:cNvPr id="8" name="Rounded Rectangle 7"/>
          <p:cNvSpPr/>
          <p:nvPr/>
        </p:nvSpPr>
        <p:spPr>
          <a:xfrm>
            <a:off x="752475" y="2495550"/>
            <a:ext cx="2286000" cy="857250"/>
          </a:xfrm>
          <a:prstGeom prst="roundRect">
            <a:avLst>
              <a:gd name="adj" fmla="val 11111"/>
            </a:avLst>
          </a:prstGeom>
          <a:solidFill>
            <a:srgbClr val="FFFFFF"/>
          </a:solidFill>
          <a:ln w="13334">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9420" y="2619375"/>
            <a:ext cx="1788309" cy="293370"/>
          </a:xfrm>
          <a:prstGeom prst="rect">
            <a:avLst/>
          </a:prstGeom>
          <a:noFill/>
        </p:spPr>
        <p:txBody>
          <a:bodyPr wrap="none" lIns="0" rIns="0" tIns="0" bIns="0">
            <a:spAutoFit/>
          </a:bodyPr>
          <a:lstStyle/>
          <a:p>
            <a:pPr>
              <a:lnSpc>
                <a:spcPts val="2227"/>
              </a:lnSpc>
              <a:spcBef>
                <a:spcPts val="0"/>
              </a:spcBef>
              <a:spcAft>
                <a:spcPts val="0"/>
              </a:spcAft>
            </a:pPr>
            <a:r>
              <a:rPr sz="1650" b="1">
                <a:solidFill>
                  <a:srgbClr val="7653CF"/>
                </a:solidFill>
                <a:latin typeface="Arial"/>
                <a:ea typeface="Microsoft YaHei"/>
              </a:rPr>
              <a:t>Network</a:t>
            </a:r>
            <a:r>
              <a:rPr sz="1650" b="1">
                <a:solidFill>
                  <a:srgbClr val="7653CF"/>
                </a:solidFill>
                <a:latin typeface="Microsoft YaHei"/>
                <a:ea typeface="Microsoft YaHei"/>
              </a:rPr>
              <a:t> </a:t>
            </a:r>
            <a:r>
              <a:rPr sz="1650" b="1">
                <a:solidFill>
                  <a:srgbClr val="7653CF"/>
                </a:solidFill>
                <a:latin typeface="Arial"/>
                <a:ea typeface="Microsoft YaHei"/>
              </a:rPr>
              <a:t>client</a:t>
            </a:r>
          </a:p>
        </p:txBody>
      </p:sp>
      <p:sp>
        <p:nvSpPr>
          <p:cNvPr id="10" name="TextBox 9"/>
          <p:cNvSpPr txBox="1"/>
          <p:nvPr/>
        </p:nvSpPr>
        <p:spPr>
          <a:xfrm>
            <a:off x="919646" y="2930842"/>
            <a:ext cx="2027857"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Outbound</a:t>
            </a:r>
            <a:r>
              <a:rPr sz="1200" b="0">
                <a:solidFill>
                  <a:srgbClr val="62758C"/>
                </a:solidFill>
                <a:latin typeface="Microsoft YaHei"/>
                <a:ea typeface="Microsoft YaHei"/>
              </a:rPr>
              <a:t> </a:t>
            </a:r>
            <a:r>
              <a:rPr sz="1200" b="0">
                <a:solidFill>
                  <a:srgbClr val="62758C"/>
                </a:solidFill>
                <a:latin typeface="Arial"/>
                <a:ea typeface="Microsoft YaHei"/>
              </a:rPr>
              <a:t>poll</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heartbeat</a:t>
            </a:r>
          </a:p>
        </p:txBody>
      </p:sp>
      <p:sp>
        <p:nvSpPr>
          <p:cNvPr id="11" name="Rounded Rectangle 10"/>
          <p:cNvSpPr/>
          <p:nvPr/>
        </p:nvSpPr>
        <p:spPr>
          <a:xfrm>
            <a:off x="3476625" y="2495550"/>
            <a:ext cx="2314575" cy="857250"/>
          </a:xfrm>
          <a:prstGeom prst="roundRect">
            <a:avLst>
              <a:gd name="adj" fmla="val 11111"/>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87646" y="2619375"/>
            <a:ext cx="2168732" cy="293370"/>
          </a:xfrm>
          <a:prstGeom prst="rect">
            <a:avLst/>
          </a:prstGeom>
          <a:noFill/>
        </p:spPr>
        <p:txBody>
          <a:bodyPr wrap="none" lIns="0" rIns="0" tIns="0" bIns="0">
            <a:spAutoFit/>
          </a:bodyPr>
          <a:lstStyle/>
          <a:p>
            <a:pPr>
              <a:lnSpc>
                <a:spcPts val="2227"/>
              </a:lnSpc>
              <a:spcBef>
                <a:spcPts val="0"/>
              </a:spcBef>
              <a:spcAft>
                <a:spcPts val="0"/>
              </a:spcAft>
            </a:pPr>
            <a:r>
              <a:rPr sz="1650" b="1">
                <a:solidFill>
                  <a:srgbClr val="168D9D"/>
                </a:solidFill>
                <a:latin typeface="Arial"/>
                <a:ea typeface="Microsoft YaHei"/>
              </a:rPr>
              <a:t>Persistent</a:t>
            </a:r>
            <a:r>
              <a:rPr sz="1650" b="1">
                <a:solidFill>
                  <a:srgbClr val="168D9D"/>
                </a:solidFill>
                <a:latin typeface="Microsoft YaHei"/>
                <a:ea typeface="Microsoft YaHei"/>
              </a:rPr>
              <a:t> </a:t>
            </a:r>
            <a:r>
              <a:rPr sz="1650" b="1">
                <a:solidFill>
                  <a:srgbClr val="168D9D"/>
                </a:solidFill>
                <a:latin typeface="Arial"/>
                <a:ea typeface="Microsoft YaHei"/>
              </a:rPr>
              <a:t>worker</a:t>
            </a:r>
          </a:p>
        </p:txBody>
      </p:sp>
      <p:sp>
        <p:nvSpPr>
          <p:cNvPr id="13" name="TextBox 12"/>
          <p:cNvSpPr txBox="1"/>
          <p:nvPr/>
        </p:nvSpPr>
        <p:spPr>
          <a:xfrm>
            <a:off x="3603693" y="2930842"/>
            <a:ext cx="2136637" cy="206692"/>
          </a:xfrm>
          <a:prstGeom prst="rect">
            <a:avLst/>
          </a:prstGeom>
          <a:noFill/>
        </p:spPr>
        <p:txBody>
          <a:bodyPr wrap="none" lIns="0" rIns="0" tIns="0" bIns="0">
            <a:spAutoFit/>
          </a:bodyPr>
          <a:lstStyle/>
          <a:p>
            <a:pPr>
              <a:lnSpc>
                <a:spcPts val="1569"/>
              </a:lnSpc>
              <a:spcBef>
                <a:spcPts val="0"/>
              </a:spcBef>
              <a:spcAft>
                <a:spcPts val="0"/>
              </a:spcAft>
            </a:pPr>
            <a:r>
              <a:rPr sz="1162" b="0">
                <a:solidFill>
                  <a:srgbClr val="62758C"/>
                </a:solidFill>
                <a:latin typeface="Arial"/>
                <a:ea typeface="Microsoft YaHei"/>
              </a:rPr>
              <a:t>Device</a:t>
            </a:r>
            <a:r>
              <a:rPr sz="1162" b="0">
                <a:solidFill>
                  <a:srgbClr val="62758C"/>
                </a:solidFill>
                <a:latin typeface="Microsoft YaHei"/>
                <a:ea typeface="Microsoft YaHei"/>
              </a:rPr>
              <a:t> </a:t>
            </a:r>
            <a:r>
              <a:rPr sz="1162" b="0">
                <a:solidFill>
                  <a:srgbClr val="62758C"/>
                </a:solidFill>
                <a:latin typeface="Arial"/>
                <a:ea typeface="Microsoft YaHei"/>
              </a:rPr>
              <a:t>ownership</a:t>
            </a:r>
            <a:r>
              <a:rPr sz="1162" b="0">
                <a:solidFill>
                  <a:srgbClr val="62758C"/>
                </a:solidFill>
                <a:latin typeface="Microsoft YaHei"/>
                <a:ea typeface="Microsoft YaHei"/>
              </a:rPr>
              <a:t> </a:t>
            </a:r>
            <a:r>
              <a:rPr sz="1162" b="0">
                <a:solidFill>
                  <a:srgbClr val="62758C"/>
                </a:solidFill>
                <a:latin typeface="Arial"/>
                <a:ea typeface="Microsoft YaHei"/>
              </a:rPr>
              <a:t>/</a:t>
            </a:r>
            <a:r>
              <a:rPr sz="1162" b="0">
                <a:solidFill>
                  <a:srgbClr val="62758C"/>
                </a:solidFill>
                <a:latin typeface="Microsoft YaHei"/>
                <a:ea typeface="Microsoft YaHei"/>
              </a:rPr>
              <a:t> </a:t>
            </a:r>
            <a:r>
              <a:rPr sz="1162" b="0">
                <a:solidFill>
                  <a:srgbClr val="62758C"/>
                </a:solidFill>
                <a:latin typeface="Arial"/>
                <a:ea typeface="Microsoft YaHei"/>
              </a:rPr>
              <a:t>dispatch</a:t>
            </a:r>
          </a:p>
        </p:txBody>
      </p:sp>
      <p:sp>
        <p:nvSpPr>
          <p:cNvPr id="14" name="Rounded Rectangle 13"/>
          <p:cNvSpPr/>
          <p:nvPr/>
        </p:nvSpPr>
        <p:spPr>
          <a:xfrm>
            <a:off x="6229350" y="2495550"/>
            <a:ext cx="2333625" cy="857250"/>
          </a:xfrm>
          <a:prstGeom prst="roundRect">
            <a:avLst>
              <a:gd name="adj" fmla="val 11111"/>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6567" y="2619375"/>
            <a:ext cx="1915390" cy="293370"/>
          </a:xfrm>
          <a:prstGeom prst="rect">
            <a:avLst/>
          </a:prstGeom>
          <a:noFill/>
        </p:spPr>
        <p:txBody>
          <a:bodyPr wrap="none" lIns="0" rIns="0" tIns="0" bIns="0">
            <a:spAutoFit/>
          </a:bodyPr>
          <a:lstStyle/>
          <a:p>
            <a:pPr>
              <a:lnSpc>
                <a:spcPts val="2227"/>
              </a:lnSpc>
              <a:spcBef>
                <a:spcPts val="0"/>
              </a:spcBef>
              <a:spcAft>
                <a:spcPts val="0"/>
              </a:spcAft>
            </a:pPr>
            <a:r>
              <a:rPr sz="1650" b="1">
                <a:solidFill>
                  <a:srgbClr val="168D9D"/>
                </a:solidFill>
                <a:latin typeface="Arial"/>
                <a:ea typeface="Microsoft YaHei"/>
              </a:rPr>
              <a:t>Driver</a:t>
            </a:r>
            <a:r>
              <a:rPr sz="1650" b="1">
                <a:solidFill>
                  <a:srgbClr val="168D9D"/>
                </a:solidFill>
                <a:latin typeface="Microsoft YaHei"/>
                <a:ea typeface="Microsoft YaHei"/>
              </a:rPr>
              <a:t> </a:t>
            </a:r>
            <a:r>
              <a:rPr sz="1650" b="1">
                <a:solidFill>
                  <a:srgbClr val="168D9D"/>
                </a:solidFill>
                <a:latin typeface="Arial"/>
                <a:ea typeface="Microsoft YaHei"/>
              </a:rPr>
              <a:t>adapters</a:t>
            </a:r>
          </a:p>
        </p:txBody>
      </p:sp>
      <p:sp>
        <p:nvSpPr>
          <p:cNvPr id="16" name="TextBox 15"/>
          <p:cNvSpPr txBox="1"/>
          <p:nvPr/>
        </p:nvSpPr>
        <p:spPr>
          <a:xfrm>
            <a:off x="6461596" y="2930842"/>
            <a:ext cx="1945332"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Finite</a:t>
            </a:r>
            <a:r>
              <a:rPr sz="1200" b="0">
                <a:solidFill>
                  <a:srgbClr val="62758C"/>
                </a:solidFill>
                <a:latin typeface="Microsoft YaHei"/>
                <a:ea typeface="Microsoft YaHei"/>
              </a:rPr>
              <a:t> </a:t>
            </a:r>
            <a:r>
              <a:rPr sz="1200" b="0">
                <a:solidFill>
                  <a:srgbClr val="62758C"/>
                </a:solidFill>
                <a:latin typeface="Arial"/>
                <a:ea typeface="Microsoft YaHei"/>
              </a:rPr>
              <a:t>device</a:t>
            </a:r>
            <a:r>
              <a:rPr sz="1200" b="0">
                <a:solidFill>
                  <a:srgbClr val="62758C"/>
                </a:solidFill>
                <a:latin typeface="Microsoft YaHei"/>
                <a:ea typeface="Microsoft YaHei"/>
              </a:rPr>
              <a:t> </a:t>
            </a:r>
            <a:r>
              <a:rPr sz="1200" b="0">
                <a:solidFill>
                  <a:srgbClr val="62758C"/>
                </a:solidFill>
                <a:latin typeface="Arial"/>
                <a:ea typeface="Microsoft YaHei"/>
              </a:rPr>
              <a:t>capabilities</a:t>
            </a:r>
          </a:p>
        </p:txBody>
      </p:sp>
      <p:sp>
        <p:nvSpPr>
          <p:cNvPr id="17" name="Rounded Rectangle 16"/>
          <p:cNvSpPr/>
          <p:nvPr/>
        </p:nvSpPr>
        <p:spPr>
          <a:xfrm>
            <a:off x="8991600" y="2495550"/>
            <a:ext cx="2438400" cy="857250"/>
          </a:xfrm>
          <a:prstGeom prst="roundRect">
            <a:avLst>
              <a:gd name="adj" fmla="val 11111"/>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04153" y="2619375"/>
            <a:ext cx="2289492" cy="273367"/>
          </a:xfrm>
          <a:prstGeom prst="rect">
            <a:avLst/>
          </a:prstGeom>
          <a:noFill/>
        </p:spPr>
        <p:txBody>
          <a:bodyPr wrap="none" lIns="0" rIns="0" tIns="0" bIns="0">
            <a:spAutoFit/>
          </a:bodyPr>
          <a:lstStyle/>
          <a:p>
            <a:pPr>
              <a:lnSpc>
                <a:spcPts val="2075"/>
              </a:lnSpc>
              <a:spcBef>
                <a:spcPts val="0"/>
              </a:spcBef>
              <a:spcAft>
                <a:spcPts val="0"/>
              </a:spcAft>
            </a:pPr>
            <a:r>
              <a:rPr sz="1537" b="1">
                <a:solidFill>
                  <a:srgbClr val="168D9D"/>
                </a:solidFill>
                <a:latin typeface="Arial"/>
                <a:ea typeface="Microsoft YaHei"/>
              </a:rPr>
              <a:t>Instrument</a:t>
            </a:r>
            <a:r>
              <a:rPr sz="1537" b="1">
                <a:solidFill>
                  <a:srgbClr val="168D9D"/>
                </a:solidFill>
                <a:latin typeface="Microsoft YaHei"/>
                <a:ea typeface="Microsoft YaHei"/>
              </a:rPr>
              <a:t> </a:t>
            </a:r>
            <a:r>
              <a:rPr sz="1537" b="1">
                <a:solidFill>
                  <a:srgbClr val="168D9D"/>
                </a:solidFill>
                <a:latin typeface="Arial"/>
                <a:ea typeface="Microsoft YaHei"/>
              </a:rPr>
              <a:t>sessions</a:t>
            </a:r>
          </a:p>
        </p:txBody>
      </p:sp>
      <p:sp>
        <p:nvSpPr>
          <p:cNvPr id="19" name="TextBox 18"/>
          <p:cNvSpPr txBox="1"/>
          <p:nvPr/>
        </p:nvSpPr>
        <p:spPr>
          <a:xfrm>
            <a:off x="9432838" y="2930842"/>
            <a:ext cx="1632123"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Vendor</a:t>
            </a:r>
            <a:r>
              <a:rPr sz="1200" b="0">
                <a:solidFill>
                  <a:srgbClr val="62758C"/>
                </a:solidFill>
                <a:latin typeface="Microsoft YaHei"/>
                <a:ea typeface="Microsoft YaHei"/>
              </a:rPr>
              <a:t> </a:t>
            </a:r>
            <a:r>
              <a:rPr sz="1200" b="0">
                <a:solidFill>
                  <a:srgbClr val="62758C"/>
                </a:solidFill>
                <a:latin typeface="Arial"/>
                <a:ea typeface="Microsoft YaHei"/>
              </a:rPr>
              <a:t>I/O</a:t>
            </a:r>
            <a:r>
              <a:rPr sz="1200" b="0">
                <a:solidFill>
                  <a:srgbClr val="62758C"/>
                </a:solidFill>
                <a:latin typeface="Microsoft YaHei"/>
                <a:ea typeface="Microsoft YaHei"/>
              </a:rPr>
              <a:t> </a:t>
            </a:r>
            <a:r>
              <a:rPr sz="1200" b="0">
                <a:solidFill>
                  <a:srgbClr val="62758C"/>
                </a:solidFill>
                <a:latin typeface="Arial"/>
                <a:ea typeface="Microsoft YaHei"/>
              </a:rPr>
              <a:t>and</a:t>
            </a:r>
            <a:r>
              <a:rPr sz="1200" b="0">
                <a:solidFill>
                  <a:srgbClr val="62758C"/>
                </a:solidFill>
                <a:latin typeface="Microsoft YaHei"/>
                <a:ea typeface="Microsoft YaHei"/>
              </a:rPr>
              <a:t> </a:t>
            </a:r>
            <a:r>
              <a:rPr sz="1200" b="0">
                <a:solidFill>
                  <a:srgbClr val="62758C"/>
                </a:solidFill>
                <a:latin typeface="Arial"/>
                <a:ea typeface="Microsoft YaHei"/>
              </a:rPr>
              <a:t>state</a:t>
            </a:r>
          </a:p>
        </p:txBody>
      </p:sp>
      <p:cxnSp>
        <p:nvCxnSpPr>
          <p:cNvPr id="20" name="Connector 19"/>
          <p:cNvCxnSpPr/>
          <p:nvPr/>
        </p:nvCxnSpPr>
        <p:spPr>
          <a:xfrm>
            <a:off x="3038475" y="2924175"/>
            <a:ext cx="438150" cy="0"/>
          </a:xfrm>
          <a:prstGeom prst="line">
            <a:avLst/>
          </a:prstGeom>
          <a:ln w="21907">
            <a:solidFill>
              <a:srgbClr val="168D9D"/>
            </a:solidFill>
          </a:ln>
        </p:spPr>
        <p:style>
          <a:lnRef idx="2">
            <a:schemeClr val="accent1"/>
          </a:lnRef>
          <a:fillRef idx="0">
            <a:schemeClr val="accent1"/>
          </a:fillRef>
          <a:effectRef idx="1">
            <a:schemeClr val="accent1"/>
          </a:effectRef>
          <a:fontRef idx="minor">
            <a:schemeClr val="tx1"/>
          </a:fontRef>
        </p:style>
      </p:cxnSp>
      <p:sp>
        <p:nvSpPr>
          <p:cNvPr id="21" name="Freeform 20"/>
          <p:cNvSpPr/>
          <p:nvPr/>
        </p:nvSpPr>
        <p:spPr>
          <a:xfrm>
            <a:off x="3390900" y="2882900"/>
            <a:ext cx="88900" cy="76200"/>
          </a:xfrm>
          <a:custGeom>
            <a:avLst/>
            <a:gdLst/>
            <a:ahLst/>
            <a:cxnLst/>
            <a:rect l="l" t="t" r="r" b="b"/>
            <a:pathLst>
              <a:path w="7" h="6">
                <a:moveTo>
                  <a:pt x="7" y="3"/>
                </a:moveTo>
                <a:lnTo>
                  <a:pt x="0" y="0"/>
                </a:lnTo>
                <a:lnTo>
                  <a:pt x="0" y="6"/>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5791200" y="2924175"/>
            <a:ext cx="438150" cy="0"/>
          </a:xfrm>
          <a:prstGeom prst="line">
            <a:avLst/>
          </a:prstGeom>
          <a:ln w="21907">
            <a:solidFill>
              <a:srgbClr val="168D9D"/>
            </a:solidFill>
          </a:ln>
        </p:spPr>
        <p:style>
          <a:lnRef idx="2">
            <a:schemeClr val="accent1"/>
          </a:lnRef>
          <a:fillRef idx="0">
            <a:schemeClr val="accent1"/>
          </a:fillRef>
          <a:effectRef idx="1">
            <a:schemeClr val="accent1"/>
          </a:effectRef>
          <a:fontRef idx="minor">
            <a:schemeClr val="tx1"/>
          </a:fontRef>
        </p:style>
      </p:cxnSp>
      <p:sp>
        <p:nvSpPr>
          <p:cNvPr id="23" name="Freeform 22"/>
          <p:cNvSpPr/>
          <p:nvPr/>
        </p:nvSpPr>
        <p:spPr>
          <a:xfrm>
            <a:off x="6146800" y="2882900"/>
            <a:ext cx="76200" cy="76200"/>
          </a:xfrm>
          <a:custGeom>
            <a:avLst/>
            <a:gdLst/>
            <a:ahLst/>
            <a:cxnLst/>
            <a:rect l="l" t="t" r="r" b="b"/>
            <a:pathLst>
              <a:path w="6" h="6">
                <a:moveTo>
                  <a:pt x="6" y="3"/>
                </a:moveTo>
                <a:lnTo>
                  <a:pt x="0" y="0"/>
                </a:lnTo>
                <a:lnTo>
                  <a:pt x="0" y="6"/>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8562975" y="2924175"/>
            <a:ext cx="428625" cy="0"/>
          </a:xfrm>
          <a:prstGeom prst="line">
            <a:avLst/>
          </a:prstGeom>
          <a:ln w="21907">
            <a:solidFill>
              <a:srgbClr val="168D9D"/>
            </a:solidFill>
          </a:ln>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8902700" y="2882900"/>
            <a:ext cx="88900" cy="76200"/>
          </a:xfrm>
          <a:custGeom>
            <a:avLst/>
            <a:gdLst/>
            <a:ahLst/>
            <a:cxnLst/>
            <a:rect l="l" t="t" r="r" b="b"/>
            <a:pathLst>
              <a:path w="7" h="6">
                <a:moveTo>
                  <a:pt x="7" y="3"/>
                </a:moveTo>
                <a:lnTo>
                  <a:pt x="0" y="0"/>
                </a:lnTo>
                <a:lnTo>
                  <a:pt x="0" y="6"/>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52475" y="3971925"/>
            <a:ext cx="2286000" cy="866775"/>
          </a:xfrm>
          <a:prstGeom prst="roundRect">
            <a:avLst>
              <a:gd name="adj" fmla="val 10989"/>
            </a:avLst>
          </a:prstGeom>
          <a:solidFill>
            <a:srgbClr val="EDF3FC"/>
          </a:solidFill>
          <a:ln w="13334">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5170" y="4095750"/>
            <a:ext cx="2136809" cy="293370"/>
          </a:xfrm>
          <a:prstGeom prst="rect">
            <a:avLst/>
          </a:prstGeom>
          <a:noFill/>
        </p:spPr>
        <p:txBody>
          <a:bodyPr wrap="none" lIns="0" rIns="0" tIns="0" bIns="0">
            <a:spAutoFit/>
          </a:bodyPr>
          <a:lstStyle/>
          <a:p>
            <a:pPr>
              <a:lnSpc>
                <a:spcPts val="2227"/>
              </a:lnSpc>
              <a:spcBef>
                <a:spcPts val="0"/>
              </a:spcBef>
              <a:spcAft>
                <a:spcPts val="0"/>
              </a:spcAft>
            </a:pPr>
            <a:r>
              <a:rPr sz="1650" b="1">
                <a:solidFill>
                  <a:srgbClr val="3B6CB0"/>
                </a:solidFill>
                <a:latin typeface="Arial"/>
                <a:ea typeface="Microsoft YaHei"/>
              </a:rPr>
              <a:t>Command</a:t>
            </a:r>
            <a:r>
              <a:rPr sz="1650" b="1">
                <a:solidFill>
                  <a:srgbClr val="3B6CB0"/>
                </a:solidFill>
                <a:latin typeface="Microsoft YaHei"/>
                <a:ea typeface="Microsoft YaHei"/>
              </a:rPr>
              <a:t> </a:t>
            </a:r>
            <a:r>
              <a:rPr sz="1650" b="1">
                <a:solidFill>
                  <a:srgbClr val="3B6CB0"/>
                </a:solidFill>
                <a:latin typeface="Arial"/>
                <a:ea typeface="Microsoft YaHei"/>
              </a:rPr>
              <a:t>journal</a:t>
            </a:r>
          </a:p>
        </p:txBody>
      </p:sp>
      <p:sp>
        <p:nvSpPr>
          <p:cNvPr id="28" name="TextBox 27"/>
          <p:cNvSpPr txBox="1"/>
          <p:nvPr/>
        </p:nvSpPr>
        <p:spPr>
          <a:xfrm>
            <a:off x="934268" y="4407217"/>
            <a:ext cx="1998612"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IDs</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outcomes</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recovery</a:t>
            </a:r>
          </a:p>
        </p:txBody>
      </p:sp>
      <p:sp>
        <p:nvSpPr>
          <p:cNvPr id="29" name="Rounded Rectangle 28"/>
          <p:cNvSpPr/>
          <p:nvPr/>
        </p:nvSpPr>
        <p:spPr>
          <a:xfrm>
            <a:off x="3476625" y="3971925"/>
            <a:ext cx="2314575" cy="866775"/>
          </a:xfrm>
          <a:prstGeom prst="roundRect">
            <a:avLst>
              <a:gd name="adj" fmla="val 10989"/>
            </a:avLst>
          </a:prstGeom>
          <a:solidFill>
            <a:srgbClr val="FFF4DE"/>
          </a:solidFill>
          <a:ln w="13334">
            <a:solidFill>
              <a:srgbClr val="BC7D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22758" y="4095750"/>
            <a:ext cx="1898507" cy="293370"/>
          </a:xfrm>
          <a:prstGeom prst="rect">
            <a:avLst/>
          </a:prstGeom>
          <a:noFill/>
        </p:spPr>
        <p:txBody>
          <a:bodyPr wrap="none" lIns="0" rIns="0" tIns="0" bIns="0">
            <a:spAutoFit/>
          </a:bodyPr>
          <a:lstStyle/>
          <a:p>
            <a:pPr>
              <a:lnSpc>
                <a:spcPts val="2227"/>
              </a:lnSpc>
              <a:spcBef>
                <a:spcPts val="0"/>
              </a:spcBef>
              <a:spcAft>
                <a:spcPts val="0"/>
              </a:spcAft>
            </a:pPr>
            <a:r>
              <a:rPr sz="1650" b="1">
                <a:solidFill>
                  <a:srgbClr val="BC7D1D"/>
                </a:solidFill>
                <a:latin typeface="Arial"/>
                <a:ea typeface="Microsoft YaHei"/>
              </a:rPr>
              <a:t>Local</a:t>
            </a:r>
            <a:r>
              <a:rPr sz="1650" b="1">
                <a:solidFill>
                  <a:srgbClr val="BC7D1D"/>
                </a:solidFill>
                <a:latin typeface="Microsoft YaHei"/>
                <a:ea typeface="Microsoft YaHei"/>
              </a:rPr>
              <a:t> </a:t>
            </a:r>
            <a:r>
              <a:rPr sz="1650" b="1">
                <a:solidFill>
                  <a:srgbClr val="BC7D1D"/>
                </a:solidFill>
                <a:latin typeface="Arial"/>
                <a:ea typeface="Microsoft YaHei"/>
              </a:rPr>
              <a:t>watchdog</a:t>
            </a:r>
          </a:p>
        </p:txBody>
      </p:sp>
      <p:sp>
        <p:nvSpPr>
          <p:cNvPr id="31" name="TextBox 30"/>
          <p:cNvSpPr txBox="1"/>
          <p:nvPr/>
        </p:nvSpPr>
        <p:spPr>
          <a:xfrm>
            <a:off x="3645730" y="4407217"/>
            <a:ext cx="2052563"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Contact</a:t>
            </a:r>
            <a:r>
              <a:rPr sz="1200" b="0">
                <a:solidFill>
                  <a:srgbClr val="62758C"/>
                </a:solidFill>
                <a:latin typeface="Microsoft YaHei"/>
                <a:ea typeface="Microsoft YaHei"/>
              </a:rPr>
              <a:t> </a:t>
            </a:r>
            <a:r>
              <a:rPr sz="1200" b="0">
                <a:solidFill>
                  <a:srgbClr val="62758C"/>
                </a:solidFill>
                <a:latin typeface="Arial"/>
                <a:ea typeface="Microsoft YaHei"/>
              </a:rPr>
              <a:t>loss</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stop</a:t>
            </a:r>
            <a:r>
              <a:rPr sz="1200" b="0">
                <a:solidFill>
                  <a:srgbClr val="62758C"/>
                </a:solidFill>
                <a:latin typeface="Microsoft YaHei"/>
                <a:ea typeface="Microsoft YaHei"/>
              </a:rPr>
              <a:t> </a:t>
            </a:r>
            <a:r>
              <a:rPr sz="1200" b="0">
                <a:solidFill>
                  <a:srgbClr val="62758C"/>
                </a:solidFill>
                <a:latin typeface="Arial"/>
                <a:ea typeface="Microsoft YaHei"/>
              </a:rPr>
              <a:t>latches</a:t>
            </a:r>
          </a:p>
        </p:txBody>
      </p:sp>
      <p:sp>
        <p:nvSpPr>
          <p:cNvPr id="32" name="Rounded Rectangle 31"/>
          <p:cNvSpPr/>
          <p:nvPr/>
        </p:nvSpPr>
        <p:spPr>
          <a:xfrm>
            <a:off x="6229350" y="3971925"/>
            <a:ext cx="2333625" cy="866775"/>
          </a:xfrm>
          <a:prstGeom prst="roundRect">
            <a:avLst>
              <a:gd name="adj" fmla="val 10989"/>
            </a:avLst>
          </a:prstGeom>
          <a:solidFill>
            <a:srgbClr val="E9F6EF"/>
          </a:solidFill>
          <a:ln w="13334">
            <a:solidFill>
              <a:srgbClr val="278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70019" y="4095750"/>
            <a:ext cx="1928486" cy="293370"/>
          </a:xfrm>
          <a:prstGeom prst="rect">
            <a:avLst/>
          </a:prstGeom>
          <a:noFill/>
        </p:spPr>
        <p:txBody>
          <a:bodyPr wrap="none" lIns="0" rIns="0" tIns="0" bIns="0">
            <a:spAutoFit/>
          </a:bodyPr>
          <a:lstStyle/>
          <a:p>
            <a:pPr>
              <a:lnSpc>
                <a:spcPts val="2227"/>
              </a:lnSpc>
              <a:spcBef>
                <a:spcPts val="0"/>
              </a:spcBef>
              <a:spcAft>
                <a:spcPts val="0"/>
              </a:spcAft>
            </a:pPr>
            <a:r>
              <a:rPr sz="1650" b="1">
                <a:solidFill>
                  <a:srgbClr val="278565"/>
                </a:solidFill>
                <a:latin typeface="Arial"/>
                <a:ea typeface="Microsoft YaHei"/>
              </a:rPr>
              <a:t>Raw-data</a:t>
            </a:r>
            <a:r>
              <a:rPr sz="1650" b="1">
                <a:solidFill>
                  <a:srgbClr val="278565"/>
                </a:solidFill>
                <a:latin typeface="Microsoft YaHei"/>
                <a:ea typeface="Microsoft YaHei"/>
              </a:rPr>
              <a:t> </a:t>
            </a:r>
            <a:r>
              <a:rPr sz="1650" b="1">
                <a:solidFill>
                  <a:srgbClr val="278565"/>
                </a:solidFill>
                <a:latin typeface="Arial"/>
                <a:ea typeface="Microsoft YaHei"/>
              </a:rPr>
              <a:t>cache</a:t>
            </a:r>
          </a:p>
        </p:txBody>
      </p:sp>
      <p:sp>
        <p:nvSpPr>
          <p:cNvPr id="34" name="TextBox 33"/>
          <p:cNvSpPr txBox="1"/>
          <p:nvPr/>
        </p:nvSpPr>
        <p:spPr>
          <a:xfrm>
            <a:off x="6387219" y="4407217"/>
            <a:ext cx="2094086"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Atomic</a:t>
            </a:r>
            <a:r>
              <a:rPr sz="1200" b="0">
                <a:solidFill>
                  <a:srgbClr val="62758C"/>
                </a:solidFill>
                <a:latin typeface="Microsoft YaHei"/>
                <a:ea typeface="Microsoft YaHei"/>
              </a:rPr>
              <a:t> </a:t>
            </a:r>
            <a:r>
              <a:rPr sz="1200" b="0">
                <a:solidFill>
                  <a:srgbClr val="62758C"/>
                </a:solidFill>
                <a:latin typeface="Arial"/>
                <a:ea typeface="Microsoft YaHei"/>
              </a:rPr>
              <a:t>local</a:t>
            </a:r>
            <a:r>
              <a:rPr sz="1200" b="0">
                <a:solidFill>
                  <a:srgbClr val="62758C"/>
                </a:solidFill>
                <a:latin typeface="Microsoft YaHei"/>
                <a:ea typeface="Microsoft YaHei"/>
              </a:rPr>
              <a:t> </a:t>
            </a:r>
            <a:r>
              <a:rPr sz="1200" b="0">
                <a:solidFill>
                  <a:srgbClr val="62758C"/>
                </a:solidFill>
                <a:latin typeface="Arial"/>
                <a:ea typeface="Microsoft YaHei"/>
              </a:rPr>
              <a:t>artifact</a:t>
            </a:r>
            <a:r>
              <a:rPr sz="1200" b="0">
                <a:solidFill>
                  <a:srgbClr val="62758C"/>
                </a:solidFill>
                <a:latin typeface="Microsoft YaHei"/>
                <a:ea typeface="Microsoft YaHei"/>
              </a:rPr>
              <a:t> </a:t>
            </a:r>
            <a:r>
              <a:rPr sz="1200" b="0">
                <a:solidFill>
                  <a:srgbClr val="62758C"/>
                </a:solidFill>
                <a:latin typeface="Arial"/>
                <a:ea typeface="Microsoft YaHei"/>
              </a:rPr>
              <a:t>writes</a:t>
            </a:r>
          </a:p>
        </p:txBody>
      </p:sp>
      <p:sp>
        <p:nvSpPr>
          <p:cNvPr id="35" name="Rounded Rectangle 34"/>
          <p:cNvSpPr/>
          <p:nvPr/>
        </p:nvSpPr>
        <p:spPr>
          <a:xfrm>
            <a:off x="8991600" y="3971925"/>
            <a:ext cx="2438400" cy="866775"/>
          </a:xfrm>
          <a:prstGeom prst="roundRect">
            <a:avLst>
              <a:gd name="adj" fmla="val 10989"/>
            </a:avLst>
          </a:prstGeom>
          <a:solidFill>
            <a:srgbClr val="E9F6EF"/>
          </a:solidFill>
          <a:ln w="13334">
            <a:solidFill>
              <a:srgbClr val="278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24919" y="4095750"/>
            <a:ext cx="1847961" cy="293370"/>
          </a:xfrm>
          <a:prstGeom prst="rect">
            <a:avLst/>
          </a:prstGeom>
          <a:noFill/>
        </p:spPr>
        <p:txBody>
          <a:bodyPr wrap="none" lIns="0" rIns="0" tIns="0" bIns="0">
            <a:spAutoFit/>
          </a:bodyPr>
          <a:lstStyle/>
          <a:p>
            <a:pPr>
              <a:lnSpc>
                <a:spcPts val="2227"/>
              </a:lnSpc>
              <a:spcBef>
                <a:spcPts val="0"/>
              </a:spcBef>
              <a:spcAft>
                <a:spcPts val="0"/>
              </a:spcAft>
            </a:pPr>
            <a:r>
              <a:rPr sz="1650" b="1">
                <a:solidFill>
                  <a:srgbClr val="278565"/>
                </a:solidFill>
                <a:latin typeface="Arial"/>
                <a:ea typeface="Microsoft YaHei"/>
              </a:rPr>
              <a:t>Artifact</a:t>
            </a:r>
            <a:r>
              <a:rPr sz="1650" b="1">
                <a:solidFill>
                  <a:srgbClr val="278565"/>
                </a:solidFill>
                <a:latin typeface="Microsoft YaHei"/>
                <a:ea typeface="Microsoft YaHei"/>
              </a:rPr>
              <a:t> </a:t>
            </a:r>
            <a:r>
              <a:rPr sz="1650" b="1">
                <a:solidFill>
                  <a:srgbClr val="278565"/>
                </a:solidFill>
                <a:latin typeface="Arial"/>
                <a:ea typeface="Microsoft YaHei"/>
              </a:rPr>
              <a:t>outbox</a:t>
            </a:r>
          </a:p>
        </p:txBody>
      </p:sp>
      <p:sp>
        <p:nvSpPr>
          <p:cNvPr id="37" name="TextBox 36"/>
          <p:cNvSpPr txBox="1"/>
          <p:nvPr/>
        </p:nvSpPr>
        <p:spPr>
          <a:xfrm>
            <a:off x="9540123" y="4407217"/>
            <a:ext cx="1417553" cy="206692"/>
          </a:xfrm>
          <a:prstGeom prst="rect">
            <a:avLst/>
          </a:prstGeom>
          <a:noFill/>
        </p:spPr>
        <p:txBody>
          <a:bodyPr wrap="none" lIns="0" rIns="0" tIns="0" bIns="0">
            <a:spAutoFit/>
          </a:bodyPr>
          <a:lstStyle/>
          <a:p>
            <a:pPr>
              <a:lnSpc>
                <a:spcPts val="1569"/>
              </a:lnSpc>
              <a:spcBef>
                <a:spcPts val="0"/>
              </a:spcBef>
              <a:spcAft>
                <a:spcPts val="0"/>
              </a:spcAft>
            </a:pPr>
            <a:r>
              <a:rPr sz="1162" b="0">
                <a:solidFill>
                  <a:srgbClr val="62758C"/>
                </a:solidFill>
                <a:latin typeface="Arial"/>
                <a:ea typeface="Microsoft YaHei"/>
              </a:rPr>
              <a:t>Checksum</a:t>
            </a:r>
            <a:r>
              <a:rPr sz="1162" b="0">
                <a:solidFill>
                  <a:srgbClr val="62758C"/>
                </a:solidFill>
                <a:latin typeface="Microsoft YaHei"/>
                <a:ea typeface="Microsoft YaHei"/>
              </a:rPr>
              <a:t> </a:t>
            </a:r>
            <a:r>
              <a:rPr sz="1162" b="0">
                <a:solidFill>
                  <a:srgbClr val="62758C"/>
                </a:solidFill>
                <a:latin typeface="Arial"/>
                <a:ea typeface="Microsoft YaHei"/>
              </a:rPr>
              <a:t>/</a:t>
            </a:r>
            <a:r>
              <a:rPr sz="1162" b="0">
                <a:solidFill>
                  <a:srgbClr val="62758C"/>
                </a:solidFill>
                <a:latin typeface="Microsoft YaHei"/>
                <a:ea typeface="Microsoft YaHei"/>
              </a:rPr>
              <a:t> </a:t>
            </a:r>
            <a:r>
              <a:rPr sz="1162" b="0">
                <a:solidFill>
                  <a:srgbClr val="62758C"/>
                </a:solidFill>
                <a:latin typeface="Arial"/>
                <a:ea typeface="Microsoft YaHei"/>
              </a:rPr>
              <a:t>retry</a:t>
            </a:r>
            <a:r>
              <a:rPr sz="1162" b="0">
                <a:solidFill>
                  <a:srgbClr val="62758C"/>
                </a:solidFill>
                <a:latin typeface="Microsoft YaHei"/>
                <a:ea typeface="Microsoft YaHei"/>
              </a:rPr>
              <a:t> </a:t>
            </a:r>
            <a:r>
              <a:rPr sz="1162" b="0">
                <a:solidFill>
                  <a:srgbClr val="62758C"/>
                </a:solidFill>
                <a:latin typeface="Arial"/>
                <a:ea typeface="Microsoft YaHei"/>
              </a:rPr>
              <a:t>/</a:t>
            </a:r>
          </a:p>
        </p:txBody>
      </p:sp>
      <p:sp>
        <p:nvSpPr>
          <p:cNvPr id="38" name="TextBox 37"/>
          <p:cNvSpPr txBox="1"/>
          <p:nvPr/>
        </p:nvSpPr>
        <p:spPr>
          <a:xfrm>
            <a:off x="9724850" y="4606528"/>
            <a:ext cx="1048098" cy="206692"/>
          </a:xfrm>
          <a:prstGeom prst="rect">
            <a:avLst/>
          </a:prstGeom>
          <a:noFill/>
        </p:spPr>
        <p:txBody>
          <a:bodyPr wrap="none" lIns="0" rIns="0" tIns="0" bIns="0">
            <a:spAutoFit/>
          </a:bodyPr>
          <a:lstStyle/>
          <a:p>
            <a:pPr>
              <a:lnSpc>
                <a:spcPts val="1569"/>
              </a:lnSpc>
              <a:spcBef>
                <a:spcPts val="0"/>
              </a:spcBef>
              <a:spcAft>
                <a:spcPts val="0"/>
              </a:spcAft>
            </a:pPr>
            <a:r>
              <a:rPr sz="1162" b="0">
                <a:solidFill>
                  <a:srgbClr val="62758C"/>
                </a:solidFill>
                <a:latin typeface="Arial"/>
                <a:ea typeface="Microsoft YaHei"/>
              </a:rPr>
              <a:t>acknowledge</a:t>
            </a:r>
          </a:p>
        </p:txBody>
      </p:sp>
      <p:cxnSp>
        <p:nvCxnSpPr>
          <p:cNvPr id="39" name="Connector 38"/>
          <p:cNvCxnSpPr/>
          <p:nvPr/>
        </p:nvCxnSpPr>
        <p:spPr>
          <a:xfrm>
            <a:off x="1885950" y="3352800"/>
            <a:ext cx="0" cy="619125"/>
          </a:xfrm>
          <a:prstGeom prst="line">
            <a:avLst/>
          </a:prstGeom>
          <a:ln w="14287">
            <a:solidFill>
              <a:srgbClr val="62758C"/>
            </a:solidFill>
            <a:prstDash val="dash"/>
          </a:ln>
        </p:spPr>
        <p:style>
          <a:lnRef idx="2">
            <a:schemeClr val="accent1"/>
          </a:lnRef>
          <a:fillRef idx="0">
            <a:schemeClr val="accent1"/>
          </a:fillRef>
          <a:effectRef idx="1">
            <a:schemeClr val="accent1"/>
          </a:effectRef>
          <a:fontRef idx="minor">
            <a:schemeClr val="tx1"/>
          </a:fontRef>
        </p:style>
      </p:cxnSp>
      <p:sp>
        <p:nvSpPr>
          <p:cNvPr id="40" name="Freeform 39"/>
          <p:cNvSpPr/>
          <p:nvPr/>
        </p:nvSpPr>
        <p:spPr>
          <a:xfrm>
            <a:off x="1841500" y="3886200"/>
            <a:ext cx="88900" cy="88900"/>
          </a:xfrm>
          <a:custGeom>
            <a:avLst/>
            <a:gdLst/>
            <a:ahLst/>
            <a:cxnLst/>
            <a:rect l="l" t="t" r="r" b="b"/>
            <a:pathLst>
              <a:path w="7" h="7">
                <a:moveTo>
                  <a:pt x="3" y="7"/>
                </a:moveTo>
                <a:lnTo>
                  <a:pt x="7" y="0"/>
                </a:lnTo>
                <a:lnTo>
                  <a:pt x="0" y="0"/>
                </a:lnTo>
                <a:close/>
              </a:path>
            </a:pathLst>
          </a:custGeom>
          <a:solidFill>
            <a:srgbClr val="6275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4629150" y="3352800"/>
            <a:ext cx="0" cy="619125"/>
          </a:xfrm>
          <a:prstGeom prst="line">
            <a:avLst/>
          </a:prstGeom>
          <a:ln w="14287">
            <a:solidFill>
              <a:srgbClr val="62758C"/>
            </a:solidFill>
            <a:prstDash val="dash"/>
          </a:ln>
        </p:spPr>
        <p:style>
          <a:lnRef idx="2">
            <a:schemeClr val="accent1"/>
          </a:lnRef>
          <a:fillRef idx="0">
            <a:schemeClr val="accent1"/>
          </a:fillRef>
          <a:effectRef idx="1">
            <a:schemeClr val="accent1"/>
          </a:effectRef>
          <a:fontRef idx="minor">
            <a:schemeClr val="tx1"/>
          </a:fontRef>
        </p:style>
      </p:cxnSp>
      <p:sp>
        <p:nvSpPr>
          <p:cNvPr id="42" name="Freeform 41"/>
          <p:cNvSpPr/>
          <p:nvPr/>
        </p:nvSpPr>
        <p:spPr>
          <a:xfrm>
            <a:off x="4584700" y="3886200"/>
            <a:ext cx="88900" cy="88900"/>
          </a:xfrm>
          <a:custGeom>
            <a:avLst/>
            <a:gdLst/>
            <a:ahLst/>
            <a:cxnLst/>
            <a:rect l="l" t="t" r="r" b="b"/>
            <a:pathLst>
              <a:path w="7" h="7">
                <a:moveTo>
                  <a:pt x="3" y="7"/>
                </a:moveTo>
                <a:lnTo>
                  <a:pt x="7" y="0"/>
                </a:lnTo>
                <a:lnTo>
                  <a:pt x="0" y="0"/>
                </a:lnTo>
                <a:close/>
              </a:path>
            </a:pathLst>
          </a:custGeom>
          <a:solidFill>
            <a:srgbClr val="6275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7400925" y="3352800"/>
            <a:ext cx="0" cy="619125"/>
          </a:xfrm>
          <a:prstGeom prst="line">
            <a:avLst/>
          </a:prstGeom>
          <a:ln w="14287">
            <a:solidFill>
              <a:srgbClr val="62758C"/>
            </a:solidFill>
            <a:prstDash val="dash"/>
          </a:ln>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7366000" y="3886200"/>
            <a:ext cx="76200" cy="88900"/>
          </a:xfrm>
          <a:custGeom>
            <a:avLst/>
            <a:gdLst/>
            <a:ahLst/>
            <a:cxnLst/>
            <a:rect l="l" t="t" r="r" b="b"/>
            <a:pathLst>
              <a:path w="6" h="7">
                <a:moveTo>
                  <a:pt x="3" y="7"/>
                </a:moveTo>
                <a:lnTo>
                  <a:pt x="6" y="0"/>
                </a:lnTo>
                <a:lnTo>
                  <a:pt x="0" y="0"/>
                </a:lnTo>
                <a:close/>
              </a:path>
            </a:pathLst>
          </a:custGeom>
          <a:solidFill>
            <a:srgbClr val="6275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10210800" y="3352800"/>
            <a:ext cx="0" cy="619125"/>
          </a:xfrm>
          <a:prstGeom prst="line">
            <a:avLst/>
          </a:prstGeom>
          <a:ln w="14287">
            <a:solidFill>
              <a:srgbClr val="62758C"/>
            </a:solidFill>
            <a:prstDash val="dash"/>
          </a:ln>
        </p:spPr>
        <p:style>
          <a:lnRef idx="2">
            <a:schemeClr val="accent1"/>
          </a:lnRef>
          <a:fillRef idx="0">
            <a:schemeClr val="accent1"/>
          </a:fillRef>
          <a:effectRef idx="1">
            <a:schemeClr val="accent1"/>
          </a:effectRef>
          <a:fontRef idx="minor">
            <a:schemeClr val="tx1"/>
          </a:fontRef>
        </p:style>
      </p:cxnSp>
      <p:sp>
        <p:nvSpPr>
          <p:cNvPr id="46" name="Freeform 45"/>
          <p:cNvSpPr/>
          <p:nvPr/>
        </p:nvSpPr>
        <p:spPr>
          <a:xfrm>
            <a:off x="10172700" y="3886200"/>
            <a:ext cx="76200" cy="88900"/>
          </a:xfrm>
          <a:custGeom>
            <a:avLst/>
            <a:gdLst/>
            <a:ahLst/>
            <a:cxnLst/>
            <a:rect l="l" t="t" r="r" b="b"/>
            <a:pathLst>
              <a:path w="6" h="7">
                <a:moveTo>
                  <a:pt x="3" y="7"/>
                </a:moveTo>
                <a:lnTo>
                  <a:pt x="6" y="0"/>
                </a:lnTo>
                <a:lnTo>
                  <a:pt x="0" y="0"/>
                </a:lnTo>
                <a:close/>
              </a:path>
            </a:pathLst>
          </a:custGeom>
          <a:solidFill>
            <a:srgbClr val="6275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flipH="1">
            <a:off x="5791200" y="4400550"/>
            <a:ext cx="438150" cy="0"/>
          </a:xfrm>
          <a:prstGeom prst="line">
            <a:avLst/>
          </a:prstGeom>
          <a:ln w="14287">
            <a:solidFill>
              <a:srgbClr val="BC7D1D"/>
            </a:solidFill>
          </a:ln>
        </p:spPr>
        <p:style>
          <a:lnRef idx="2">
            <a:schemeClr val="accent1"/>
          </a:lnRef>
          <a:fillRef idx="0">
            <a:schemeClr val="accent1"/>
          </a:fillRef>
          <a:effectRef idx="1">
            <a:schemeClr val="accent1"/>
          </a:effectRef>
          <a:fontRef idx="minor">
            <a:schemeClr val="tx1"/>
          </a:fontRef>
        </p:style>
      </p:cxnSp>
      <p:sp>
        <p:nvSpPr>
          <p:cNvPr id="48" name="Freeform 47"/>
          <p:cNvSpPr/>
          <p:nvPr/>
        </p:nvSpPr>
        <p:spPr>
          <a:xfrm>
            <a:off x="5791200" y="4356100"/>
            <a:ext cx="88900" cy="88900"/>
          </a:xfrm>
          <a:custGeom>
            <a:avLst/>
            <a:gdLst/>
            <a:ahLst/>
            <a:cxnLst/>
            <a:rect l="l" t="t" r="r" b="b"/>
            <a:pathLst>
              <a:path w="7" h="7">
                <a:moveTo>
                  <a:pt x="0" y="3"/>
                </a:moveTo>
                <a:lnTo>
                  <a:pt x="7" y="7"/>
                </a:lnTo>
                <a:lnTo>
                  <a:pt x="7" y="0"/>
                </a:lnTo>
                <a:close/>
              </a:path>
            </a:pathLst>
          </a:custGeom>
          <a:solidFill>
            <a:srgbClr val="BC7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514350" y="5886450"/>
            <a:ext cx="11163300" cy="514350"/>
          </a:xfrm>
          <a:prstGeom prst="roundRect">
            <a:avLst>
              <a:gd name="adj" fmla="val 16666"/>
            </a:avLst>
          </a:prstGeom>
          <a:solidFill>
            <a:srgbClr val="E9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95325" y="6000750"/>
            <a:ext cx="10848612" cy="260032"/>
          </a:xfrm>
          <a:prstGeom prst="rect">
            <a:avLst/>
          </a:prstGeom>
          <a:noFill/>
        </p:spPr>
        <p:txBody>
          <a:bodyPr wrap="none" lIns="0" rIns="0" tIns="0" bIns="0">
            <a:spAutoFit/>
          </a:bodyPr>
          <a:lstStyle/>
          <a:p>
            <a:pPr>
              <a:lnSpc>
                <a:spcPts val="1974"/>
              </a:lnSpc>
              <a:spcBef>
                <a:spcPts val="0"/>
              </a:spcBef>
              <a:spcAft>
                <a:spcPts val="0"/>
              </a:spcAft>
            </a:pPr>
            <a:r>
              <a:rPr sz="1462" b="1">
                <a:solidFill>
                  <a:srgbClr val="168D9D"/>
                </a:solidFill>
                <a:latin typeface="Arial"/>
                <a:ea typeface="Microsoft YaHei"/>
              </a:rPr>
              <a:t>A</a:t>
            </a:r>
            <a:r>
              <a:rPr sz="1462" b="1">
                <a:solidFill>
                  <a:srgbClr val="168D9D"/>
                </a:solidFill>
                <a:latin typeface="Microsoft YaHei"/>
                <a:ea typeface="Microsoft YaHei"/>
              </a:rPr>
              <a:t> </a:t>
            </a:r>
            <a:r>
              <a:rPr sz="1462" b="1">
                <a:solidFill>
                  <a:srgbClr val="168D9D"/>
                </a:solidFill>
                <a:latin typeface="Arial"/>
                <a:ea typeface="Microsoft YaHei"/>
              </a:rPr>
              <a:t>network</a:t>
            </a:r>
            <a:r>
              <a:rPr sz="1462" b="1">
                <a:solidFill>
                  <a:srgbClr val="168D9D"/>
                </a:solidFill>
                <a:latin typeface="Microsoft YaHei"/>
                <a:ea typeface="Microsoft YaHei"/>
              </a:rPr>
              <a:t> </a:t>
            </a:r>
            <a:r>
              <a:rPr sz="1462" b="1">
                <a:solidFill>
                  <a:srgbClr val="168D9D"/>
                </a:solidFill>
                <a:latin typeface="Arial"/>
                <a:ea typeface="Microsoft YaHei"/>
              </a:rPr>
              <a:t>interruption</a:t>
            </a:r>
            <a:r>
              <a:rPr sz="1462" b="1">
                <a:solidFill>
                  <a:srgbClr val="168D9D"/>
                </a:solidFill>
                <a:latin typeface="Microsoft YaHei"/>
                <a:ea typeface="Microsoft YaHei"/>
              </a:rPr>
              <a:t> </a:t>
            </a:r>
            <a:r>
              <a:rPr sz="1462" b="1">
                <a:solidFill>
                  <a:srgbClr val="168D9D"/>
                </a:solidFill>
                <a:latin typeface="Arial"/>
                <a:ea typeface="Microsoft YaHei"/>
              </a:rPr>
              <a:t>does</a:t>
            </a:r>
            <a:r>
              <a:rPr sz="1462" b="1">
                <a:solidFill>
                  <a:srgbClr val="168D9D"/>
                </a:solidFill>
                <a:latin typeface="Microsoft YaHei"/>
                <a:ea typeface="Microsoft YaHei"/>
              </a:rPr>
              <a:t> </a:t>
            </a:r>
            <a:r>
              <a:rPr sz="1462" b="1">
                <a:solidFill>
                  <a:srgbClr val="168D9D"/>
                </a:solidFill>
                <a:latin typeface="Arial"/>
                <a:ea typeface="Microsoft YaHei"/>
              </a:rPr>
              <a:t>not</a:t>
            </a:r>
            <a:r>
              <a:rPr sz="1462" b="1">
                <a:solidFill>
                  <a:srgbClr val="168D9D"/>
                </a:solidFill>
                <a:latin typeface="Microsoft YaHei"/>
                <a:ea typeface="Microsoft YaHei"/>
              </a:rPr>
              <a:t> </a:t>
            </a:r>
            <a:r>
              <a:rPr sz="1462" b="1">
                <a:solidFill>
                  <a:srgbClr val="168D9D"/>
                </a:solidFill>
                <a:latin typeface="Arial"/>
                <a:ea typeface="Microsoft YaHei"/>
              </a:rPr>
              <a:t>erase</a:t>
            </a:r>
            <a:r>
              <a:rPr sz="1462" b="1">
                <a:solidFill>
                  <a:srgbClr val="168D9D"/>
                </a:solidFill>
                <a:latin typeface="Microsoft YaHei"/>
                <a:ea typeface="Microsoft YaHei"/>
              </a:rPr>
              <a:t> </a:t>
            </a:r>
            <a:r>
              <a:rPr sz="1462" b="1">
                <a:solidFill>
                  <a:srgbClr val="168D9D"/>
                </a:solidFill>
                <a:latin typeface="Arial"/>
                <a:ea typeface="Microsoft YaHei"/>
              </a:rPr>
              <a:t>a</a:t>
            </a:r>
            <a:r>
              <a:rPr sz="1462" b="1">
                <a:solidFill>
                  <a:srgbClr val="168D9D"/>
                </a:solidFill>
                <a:latin typeface="Microsoft YaHei"/>
                <a:ea typeface="Microsoft YaHei"/>
              </a:rPr>
              <a:t> </a:t>
            </a:r>
            <a:r>
              <a:rPr sz="1462" b="1">
                <a:solidFill>
                  <a:srgbClr val="168D9D"/>
                </a:solidFill>
                <a:latin typeface="Arial"/>
                <a:ea typeface="Microsoft YaHei"/>
              </a:rPr>
              <a:t>command,</a:t>
            </a:r>
            <a:r>
              <a:rPr sz="1462" b="1">
                <a:solidFill>
                  <a:srgbClr val="168D9D"/>
                </a:solidFill>
                <a:latin typeface="Microsoft YaHei"/>
                <a:ea typeface="Microsoft YaHei"/>
              </a:rPr>
              <a:t> </a:t>
            </a:r>
            <a:r>
              <a:rPr sz="1462" b="1">
                <a:solidFill>
                  <a:srgbClr val="168D9D"/>
                </a:solidFill>
                <a:latin typeface="Arial"/>
                <a:ea typeface="Microsoft YaHei"/>
              </a:rPr>
              <a:t>transfer</a:t>
            </a:r>
            <a:r>
              <a:rPr sz="1462" b="1">
                <a:solidFill>
                  <a:srgbClr val="168D9D"/>
                </a:solidFill>
                <a:latin typeface="Microsoft YaHei"/>
                <a:ea typeface="Microsoft YaHei"/>
              </a:rPr>
              <a:t> </a:t>
            </a:r>
            <a:r>
              <a:rPr sz="1462" b="1">
                <a:solidFill>
                  <a:srgbClr val="168D9D"/>
                </a:solidFill>
                <a:latin typeface="Arial"/>
                <a:ea typeface="Microsoft YaHei"/>
              </a:rPr>
              <a:t>ownership</a:t>
            </a:r>
            <a:r>
              <a:rPr sz="1462" b="1">
                <a:solidFill>
                  <a:srgbClr val="168D9D"/>
                </a:solidFill>
                <a:latin typeface="Microsoft YaHei"/>
                <a:ea typeface="Microsoft YaHei"/>
              </a:rPr>
              <a:t> </a:t>
            </a:r>
            <a:r>
              <a:rPr sz="1462" b="1">
                <a:solidFill>
                  <a:srgbClr val="168D9D"/>
                </a:solidFill>
                <a:latin typeface="Arial"/>
                <a:ea typeface="Microsoft YaHei"/>
              </a:rPr>
              <a:t>or</a:t>
            </a:r>
            <a:r>
              <a:rPr sz="1462" b="1">
                <a:solidFill>
                  <a:srgbClr val="168D9D"/>
                </a:solidFill>
                <a:latin typeface="Microsoft YaHei"/>
                <a:ea typeface="Microsoft YaHei"/>
              </a:rPr>
              <a:t> </a:t>
            </a:r>
            <a:r>
              <a:rPr sz="1462" b="1">
                <a:solidFill>
                  <a:srgbClr val="168D9D"/>
                </a:solidFill>
                <a:latin typeface="Arial"/>
                <a:ea typeface="Microsoft YaHei"/>
              </a:rPr>
              <a:t>discard</a:t>
            </a:r>
            <a:r>
              <a:rPr sz="1462" b="1">
                <a:solidFill>
                  <a:srgbClr val="168D9D"/>
                </a:solidFill>
                <a:latin typeface="Microsoft YaHei"/>
                <a:ea typeface="Microsoft YaHei"/>
              </a:rPr>
              <a:t> </a:t>
            </a:r>
            <a:r>
              <a:rPr sz="1462" b="1">
                <a:solidFill>
                  <a:srgbClr val="168D9D"/>
                </a:solidFill>
                <a:latin typeface="Arial"/>
                <a:ea typeface="Microsoft YaHei"/>
              </a:rPr>
              <a:t>a</a:t>
            </a:r>
            <a:r>
              <a:rPr sz="1462" b="1">
                <a:solidFill>
                  <a:srgbClr val="168D9D"/>
                </a:solidFill>
                <a:latin typeface="Microsoft YaHei"/>
                <a:ea typeface="Microsoft YaHei"/>
              </a:rPr>
              <a:t> </a:t>
            </a:r>
            <a:r>
              <a:rPr sz="1462" b="1">
                <a:solidFill>
                  <a:srgbClr val="168D9D"/>
                </a:solidFill>
                <a:latin typeface="Arial"/>
                <a:ea typeface="Microsoft YaHei"/>
              </a:rPr>
              <a:t>saved</a:t>
            </a:r>
            <a:r>
              <a:rPr sz="1462" b="1">
                <a:solidFill>
                  <a:srgbClr val="168D9D"/>
                </a:solidFill>
                <a:latin typeface="Microsoft YaHei"/>
                <a:ea typeface="Microsoft YaHei"/>
              </a:rPr>
              <a:t> </a:t>
            </a:r>
            <a:r>
              <a:rPr sz="1462" b="1">
                <a:solidFill>
                  <a:srgbClr val="168D9D"/>
                </a:solidFill>
                <a:latin typeface="Arial"/>
                <a:ea typeface="Microsoft YaHei"/>
              </a:rPr>
              <a:t>measurement.</a:t>
            </a:r>
          </a:p>
        </p:txBody>
      </p:sp>
      <p:cxnSp>
        <p:nvCxnSpPr>
          <p:cNvPr id="51" name="Connector 50"/>
          <p:cNvCxnSpPr/>
          <p:nvPr/>
        </p:nvCxnSpPr>
        <p:spPr>
          <a:xfrm>
            <a:off x="514350" y="6543675"/>
            <a:ext cx="11163300" cy="0"/>
          </a:xfrm>
          <a:prstGeom prst="line">
            <a:avLst/>
          </a:prstGeom>
          <a:ln w="9525">
            <a:solidFill>
              <a:srgbClr val="D9E3EE"/>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523875" y="6619875"/>
            <a:ext cx="3609184"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LabOS</a:t>
            </a:r>
            <a:r>
              <a:rPr sz="825" b="0">
                <a:solidFill>
                  <a:srgbClr val="62758C"/>
                </a:solidFill>
                <a:latin typeface="Microsoft YaHei"/>
                <a:ea typeface="Microsoft YaHei"/>
              </a:rPr>
              <a:t>  </a:t>
            </a:r>
            <a:r>
              <a:rPr sz="825" b="0">
                <a:solidFill>
                  <a:srgbClr val="62758C"/>
                </a:solidFill>
                <a:latin typeface="Arial"/>
                <a:ea typeface="Microsoft YaHei"/>
              </a:rPr>
              <a:t>|</a:t>
            </a:r>
            <a:r>
              <a:rPr sz="825" b="0">
                <a:solidFill>
                  <a:srgbClr val="62758C"/>
                </a:solidFill>
                <a:latin typeface="Microsoft YaHei"/>
                <a:ea typeface="Microsoft YaHei"/>
              </a:rPr>
              <a:t>  </a:t>
            </a:r>
            <a:r>
              <a:rPr sz="825" b="0">
                <a:solidFill>
                  <a:srgbClr val="62758C"/>
                </a:solidFill>
                <a:latin typeface="Arial"/>
                <a:ea typeface="Microsoft YaHei"/>
              </a:rPr>
              <a:t>Cross-PC</a:t>
            </a:r>
            <a:r>
              <a:rPr sz="825" b="0">
                <a:solidFill>
                  <a:srgbClr val="62758C"/>
                </a:solidFill>
                <a:latin typeface="Microsoft YaHei"/>
                <a:ea typeface="Microsoft YaHei"/>
              </a:rPr>
              <a:t> </a:t>
            </a:r>
            <a:r>
              <a:rPr sz="825" b="0">
                <a:solidFill>
                  <a:srgbClr val="62758C"/>
                </a:solidFill>
                <a:latin typeface="Arial"/>
                <a:ea typeface="Microsoft YaHei"/>
              </a:rPr>
              <a:t>nonlinear</a:t>
            </a:r>
            <a:r>
              <a:rPr sz="825" b="0">
                <a:solidFill>
                  <a:srgbClr val="62758C"/>
                </a:solidFill>
                <a:latin typeface="Microsoft YaHei"/>
                <a:ea typeface="Microsoft YaHei"/>
              </a:rPr>
              <a:t> </a:t>
            </a:r>
            <a:r>
              <a:rPr sz="825" b="0">
                <a:solidFill>
                  <a:srgbClr val="62758C"/>
                </a:solidFill>
                <a:latin typeface="Arial"/>
                <a:ea typeface="Microsoft YaHei"/>
              </a:rPr>
              <a:t>Hall</a:t>
            </a:r>
            <a:r>
              <a:rPr sz="825" b="0">
                <a:solidFill>
                  <a:srgbClr val="62758C"/>
                </a:solidFill>
                <a:latin typeface="Microsoft YaHei"/>
                <a:ea typeface="Microsoft YaHei"/>
              </a:rPr>
              <a:t> </a:t>
            </a:r>
            <a:r>
              <a:rPr sz="825" b="0">
                <a:solidFill>
                  <a:srgbClr val="62758C"/>
                </a:solidFill>
                <a:latin typeface="Arial"/>
                <a:ea typeface="Microsoft YaHei"/>
              </a:rPr>
              <a:t>and</a:t>
            </a:r>
            <a:r>
              <a:rPr sz="825" b="0">
                <a:solidFill>
                  <a:srgbClr val="62758C"/>
                </a:solidFill>
                <a:latin typeface="Microsoft YaHei"/>
                <a:ea typeface="Microsoft YaHei"/>
              </a:rPr>
              <a:t> </a:t>
            </a:r>
            <a:r>
              <a:rPr sz="825" b="0">
                <a:solidFill>
                  <a:srgbClr val="62758C"/>
                </a:solidFill>
                <a:latin typeface="Arial"/>
                <a:ea typeface="Microsoft YaHei"/>
              </a:rPr>
              <a:t>BVPE</a:t>
            </a:r>
            <a:r>
              <a:rPr sz="825" b="0">
                <a:solidFill>
                  <a:srgbClr val="62758C"/>
                </a:solidFill>
                <a:latin typeface="Microsoft YaHei"/>
                <a:ea typeface="Microsoft YaHei"/>
              </a:rPr>
              <a:t> </a:t>
            </a:r>
            <a:r>
              <a:rPr sz="825" b="0">
                <a:solidFill>
                  <a:srgbClr val="62758C"/>
                </a:solidFill>
                <a:latin typeface="Arial"/>
                <a:ea typeface="Microsoft YaHei"/>
              </a:rPr>
              <a:t>measurement</a:t>
            </a:r>
            <a:r>
              <a:rPr sz="825" b="0">
                <a:solidFill>
                  <a:srgbClr val="62758C"/>
                </a:solidFill>
                <a:latin typeface="Microsoft YaHei"/>
                <a:ea typeface="Microsoft YaHei"/>
              </a:rPr>
              <a:t> </a:t>
            </a:r>
            <a:r>
              <a:rPr sz="825" b="0">
                <a:solidFill>
                  <a:srgbClr val="62758C"/>
                </a:solidFill>
                <a:latin typeface="Arial"/>
                <a:ea typeface="Microsoft YaHei"/>
              </a:rPr>
              <a:t>workflows</a:t>
            </a:r>
          </a:p>
        </p:txBody>
      </p:sp>
      <p:sp>
        <p:nvSpPr>
          <p:cNvPr id="53" name="TextBox 52"/>
          <p:cNvSpPr txBox="1"/>
          <p:nvPr/>
        </p:nvSpPr>
        <p:spPr>
          <a:xfrm>
            <a:off x="11348256" y="6600825"/>
            <a:ext cx="405593"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62758C"/>
                </a:solidFill>
                <a:latin typeface="Arial"/>
                <a:ea typeface="Microsoft YaHei"/>
              </a:rPr>
              <a:t>04/22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295275"/>
            <a:ext cx="1446497"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04</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RESOURCE</a:t>
            </a:r>
            <a:r>
              <a:rPr sz="975" b="1">
                <a:solidFill>
                  <a:srgbClr val="168D9D"/>
                </a:solidFill>
                <a:latin typeface="Microsoft YaHei"/>
                <a:ea typeface="Microsoft YaHei"/>
              </a:rPr>
              <a:t> </a:t>
            </a:r>
            <a:r>
              <a:rPr sz="975" b="1">
                <a:solidFill>
                  <a:srgbClr val="168D9D"/>
                </a:solidFill>
                <a:latin typeface="Arial"/>
                <a:ea typeface="Microsoft YaHei"/>
              </a:rPr>
              <a:t>MAP</a:t>
            </a:r>
          </a:p>
        </p:txBody>
      </p:sp>
      <p:sp>
        <p:nvSpPr>
          <p:cNvPr id="4" name="TextBox 3"/>
          <p:cNvSpPr txBox="1"/>
          <p:nvPr/>
        </p:nvSpPr>
        <p:spPr>
          <a:xfrm>
            <a:off x="514350" y="676275"/>
            <a:ext cx="8290228" cy="480059"/>
          </a:xfrm>
          <a:prstGeom prst="rect">
            <a:avLst/>
          </a:prstGeom>
          <a:noFill/>
        </p:spPr>
        <p:txBody>
          <a:bodyPr wrap="none" lIns="0" rIns="0" tIns="0" bIns="0">
            <a:spAutoFit/>
          </a:bodyPr>
          <a:lstStyle/>
          <a:p>
            <a:pPr>
              <a:lnSpc>
                <a:spcPts val="3645"/>
              </a:lnSpc>
              <a:spcBef>
                <a:spcPts val="0"/>
              </a:spcBef>
              <a:spcAft>
                <a:spcPts val="0"/>
              </a:spcAft>
            </a:pPr>
            <a:r>
              <a:rPr sz="2700" b="1">
                <a:solidFill>
                  <a:srgbClr val="11233E"/>
                </a:solidFill>
                <a:latin typeface="Arial"/>
                <a:ea typeface="Microsoft YaHei"/>
              </a:rPr>
              <a:t>The</a:t>
            </a:r>
            <a:r>
              <a:rPr sz="2700" b="1">
                <a:solidFill>
                  <a:srgbClr val="11233E"/>
                </a:solidFill>
                <a:latin typeface="Microsoft YaHei"/>
                <a:ea typeface="Microsoft YaHei"/>
              </a:rPr>
              <a:t> </a:t>
            </a:r>
            <a:r>
              <a:rPr sz="2700" b="1">
                <a:solidFill>
                  <a:srgbClr val="11233E"/>
                </a:solidFill>
                <a:latin typeface="Arial"/>
                <a:ea typeface="Microsoft YaHei"/>
              </a:rPr>
              <a:t>complete</a:t>
            </a:r>
            <a:r>
              <a:rPr sz="2700" b="1">
                <a:solidFill>
                  <a:srgbClr val="11233E"/>
                </a:solidFill>
                <a:latin typeface="Microsoft YaHei"/>
                <a:ea typeface="Microsoft YaHei"/>
              </a:rPr>
              <a:t> </a:t>
            </a:r>
            <a:r>
              <a:rPr sz="2700" b="1">
                <a:solidFill>
                  <a:srgbClr val="11233E"/>
                </a:solidFill>
                <a:latin typeface="Arial"/>
                <a:ea typeface="Microsoft YaHei"/>
              </a:rPr>
              <a:t>two-PC</a:t>
            </a:r>
            <a:r>
              <a:rPr sz="2700" b="1">
                <a:solidFill>
                  <a:srgbClr val="11233E"/>
                </a:solidFill>
                <a:latin typeface="Microsoft YaHei"/>
                <a:ea typeface="Microsoft YaHei"/>
              </a:rPr>
              <a:t> </a:t>
            </a:r>
            <a:r>
              <a:rPr sz="2700" b="1">
                <a:solidFill>
                  <a:srgbClr val="11233E"/>
                </a:solidFill>
                <a:latin typeface="Arial"/>
                <a:ea typeface="Microsoft YaHei"/>
              </a:rPr>
              <a:t>instrument</a:t>
            </a:r>
            <a:r>
              <a:rPr sz="2700" b="1">
                <a:solidFill>
                  <a:srgbClr val="11233E"/>
                </a:solidFill>
                <a:latin typeface="Microsoft YaHei"/>
                <a:ea typeface="Microsoft YaHei"/>
              </a:rPr>
              <a:t> </a:t>
            </a:r>
            <a:r>
              <a:rPr sz="2700" b="1">
                <a:solidFill>
                  <a:srgbClr val="11233E"/>
                </a:solidFill>
                <a:latin typeface="Arial"/>
                <a:ea typeface="Microsoft YaHei"/>
              </a:rPr>
              <a:t>inventory</a:t>
            </a:r>
          </a:p>
        </p:txBody>
      </p:sp>
      <p:sp>
        <p:nvSpPr>
          <p:cNvPr id="5" name="TextBox 4"/>
          <p:cNvSpPr txBox="1"/>
          <p:nvPr/>
        </p:nvSpPr>
        <p:spPr>
          <a:xfrm>
            <a:off x="533400" y="1247775"/>
            <a:ext cx="9242654"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62758C"/>
                </a:solidFill>
                <a:latin typeface="Arial"/>
                <a:ea typeface="Microsoft YaHei"/>
              </a:rPr>
              <a:t>Device</a:t>
            </a:r>
            <a:r>
              <a:rPr sz="1425" b="0">
                <a:solidFill>
                  <a:srgbClr val="62758C"/>
                </a:solidFill>
                <a:latin typeface="Microsoft YaHei"/>
                <a:ea typeface="Microsoft YaHei"/>
              </a:rPr>
              <a:t> </a:t>
            </a:r>
            <a:r>
              <a:rPr sz="1425" b="0">
                <a:solidFill>
                  <a:srgbClr val="62758C"/>
                </a:solidFill>
                <a:latin typeface="Arial"/>
                <a:ea typeface="Microsoft YaHei"/>
              </a:rPr>
              <a:t>ownership</a:t>
            </a:r>
            <a:r>
              <a:rPr sz="1425" b="0">
                <a:solidFill>
                  <a:srgbClr val="62758C"/>
                </a:solidFill>
                <a:latin typeface="Microsoft YaHei"/>
                <a:ea typeface="Microsoft YaHei"/>
              </a:rPr>
              <a:t> </a:t>
            </a:r>
            <a:r>
              <a:rPr sz="1425" b="0">
                <a:solidFill>
                  <a:srgbClr val="62758C"/>
                </a:solidFill>
                <a:latin typeface="Arial"/>
                <a:ea typeface="Microsoft YaHei"/>
              </a:rPr>
              <a:t>stays</a:t>
            </a:r>
            <a:r>
              <a:rPr sz="1425" b="0">
                <a:solidFill>
                  <a:srgbClr val="62758C"/>
                </a:solidFill>
                <a:latin typeface="Microsoft YaHei"/>
                <a:ea typeface="Microsoft YaHei"/>
              </a:rPr>
              <a:t> </a:t>
            </a:r>
            <a:r>
              <a:rPr sz="1425" b="0">
                <a:solidFill>
                  <a:srgbClr val="62758C"/>
                </a:solidFill>
                <a:latin typeface="Arial"/>
                <a:ea typeface="Microsoft YaHei"/>
              </a:rPr>
              <a:t>local;</a:t>
            </a:r>
            <a:r>
              <a:rPr sz="1425" b="0">
                <a:solidFill>
                  <a:srgbClr val="62758C"/>
                </a:solidFill>
                <a:latin typeface="Microsoft YaHei"/>
                <a:ea typeface="Microsoft YaHei"/>
              </a:rPr>
              <a:t> </a:t>
            </a:r>
            <a:r>
              <a:rPr sz="1425" b="0">
                <a:solidFill>
                  <a:srgbClr val="62758C"/>
                </a:solidFill>
                <a:latin typeface="Arial"/>
                <a:ea typeface="Microsoft YaHei"/>
              </a:rPr>
              <a:t>instrument</a:t>
            </a:r>
            <a:r>
              <a:rPr sz="1425" b="0">
                <a:solidFill>
                  <a:srgbClr val="62758C"/>
                </a:solidFill>
                <a:latin typeface="Microsoft YaHei"/>
                <a:ea typeface="Microsoft YaHei"/>
              </a:rPr>
              <a:t> </a:t>
            </a:r>
            <a:r>
              <a:rPr sz="1425" b="0">
                <a:solidFill>
                  <a:srgbClr val="62758C"/>
                </a:solidFill>
                <a:latin typeface="Arial"/>
                <a:ea typeface="Microsoft YaHei"/>
              </a:rPr>
              <a:t>capabilities</a:t>
            </a:r>
            <a:r>
              <a:rPr sz="1425" b="0">
                <a:solidFill>
                  <a:srgbClr val="62758C"/>
                </a:solidFill>
                <a:latin typeface="Microsoft YaHei"/>
                <a:ea typeface="Microsoft YaHei"/>
              </a:rPr>
              <a:t> </a:t>
            </a:r>
            <a:r>
              <a:rPr sz="1425" b="0">
                <a:solidFill>
                  <a:srgbClr val="62758C"/>
                </a:solidFill>
                <a:latin typeface="Arial"/>
                <a:ea typeface="Microsoft YaHei"/>
              </a:rPr>
              <a:t>can</a:t>
            </a:r>
            <a:r>
              <a:rPr sz="1425" b="0">
                <a:solidFill>
                  <a:srgbClr val="62758C"/>
                </a:solidFill>
                <a:latin typeface="Microsoft YaHei"/>
                <a:ea typeface="Microsoft YaHei"/>
              </a:rPr>
              <a:t> </a:t>
            </a:r>
            <a:r>
              <a:rPr sz="1425" b="0">
                <a:solidFill>
                  <a:srgbClr val="62758C"/>
                </a:solidFill>
                <a:latin typeface="Arial"/>
                <a:ea typeface="Microsoft YaHei"/>
              </a:rPr>
              <a:t>participate</a:t>
            </a:r>
            <a:r>
              <a:rPr sz="1425" b="0">
                <a:solidFill>
                  <a:srgbClr val="62758C"/>
                </a:solidFill>
                <a:latin typeface="Microsoft YaHei"/>
                <a:ea typeface="Microsoft YaHei"/>
              </a:rPr>
              <a:t> </a:t>
            </a:r>
            <a:r>
              <a:rPr sz="1425" b="0">
                <a:solidFill>
                  <a:srgbClr val="62758C"/>
                </a:solidFill>
                <a:latin typeface="Arial"/>
                <a:ea typeface="Microsoft YaHei"/>
              </a:rPr>
              <a:t>in</a:t>
            </a:r>
            <a:r>
              <a:rPr sz="1425" b="0">
                <a:solidFill>
                  <a:srgbClr val="62758C"/>
                </a:solidFill>
                <a:latin typeface="Microsoft YaHei"/>
                <a:ea typeface="Microsoft YaHei"/>
              </a:rPr>
              <a:t> </a:t>
            </a:r>
            <a:r>
              <a:rPr sz="1425" b="0">
                <a:solidFill>
                  <a:srgbClr val="62758C"/>
                </a:solidFill>
                <a:latin typeface="Arial"/>
                <a:ea typeface="Microsoft YaHei"/>
              </a:rPr>
              <a:t>a</a:t>
            </a:r>
            <a:r>
              <a:rPr sz="1425" b="0">
                <a:solidFill>
                  <a:srgbClr val="62758C"/>
                </a:solidFill>
                <a:latin typeface="Microsoft YaHei"/>
                <a:ea typeface="Microsoft YaHei"/>
              </a:rPr>
              <a:t> </a:t>
            </a:r>
            <a:r>
              <a:rPr sz="1425" b="0">
                <a:solidFill>
                  <a:srgbClr val="62758C"/>
                </a:solidFill>
                <a:latin typeface="Arial"/>
                <a:ea typeface="Microsoft YaHei"/>
              </a:rPr>
              <a:t>shared</a:t>
            </a:r>
            <a:r>
              <a:rPr sz="1425" b="0">
                <a:solidFill>
                  <a:srgbClr val="62758C"/>
                </a:solidFill>
                <a:latin typeface="Microsoft YaHei"/>
                <a:ea typeface="Microsoft YaHei"/>
              </a:rPr>
              <a:t> </a:t>
            </a:r>
            <a:r>
              <a:rPr sz="1425" b="0">
                <a:solidFill>
                  <a:srgbClr val="62758C"/>
                </a:solidFill>
                <a:latin typeface="Arial"/>
                <a:ea typeface="Microsoft YaHei"/>
              </a:rPr>
              <a:t>multi-PC</a:t>
            </a:r>
            <a:r>
              <a:rPr sz="1425" b="0">
                <a:solidFill>
                  <a:srgbClr val="62758C"/>
                </a:solidFill>
                <a:latin typeface="Microsoft YaHei"/>
                <a:ea typeface="Microsoft YaHei"/>
              </a:rPr>
              <a:t> </a:t>
            </a:r>
            <a:r>
              <a:rPr sz="1425" b="0">
                <a:solidFill>
                  <a:srgbClr val="62758C"/>
                </a:solidFill>
                <a:latin typeface="Arial"/>
                <a:ea typeface="Microsoft YaHei"/>
              </a:rPr>
              <a:t>experiment.</a:t>
            </a:r>
          </a:p>
        </p:txBody>
      </p:sp>
      <p:sp>
        <p:nvSpPr>
          <p:cNvPr id="6" name="Rounded Rectangle 5"/>
          <p:cNvSpPr/>
          <p:nvPr/>
        </p:nvSpPr>
        <p:spPr>
          <a:xfrm>
            <a:off x="514350" y="1847850"/>
            <a:ext cx="11163300" cy="3810000"/>
          </a:xfrm>
          <a:prstGeom prst="roundRect">
            <a:avLst>
              <a:gd name="adj" fmla="val 2500"/>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8650" y="1943100"/>
            <a:ext cx="668396"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168D9D"/>
                </a:solidFill>
                <a:latin typeface="Arial"/>
                <a:ea typeface="Microsoft YaHei"/>
              </a:rPr>
              <a:t>Owner</a:t>
            </a:r>
          </a:p>
        </p:txBody>
      </p:sp>
      <p:sp>
        <p:nvSpPr>
          <p:cNvPr id="8" name="TextBox 7"/>
          <p:cNvSpPr txBox="1"/>
          <p:nvPr/>
        </p:nvSpPr>
        <p:spPr>
          <a:xfrm>
            <a:off x="1744979" y="1943100"/>
            <a:ext cx="2034006"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168D9D"/>
                </a:solidFill>
                <a:latin typeface="Arial"/>
                <a:ea typeface="Microsoft YaHei"/>
              </a:rPr>
              <a:t>Instrument</a:t>
            </a:r>
            <a:r>
              <a:rPr sz="1275" b="1">
                <a:solidFill>
                  <a:srgbClr val="168D9D"/>
                </a:solidFill>
                <a:latin typeface="Microsoft YaHei"/>
                <a:ea typeface="Microsoft YaHei"/>
              </a:rPr>
              <a:t> </a:t>
            </a:r>
            <a:r>
              <a:rPr sz="1275" b="1">
                <a:solidFill>
                  <a:srgbClr val="168D9D"/>
                </a:solidFill>
                <a:latin typeface="Arial"/>
                <a:ea typeface="Microsoft YaHei"/>
              </a:rPr>
              <a:t>/</a:t>
            </a:r>
            <a:r>
              <a:rPr sz="1275" b="1">
                <a:solidFill>
                  <a:srgbClr val="168D9D"/>
                </a:solidFill>
                <a:latin typeface="Microsoft YaHei"/>
                <a:ea typeface="Microsoft YaHei"/>
              </a:rPr>
              <a:t> </a:t>
            </a:r>
            <a:r>
              <a:rPr sz="1275" b="1">
                <a:solidFill>
                  <a:srgbClr val="168D9D"/>
                </a:solidFill>
                <a:latin typeface="Arial"/>
                <a:ea typeface="Microsoft YaHei"/>
              </a:rPr>
              <a:t>resource</a:t>
            </a:r>
          </a:p>
        </p:txBody>
      </p:sp>
      <p:sp>
        <p:nvSpPr>
          <p:cNvPr id="9" name="TextBox 8"/>
          <p:cNvSpPr txBox="1"/>
          <p:nvPr/>
        </p:nvSpPr>
        <p:spPr>
          <a:xfrm>
            <a:off x="5875400" y="1943100"/>
            <a:ext cx="1522376"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168D9D"/>
                </a:solidFill>
                <a:latin typeface="Arial"/>
                <a:ea typeface="Microsoft YaHei"/>
              </a:rPr>
              <a:t>Experiment</a:t>
            </a:r>
            <a:r>
              <a:rPr sz="1275" b="1">
                <a:solidFill>
                  <a:srgbClr val="168D9D"/>
                </a:solidFill>
                <a:latin typeface="Microsoft YaHei"/>
                <a:ea typeface="Microsoft YaHei"/>
              </a:rPr>
              <a:t> </a:t>
            </a:r>
            <a:r>
              <a:rPr sz="1275" b="1">
                <a:solidFill>
                  <a:srgbClr val="168D9D"/>
                </a:solidFill>
                <a:latin typeface="Arial"/>
                <a:ea typeface="Microsoft YaHei"/>
              </a:rPr>
              <a:t>role</a:t>
            </a:r>
          </a:p>
        </p:txBody>
      </p:sp>
      <p:sp>
        <p:nvSpPr>
          <p:cNvPr id="10" name="Rectangle 9"/>
          <p:cNvSpPr/>
          <p:nvPr/>
        </p:nvSpPr>
        <p:spPr>
          <a:xfrm>
            <a:off x="523875" y="2228850"/>
            <a:ext cx="11144250" cy="381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8650" y="2314575"/>
            <a:ext cx="440056"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PC</a:t>
            </a:r>
            <a:r>
              <a:rPr sz="1275" b="0">
                <a:solidFill>
                  <a:srgbClr val="23364D"/>
                </a:solidFill>
                <a:latin typeface="Microsoft YaHei"/>
                <a:ea typeface="Microsoft YaHei"/>
              </a:rPr>
              <a:t> </a:t>
            </a:r>
            <a:r>
              <a:rPr sz="1275" b="0">
                <a:solidFill>
                  <a:srgbClr val="23364D"/>
                </a:solidFill>
                <a:latin typeface="Arial"/>
                <a:ea typeface="Microsoft YaHei"/>
              </a:rPr>
              <a:t>A</a:t>
            </a:r>
          </a:p>
        </p:txBody>
      </p:sp>
      <p:sp>
        <p:nvSpPr>
          <p:cNvPr id="12" name="TextBox 11"/>
          <p:cNvSpPr txBox="1"/>
          <p:nvPr/>
        </p:nvSpPr>
        <p:spPr>
          <a:xfrm>
            <a:off x="1744979" y="2314575"/>
            <a:ext cx="2603589"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SuperK</a:t>
            </a:r>
            <a:r>
              <a:rPr sz="1275" b="0">
                <a:solidFill>
                  <a:srgbClr val="23364D"/>
                </a:solidFill>
                <a:latin typeface="Microsoft YaHei"/>
                <a:ea typeface="Microsoft YaHei"/>
              </a:rPr>
              <a:t> </a:t>
            </a:r>
            <a:r>
              <a:rPr sz="1275" b="0">
                <a:solidFill>
                  <a:srgbClr val="23364D"/>
                </a:solidFill>
                <a:latin typeface="Arial"/>
                <a:ea typeface="Microsoft YaHei"/>
              </a:rPr>
              <a:t>supercontinuum</a:t>
            </a:r>
            <a:r>
              <a:rPr sz="1275" b="0">
                <a:solidFill>
                  <a:srgbClr val="23364D"/>
                </a:solidFill>
                <a:latin typeface="Microsoft YaHei"/>
                <a:ea typeface="Microsoft YaHei"/>
              </a:rPr>
              <a:t> </a:t>
            </a:r>
            <a:r>
              <a:rPr sz="1275" b="0">
                <a:solidFill>
                  <a:srgbClr val="23364D"/>
                </a:solidFill>
                <a:latin typeface="Arial"/>
                <a:ea typeface="Microsoft YaHei"/>
              </a:rPr>
              <a:t>source</a:t>
            </a:r>
          </a:p>
        </p:txBody>
      </p:sp>
      <p:sp>
        <p:nvSpPr>
          <p:cNvPr id="13" name="TextBox 12"/>
          <p:cNvSpPr txBox="1"/>
          <p:nvPr/>
        </p:nvSpPr>
        <p:spPr>
          <a:xfrm>
            <a:off x="5875400" y="2314575"/>
            <a:ext cx="4005885"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Optical</a:t>
            </a:r>
            <a:r>
              <a:rPr sz="1275" b="0">
                <a:solidFill>
                  <a:srgbClr val="23364D"/>
                </a:solidFill>
                <a:latin typeface="Microsoft YaHei"/>
                <a:ea typeface="Microsoft YaHei"/>
              </a:rPr>
              <a:t> </a:t>
            </a:r>
            <a:r>
              <a:rPr sz="1275" b="0">
                <a:solidFill>
                  <a:srgbClr val="23364D"/>
                </a:solidFill>
                <a:latin typeface="Arial"/>
                <a:ea typeface="Microsoft YaHei"/>
              </a:rPr>
              <a:t>source</a:t>
            </a:r>
            <a:r>
              <a:rPr sz="1275" b="0">
                <a:solidFill>
                  <a:srgbClr val="23364D"/>
                </a:solidFill>
                <a:latin typeface="Microsoft YaHei"/>
                <a:ea typeface="Microsoft YaHei"/>
              </a:rPr>
              <a:t> </a:t>
            </a:r>
            <a:r>
              <a:rPr sz="1275" b="0">
                <a:solidFill>
                  <a:srgbClr val="23364D"/>
                </a:solidFill>
                <a:latin typeface="Arial"/>
                <a:ea typeface="Microsoft YaHei"/>
              </a:rPr>
              <a:t>and</a:t>
            </a:r>
            <a:r>
              <a:rPr sz="1275" b="0">
                <a:solidFill>
                  <a:srgbClr val="23364D"/>
                </a:solidFill>
                <a:latin typeface="Microsoft YaHei"/>
                <a:ea typeface="Microsoft YaHei"/>
              </a:rPr>
              <a:t> </a:t>
            </a:r>
            <a:r>
              <a:rPr sz="1275" b="0">
                <a:solidFill>
                  <a:srgbClr val="23364D"/>
                </a:solidFill>
                <a:latin typeface="Arial"/>
                <a:ea typeface="Microsoft YaHei"/>
              </a:rPr>
              <a:t>excitation-band</a:t>
            </a:r>
            <a:r>
              <a:rPr sz="1275" b="0">
                <a:solidFill>
                  <a:srgbClr val="23364D"/>
                </a:solidFill>
                <a:latin typeface="Microsoft YaHei"/>
                <a:ea typeface="Microsoft YaHei"/>
              </a:rPr>
              <a:t> </a:t>
            </a:r>
            <a:r>
              <a:rPr sz="1275" b="0">
                <a:solidFill>
                  <a:srgbClr val="23364D"/>
                </a:solidFill>
                <a:latin typeface="Arial"/>
                <a:ea typeface="Microsoft YaHei"/>
              </a:rPr>
              <a:t>configuration</a:t>
            </a:r>
          </a:p>
        </p:txBody>
      </p:sp>
      <p:sp>
        <p:nvSpPr>
          <p:cNvPr id="14" name="TextBox 13"/>
          <p:cNvSpPr txBox="1"/>
          <p:nvPr/>
        </p:nvSpPr>
        <p:spPr>
          <a:xfrm>
            <a:off x="628650" y="2695575"/>
            <a:ext cx="440056"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PC</a:t>
            </a:r>
            <a:r>
              <a:rPr sz="1275" b="0">
                <a:solidFill>
                  <a:srgbClr val="23364D"/>
                </a:solidFill>
                <a:latin typeface="Microsoft YaHei"/>
                <a:ea typeface="Microsoft YaHei"/>
              </a:rPr>
              <a:t> </a:t>
            </a:r>
            <a:r>
              <a:rPr sz="1275" b="0">
                <a:solidFill>
                  <a:srgbClr val="23364D"/>
                </a:solidFill>
                <a:latin typeface="Arial"/>
                <a:ea typeface="Microsoft YaHei"/>
              </a:rPr>
              <a:t>A</a:t>
            </a:r>
          </a:p>
        </p:txBody>
      </p:sp>
      <p:sp>
        <p:nvSpPr>
          <p:cNvPr id="15" name="TextBox 14"/>
          <p:cNvSpPr txBox="1"/>
          <p:nvPr/>
        </p:nvSpPr>
        <p:spPr>
          <a:xfrm>
            <a:off x="1744979" y="2695575"/>
            <a:ext cx="1852710"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Infrared</a:t>
            </a:r>
            <a:r>
              <a:rPr sz="1275" b="0">
                <a:solidFill>
                  <a:srgbClr val="23364D"/>
                </a:solidFill>
                <a:latin typeface="Microsoft YaHei"/>
                <a:ea typeface="Microsoft YaHei"/>
              </a:rPr>
              <a:t> </a:t>
            </a:r>
            <a:r>
              <a:rPr sz="1275" b="0">
                <a:solidFill>
                  <a:srgbClr val="23364D"/>
                </a:solidFill>
                <a:latin typeface="Arial"/>
                <a:ea typeface="Microsoft YaHei"/>
              </a:rPr>
              <a:t>spectrometer</a:t>
            </a:r>
          </a:p>
        </p:txBody>
      </p:sp>
      <p:sp>
        <p:nvSpPr>
          <p:cNvPr id="16" name="TextBox 15"/>
          <p:cNvSpPr txBox="1"/>
          <p:nvPr/>
        </p:nvSpPr>
        <p:spPr>
          <a:xfrm>
            <a:off x="5875400" y="2695575"/>
            <a:ext cx="4350371"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Incident</a:t>
            </a:r>
            <a:r>
              <a:rPr sz="1275" b="0">
                <a:solidFill>
                  <a:srgbClr val="23364D"/>
                </a:solidFill>
                <a:latin typeface="Microsoft YaHei"/>
                <a:ea typeface="Microsoft YaHei"/>
              </a:rPr>
              <a:t> </a:t>
            </a:r>
            <a:r>
              <a:rPr sz="1275" b="0">
                <a:solidFill>
                  <a:srgbClr val="23364D"/>
                </a:solidFill>
                <a:latin typeface="Arial"/>
                <a:ea typeface="Microsoft YaHei"/>
              </a:rPr>
              <a:t>/</a:t>
            </a:r>
            <a:r>
              <a:rPr sz="1275" b="0">
                <a:solidFill>
                  <a:srgbClr val="23364D"/>
                </a:solidFill>
                <a:latin typeface="Microsoft YaHei"/>
                <a:ea typeface="Microsoft YaHei"/>
              </a:rPr>
              <a:t> </a:t>
            </a:r>
            <a:r>
              <a:rPr sz="1275" b="0">
                <a:solidFill>
                  <a:srgbClr val="23364D"/>
                </a:solidFill>
                <a:latin typeface="Arial"/>
                <a:ea typeface="Microsoft YaHei"/>
              </a:rPr>
              <a:t>reference</a:t>
            </a:r>
            <a:r>
              <a:rPr sz="1275" b="0">
                <a:solidFill>
                  <a:srgbClr val="23364D"/>
                </a:solidFill>
                <a:latin typeface="Microsoft YaHei"/>
                <a:ea typeface="Microsoft YaHei"/>
              </a:rPr>
              <a:t> </a:t>
            </a:r>
            <a:r>
              <a:rPr sz="1275" b="0">
                <a:solidFill>
                  <a:srgbClr val="23364D"/>
                </a:solidFill>
                <a:latin typeface="Arial"/>
                <a:ea typeface="Microsoft YaHei"/>
              </a:rPr>
              <a:t>spectrum</a:t>
            </a:r>
            <a:r>
              <a:rPr sz="1275" b="0">
                <a:solidFill>
                  <a:srgbClr val="23364D"/>
                </a:solidFill>
                <a:latin typeface="Microsoft YaHei"/>
                <a:ea typeface="Microsoft YaHei"/>
              </a:rPr>
              <a:t> </a:t>
            </a:r>
            <a:r>
              <a:rPr sz="1275" b="0">
                <a:solidFill>
                  <a:srgbClr val="23364D"/>
                </a:solidFill>
                <a:latin typeface="Arial"/>
                <a:ea typeface="Microsoft YaHei"/>
              </a:rPr>
              <a:t>and</a:t>
            </a:r>
            <a:r>
              <a:rPr sz="1275" b="0">
                <a:solidFill>
                  <a:srgbClr val="23364D"/>
                </a:solidFill>
                <a:latin typeface="Microsoft YaHei"/>
                <a:ea typeface="Microsoft YaHei"/>
              </a:rPr>
              <a:t> </a:t>
            </a:r>
            <a:r>
              <a:rPr sz="1275" b="0">
                <a:solidFill>
                  <a:srgbClr val="23364D"/>
                </a:solidFill>
                <a:latin typeface="Arial"/>
                <a:ea typeface="Microsoft YaHei"/>
              </a:rPr>
              <a:t>optical</a:t>
            </a:r>
            <a:r>
              <a:rPr sz="1275" b="0">
                <a:solidFill>
                  <a:srgbClr val="23364D"/>
                </a:solidFill>
                <a:latin typeface="Microsoft YaHei"/>
                <a:ea typeface="Microsoft YaHei"/>
              </a:rPr>
              <a:t> </a:t>
            </a:r>
            <a:r>
              <a:rPr sz="1275" b="0">
                <a:solidFill>
                  <a:srgbClr val="23364D"/>
                </a:solidFill>
                <a:latin typeface="Arial"/>
                <a:ea typeface="Microsoft YaHei"/>
              </a:rPr>
              <a:t>diagnostics</a:t>
            </a:r>
          </a:p>
        </p:txBody>
      </p:sp>
      <p:sp>
        <p:nvSpPr>
          <p:cNvPr id="17" name="Rectangle 16"/>
          <p:cNvSpPr/>
          <p:nvPr/>
        </p:nvSpPr>
        <p:spPr>
          <a:xfrm>
            <a:off x="523875" y="2990850"/>
            <a:ext cx="11144250" cy="381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650" y="3076575"/>
            <a:ext cx="440373"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PC</a:t>
            </a:r>
            <a:r>
              <a:rPr sz="1275" b="0">
                <a:solidFill>
                  <a:srgbClr val="23364D"/>
                </a:solidFill>
                <a:latin typeface="Microsoft YaHei"/>
                <a:ea typeface="Microsoft YaHei"/>
              </a:rPr>
              <a:t> </a:t>
            </a:r>
            <a:r>
              <a:rPr sz="1275" b="0">
                <a:solidFill>
                  <a:srgbClr val="23364D"/>
                </a:solidFill>
                <a:latin typeface="Arial"/>
                <a:ea typeface="Microsoft YaHei"/>
              </a:rPr>
              <a:t>B</a:t>
            </a:r>
          </a:p>
        </p:txBody>
      </p:sp>
      <p:sp>
        <p:nvSpPr>
          <p:cNvPr id="19" name="TextBox 18"/>
          <p:cNvSpPr txBox="1"/>
          <p:nvPr/>
        </p:nvSpPr>
        <p:spPr>
          <a:xfrm>
            <a:off x="1744979" y="3076575"/>
            <a:ext cx="737578"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attoDRY</a:t>
            </a:r>
          </a:p>
        </p:txBody>
      </p:sp>
      <p:sp>
        <p:nvSpPr>
          <p:cNvPr id="20" name="TextBox 19"/>
          <p:cNvSpPr txBox="1"/>
          <p:nvPr/>
        </p:nvSpPr>
        <p:spPr>
          <a:xfrm>
            <a:off x="5875400" y="3076575"/>
            <a:ext cx="4704582"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Temperature,</a:t>
            </a:r>
            <a:r>
              <a:rPr sz="1275" b="0">
                <a:solidFill>
                  <a:srgbClr val="23364D"/>
                </a:solidFill>
                <a:latin typeface="Microsoft YaHei"/>
                <a:ea typeface="Microsoft YaHei"/>
              </a:rPr>
              <a:t> </a:t>
            </a:r>
            <a:r>
              <a:rPr sz="1275" b="0">
                <a:solidFill>
                  <a:srgbClr val="23364D"/>
                </a:solidFill>
                <a:latin typeface="Arial"/>
                <a:ea typeface="Microsoft YaHei"/>
              </a:rPr>
              <a:t>magnetic</a:t>
            </a:r>
            <a:r>
              <a:rPr sz="1275" b="0">
                <a:solidFill>
                  <a:srgbClr val="23364D"/>
                </a:solidFill>
                <a:latin typeface="Microsoft YaHei"/>
                <a:ea typeface="Microsoft YaHei"/>
              </a:rPr>
              <a:t> </a:t>
            </a:r>
            <a:r>
              <a:rPr sz="1275" b="0">
                <a:solidFill>
                  <a:srgbClr val="23364D"/>
                </a:solidFill>
                <a:latin typeface="Arial"/>
                <a:ea typeface="Microsoft YaHei"/>
              </a:rPr>
              <a:t>field</a:t>
            </a:r>
            <a:r>
              <a:rPr sz="1275" b="0">
                <a:solidFill>
                  <a:srgbClr val="23364D"/>
                </a:solidFill>
                <a:latin typeface="Microsoft YaHei"/>
                <a:ea typeface="Microsoft YaHei"/>
              </a:rPr>
              <a:t> </a:t>
            </a:r>
            <a:r>
              <a:rPr sz="1275" b="0">
                <a:solidFill>
                  <a:srgbClr val="23364D"/>
                </a:solidFill>
                <a:latin typeface="Arial"/>
                <a:ea typeface="Microsoft YaHei"/>
              </a:rPr>
              <a:t>and</a:t>
            </a:r>
            <a:r>
              <a:rPr sz="1275" b="0">
                <a:solidFill>
                  <a:srgbClr val="23364D"/>
                </a:solidFill>
                <a:latin typeface="Microsoft YaHei"/>
                <a:ea typeface="Microsoft YaHei"/>
              </a:rPr>
              <a:t> </a:t>
            </a:r>
            <a:r>
              <a:rPr sz="1275" b="0">
                <a:solidFill>
                  <a:srgbClr val="23364D"/>
                </a:solidFill>
                <a:latin typeface="Arial"/>
                <a:ea typeface="Microsoft YaHei"/>
              </a:rPr>
              <a:t>sample-state</a:t>
            </a:r>
            <a:r>
              <a:rPr sz="1275" b="0">
                <a:solidFill>
                  <a:srgbClr val="23364D"/>
                </a:solidFill>
                <a:latin typeface="Microsoft YaHei"/>
                <a:ea typeface="Microsoft YaHei"/>
              </a:rPr>
              <a:t> </a:t>
            </a:r>
            <a:r>
              <a:rPr sz="1275" b="0">
                <a:solidFill>
                  <a:srgbClr val="23364D"/>
                </a:solidFill>
                <a:latin typeface="Arial"/>
                <a:ea typeface="Microsoft YaHei"/>
              </a:rPr>
              <a:t>readbacks</a:t>
            </a:r>
          </a:p>
        </p:txBody>
      </p:sp>
      <p:sp>
        <p:nvSpPr>
          <p:cNvPr id="21" name="TextBox 20"/>
          <p:cNvSpPr txBox="1"/>
          <p:nvPr/>
        </p:nvSpPr>
        <p:spPr>
          <a:xfrm>
            <a:off x="628650" y="3457575"/>
            <a:ext cx="440373"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PC</a:t>
            </a:r>
            <a:r>
              <a:rPr sz="1275" b="0">
                <a:solidFill>
                  <a:srgbClr val="23364D"/>
                </a:solidFill>
                <a:latin typeface="Microsoft YaHei"/>
                <a:ea typeface="Microsoft YaHei"/>
              </a:rPr>
              <a:t> </a:t>
            </a:r>
            <a:r>
              <a:rPr sz="1275" b="0">
                <a:solidFill>
                  <a:srgbClr val="23364D"/>
                </a:solidFill>
                <a:latin typeface="Arial"/>
                <a:ea typeface="Microsoft YaHei"/>
              </a:rPr>
              <a:t>B</a:t>
            </a:r>
          </a:p>
        </p:txBody>
      </p:sp>
      <p:sp>
        <p:nvSpPr>
          <p:cNvPr id="22" name="TextBox 21"/>
          <p:cNvSpPr txBox="1"/>
          <p:nvPr/>
        </p:nvSpPr>
        <p:spPr>
          <a:xfrm>
            <a:off x="1744979" y="3457575"/>
            <a:ext cx="1676316"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Transport</a:t>
            </a:r>
            <a:r>
              <a:rPr sz="1275" b="0">
                <a:solidFill>
                  <a:srgbClr val="23364D"/>
                </a:solidFill>
                <a:latin typeface="Microsoft YaHei"/>
                <a:ea typeface="Microsoft YaHei"/>
              </a:rPr>
              <a:t> </a:t>
            </a:r>
            <a:r>
              <a:rPr sz="1275" b="0">
                <a:solidFill>
                  <a:srgbClr val="23364D"/>
                </a:solidFill>
                <a:latin typeface="Arial"/>
                <a:ea typeface="Microsoft YaHei"/>
              </a:rPr>
              <a:t>lock-in</a:t>
            </a:r>
            <a:r>
              <a:rPr sz="1275" b="0">
                <a:solidFill>
                  <a:srgbClr val="23364D"/>
                </a:solidFill>
                <a:latin typeface="Microsoft YaHei"/>
                <a:ea typeface="Microsoft YaHei"/>
              </a:rPr>
              <a:t> </a:t>
            </a:r>
            <a:r>
              <a:rPr sz="1275" b="0">
                <a:solidFill>
                  <a:srgbClr val="23364D"/>
                </a:solidFill>
                <a:latin typeface="Arial"/>
                <a:ea typeface="Microsoft YaHei"/>
              </a:rPr>
              <a:t>x2</a:t>
            </a:r>
          </a:p>
        </p:txBody>
      </p:sp>
      <p:sp>
        <p:nvSpPr>
          <p:cNvPr id="23" name="TextBox 22"/>
          <p:cNvSpPr txBox="1"/>
          <p:nvPr/>
        </p:nvSpPr>
        <p:spPr>
          <a:xfrm>
            <a:off x="5875400" y="3457575"/>
            <a:ext cx="3919625"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Master</a:t>
            </a:r>
            <a:r>
              <a:rPr sz="1275" b="0">
                <a:solidFill>
                  <a:srgbClr val="23364D"/>
                </a:solidFill>
                <a:latin typeface="Microsoft YaHei"/>
                <a:ea typeface="Microsoft YaHei"/>
              </a:rPr>
              <a:t> </a:t>
            </a:r>
            <a:r>
              <a:rPr sz="1275" b="0">
                <a:solidFill>
                  <a:srgbClr val="23364D"/>
                </a:solidFill>
                <a:latin typeface="Arial"/>
                <a:ea typeface="Microsoft YaHei"/>
              </a:rPr>
              <a:t>drive</a:t>
            </a:r>
            <a:r>
              <a:rPr sz="1275" b="0">
                <a:solidFill>
                  <a:srgbClr val="23364D"/>
                </a:solidFill>
                <a:latin typeface="Microsoft YaHei"/>
                <a:ea typeface="Microsoft YaHei"/>
              </a:rPr>
              <a:t> </a:t>
            </a:r>
            <a:r>
              <a:rPr sz="1275" b="0">
                <a:solidFill>
                  <a:srgbClr val="23364D"/>
                </a:solidFill>
                <a:latin typeface="Arial"/>
                <a:ea typeface="Microsoft YaHei"/>
              </a:rPr>
              <a:t>+</a:t>
            </a:r>
            <a:r>
              <a:rPr sz="1275" b="0">
                <a:solidFill>
                  <a:srgbClr val="23364D"/>
                </a:solidFill>
                <a:latin typeface="Microsoft YaHei"/>
                <a:ea typeface="Microsoft YaHei"/>
              </a:rPr>
              <a:t> </a:t>
            </a:r>
            <a:r>
              <a:rPr sz="1275" b="0">
                <a:solidFill>
                  <a:srgbClr val="23364D"/>
                </a:solidFill>
                <a:latin typeface="Arial"/>
                <a:ea typeface="Microsoft YaHei"/>
              </a:rPr>
              <a:t>Vxx;</a:t>
            </a:r>
            <a:r>
              <a:rPr sz="1275" b="0">
                <a:solidFill>
                  <a:srgbClr val="23364D"/>
                </a:solidFill>
                <a:latin typeface="Microsoft YaHei"/>
                <a:ea typeface="Microsoft YaHei"/>
              </a:rPr>
              <a:t> </a:t>
            </a:r>
            <a:r>
              <a:rPr sz="1275" b="0">
                <a:solidFill>
                  <a:srgbClr val="23364D"/>
                </a:solidFill>
                <a:latin typeface="Arial"/>
                <a:ea typeface="Microsoft YaHei"/>
              </a:rPr>
              <a:t>Vxy</a:t>
            </a:r>
            <a:r>
              <a:rPr sz="1275" b="0">
                <a:solidFill>
                  <a:srgbClr val="23364D"/>
                </a:solidFill>
                <a:latin typeface="Microsoft YaHei"/>
                <a:ea typeface="Microsoft YaHei"/>
              </a:rPr>
              <a:t> </a:t>
            </a:r>
            <a:r>
              <a:rPr sz="1275" b="0">
                <a:solidFill>
                  <a:srgbClr val="23364D"/>
                </a:solidFill>
                <a:latin typeface="Arial"/>
                <a:ea typeface="Microsoft YaHei"/>
              </a:rPr>
              <a:t>with</a:t>
            </a:r>
            <a:r>
              <a:rPr sz="1275" b="0">
                <a:solidFill>
                  <a:srgbClr val="23364D"/>
                </a:solidFill>
                <a:latin typeface="Microsoft YaHei"/>
                <a:ea typeface="Microsoft YaHei"/>
              </a:rPr>
              <a:t> </a:t>
            </a:r>
            <a:r>
              <a:rPr sz="1275" b="0">
                <a:solidFill>
                  <a:srgbClr val="23364D"/>
                </a:solidFill>
                <a:latin typeface="Arial"/>
                <a:ea typeface="Microsoft YaHei"/>
              </a:rPr>
              <a:t>selected</a:t>
            </a:r>
            <a:r>
              <a:rPr sz="1275" b="0">
                <a:solidFill>
                  <a:srgbClr val="23364D"/>
                </a:solidFill>
                <a:latin typeface="Microsoft YaHei"/>
                <a:ea typeface="Microsoft YaHei"/>
              </a:rPr>
              <a:t> </a:t>
            </a:r>
            <a:r>
              <a:rPr sz="1275" b="0">
                <a:solidFill>
                  <a:srgbClr val="23364D"/>
                </a:solidFill>
                <a:latin typeface="Arial"/>
                <a:ea typeface="Microsoft YaHei"/>
              </a:rPr>
              <a:t>harmonic</a:t>
            </a:r>
          </a:p>
        </p:txBody>
      </p:sp>
      <p:sp>
        <p:nvSpPr>
          <p:cNvPr id="24" name="Rectangle 23"/>
          <p:cNvSpPr/>
          <p:nvPr/>
        </p:nvSpPr>
        <p:spPr>
          <a:xfrm>
            <a:off x="523875" y="3752850"/>
            <a:ext cx="11144250" cy="381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8650" y="3838575"/>
            <a:ext cx="440373"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PC</a:t>
            </a:r>
            <a:r>
              <a:rPr sz="1275" b="0">
                <a:solidFill>
                  <a:srgbClr val="23364D"/>
                </a:solidFill>
                <a:latin typeface="Microsoft YaHei"/>
                <a:ea typeface="Microsoft YaHei"/>
              </a:rPr>
              <a:t> </a:t>
            </a:r>
            <a:r>
              <a:rPr sz="1275" b="0">
                <a:solidFill>
                  <a:srgbClr val="23364D"/>
                </a:solidFill>
                <a:latin typeface="Arial"/>
                <a:ea typeface="Microsoft YaHei"/>
              </a:rPr>
              <a:t>B</a:t>
            </a:r>
          </a:p>
        </p:txBody>
      </p:sp>
      <p:sp>
        <p:nvSpPr>
          <p:cNvPr id="26" name="TextBox 25"/>
          <p:cNvSpPr txBox="1"/>
          <p:nvPr/>
        </p:nvSpPr>
        <p:spPr>
          <a:xfrm>
            <a:off x="1744979" y="3838575"/>
            <a:ext cx="1980241"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Chopper</a:t>
            </a:r>
            <a:r>
              <a:rPr sz="1275" b="0">
                <a:solidFill>
                  <a:srgbClr val="23364D"/>
                </a:solidFill>
                <a:latin typeface="Microsoft YaHei"/>
                <a:ea typeface="Microsoft YaHei"/>
              </a:rPr>
              <a:t> </a:t>
            </a:r>
            <a:r>
              <a:rPr sz="1275" b="0">
                <a:solidFill>
                  <a:srgbClr val="23364D"/>
                </a:solidFill>
                <a:latin typeface="Arial"/>
                <a:ea typeface="Microsoft YaHei"/>
              </a:rPr>
              <a:t>+</a:t>
            </a:r>
            <a:r>
              <a:rPr sz="1275" b="0">
                <a:solidFill>
                  <a:srgbClr val="23364D"/>
                </a:solidFill>
                <a:latin typeface="Microsoft YaHei"/>
                <a:ea typeface="Microsoft YaHei"/>
              </a:rPr>
              <a:t> </a:t>
            </a:r>
            <a:r>
              <a:rPr sz="1275" b="0">
                <a:solidFill>
                  <a:srgbClr val="23364D"/>
                </a:solidFill>
                <a:latin typeface="Arial"/>
                <a:ea typeface="Microsoft YaHei"/>
              </a:rPr>
              <a:t>BVPE</a:t>
            </a:r>
            <a:r>
              <a:rPr sz="1275" b="0">
                <a:solidFill>
                  <a:srgbClr val="23364D"/>
                </a:solidFill>
                <a:latin typeface="Microsoft YaHei"/>
                <a:ea typeface="Microsoft YaHei"/>
              </a:rPr>
              <a:t> </a:t>
            </a:r>
            <a:r>
              <a:rPr sz="1275" b="0">
                <a:solidFill>
                  <a:srgbClr val="23364D"/>
                </a:solidFill>
                <a:latin typeface="Arial"/>
                <a:ea typeface="Microsoft YaHei"/>
              </a:rPr>
              <a:t>lock-in</a:t>
            </a:r>
          </a:p>
        </p:txBody>
      </p:sp>
      <p:sp>
        <p:nvSpPr>
          <p:cNvPr id="27" name="TextBox 26"/>
          <p:cNvSpPr txBox="1"/>
          <p:nvPr/>
        </p:nvSpPr>
        <p:spPr>
          <a:xfrm>
            <a:off x="5875400" y="3838575"/>
            <a:ext cx="4128041"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Optical</a:t>
            </a:r>
            <a:r>
              <a:rPr sz="1275" b="0">
                <a:solidFill>
                  <a:srgbClr val="23364D"/>
                </a:solidFill>
                <a:latin typeface="Microsoft YaHei"/>
                <a:ea typeface="Microsoft YaHei"/>
              </a:rPr>
              <a:t> </a:t>
            </a:r>
            <a:r>
              <a:rPr sz="1275" b="0">
                <a:solidFill>
                  <a:srgbClr val="23364D"/>
                </a:solidFill>
                <a:latin typeface="Arial"/>
                <a:ea typeface="Microsoft YaHei"/>
              </a:rPr>
              <a:t>modulation</a:t>
            </a:r>
            <a:r>
              <a:rPr sz="1275" b="0">
                <a:solidFill>
                  <a:srgbClr val="23364D"/>
                </a:solidFill>
                <a:latin typeface="Microsoft YaHei"/>
                <a:ea typeface="Microsoft YaHei"/>
              </a:rPr>
              <a:t> </a:t>
            </a:r>
            <a:r>
              <a:rPr sz="1275" b="0">
                <a:solidFill>
                  <a:srgbClr val="23364D"/>
                </a:solidFill>
                <a:latin typeface="Arial"/>
                <a:ea typeface="Microsoft YaHei"/>
              </a:rPr>
              <a:t>and</a:t>
            </a:r>
            <a:r>
              <a:rPr sz="1275" b="0">
                <a:solidFill>
                  <a:srgbClr val="23364D"/>
                </a:solidFill>
                <a:latin typeface="Microsoft YaHei"/>
                <a:ea typeface="Microsoft YaHei"/>
              </a:rPr>
              <a:t> </a:t>
            </a:r>
            <a:r>
              <a:rPr sz="1275" b="0">
                <a:solidFill>
                  <a:srgbClr val="23364D"/>
                </a:solidFill>
                <a:latin typeface="Arial"/>
                <a:ea typeface="Microsoft YaHei"/>
              </a:rPr>
              <a:t>referenced</a:t>
            </a:r>
            <a:r>
              <a:rPr sz="1275" b="0">
                <a:solidFill>
                  <a:srgbClr val="23364D"/>
                </a:solidFill>
                <a:latin typeface="Microsoft YaHei"/>
                <a:ea typeface="Microsoft YaHei"/>
              </a:rPr>
              <a:t> </a:t>
            </a:r>
            <a:r>
              <a:rPr sz="1275" b="0">
                <a:solidFill>
                  <a:srgbClr val="23364D"/>
                </a:solidFill>
                <a:latin typeface="Arial"/>
                <a:ea typeface="Microsoft YaHei"/>
              </a:rPr>
              <a:t>photoresponse</a:t>
            </a:r>
          </a:p>
        </p:txBody>
      </p:sp>
      <p:sp>
        <p:nvSpPr>
          <p:cNvPr id="28" name="TextBox 27"/>
          <p:cNvSpPr txBox="1"/>
          <p:nvPr/>
        </p:nvSpPr>
        <p:spPr>
          <a:xfrm>
            <a:off x="628650" y="4219575"/>
            <a:ext cx="440373"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PC</a:t>
            </a:r>
            <a:r>
              <a:rPr sz="1275" b="0">
                <a:solidFill>
                  <a:srgbClr val="23364D"/>
                </a:solidFill>
                <a:latin typeface="Microsoft YaHei"/>
                <a:ea typeface="Microsoft YaHei"/>
              </a:rPr>
              <a:t> </a:t>
            </a:r>
            <a:r>
              <a:rPr sz="1275" b="0">
                <a:solidFill>
                  <a:srgbClr val="23364D"/>
                </a:solidFill>
                <a:latin typeface="Arial"/>
                <a:ea typeface="Microsoft YaHei"/>
              </a:rPr>
              <a:t>B</a:t>
            </a:r>
          </a:p>
        </p:txBody>
      </p:sp>
      <p:sp>
        <p:nvSpPr>
          <p:cNvPr id="29" name="TextBox 28"/>
          <p:cNvSpPr txBox="1"/>
          <p:nvPr/>
        </p:nvSpPr>
        <p:spPr>
          <a:xfrm>
            <a:off x="1744979" y="4219575"/>
            <a:ext cx="1378399"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Photodiode</a:t>
            </a:r>
            <a:r>
              <a:rPr sz="1275" b="0">
                <a:solidFill>
                  <a:srgbClr val="23364D"/>
                </a:solidFill>
                <a:latin typeface="Microsoft YaHei"/>
                <a:ea typeface="Microsoft YaHei"/>
              </a:rPr>
              <a:t> </a:t>
            </a:r>
            <a:r>
              <a:rPr sz="1275" b="0">
                <a:solidFill>
                  <a:srgbClr val="23364D"/>
                </a:solidFill>
                <a:latin typeface="Arial"/>
                <a:ea typeface="Microsoft YaHei"/>
              </a:rPr>
              <a:t>(PD)</a:t>
            </a:r>
          </a:p>
        </p:txBody>
      </p:sp>
      <p:sp>
        <p:nvSpPr>
          <p:cNvPr id="30" name="TextBox 29"/>
          <p:cNvSpPr txBox="1"/>
          <p:nvPr/>
        </p:nvSpPr>
        <p:spPr>
          <a:xfrm>
            <a:off x="5875400" y="4219575"/>
            <a:ext cx="4518542"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Optical-power</a:t>
            </a:r>
            <a:r>
              <a:rPr sz="1275" b="0">
                <a:solidFill>
                  <a:srgbClr val="23364D"/>
                </a:solidFill>
                <a:latin typeface="Microsoft YaHei"/>
                <a:ea typeface="Microsoft YaHei"/>
              </a:rPr>
              <a:t> </a:t>
            </a:r>
            <a:r>
              <a:rPr sz="1275" b="0">
                <a:solidFill>
                  <a:srgbClr val="23364D"/>
                </a:solidFill>
                <a:latin typeface="Arial"/>
                <a:ea typeface="Microsoft YaHei"/>
              </a:rPr>
              <a:t>monitoring</a:t>
            </a:r>
            <a:r>
              <a:rPr sz="1275" b="0">
                <a:solidFill>
                  <a:srgbClr val="23364D"/>
                </a:solidFill>
                <a:latin typeface="Microsoft YaHei"/>
                <a:ea typeface="Microsoft YaHei"/>
              </a:rPr>
              <a:t> </a:t>
            </a:r>
            <a:r>
              <a:rPr sz="1275" b="0">
                <a:solidFill>
                  <a:srgbClr val="23364D"/>
                </a:solidFill>
                <a:latin typeface="Arial"/>
                <a:ea typeface="Microsoft YaHei"/>
              </a:rPr>
              <a:t>and</a:t>
            </a:r>
            <a:r>
              <a:rPr sz="1275" b="0">
                <a:solidFill>
                  <a:srgbClr val="23364D"/>
                </a:solidFill>
                <a:latin typeface="Microsoft YaHei"/>
                <a:ea typeface="Microsoft YaHei"/>
              </a:rPr>
              <a:t> </a:t>
            </a:r>
            <a:r>
              <a:rPr sz="1275" b="0">
                <a:solidFill>
                  <a:srgbClr val="23364D"/>
                </a:solidFill>
                <a:latin typeface="Arial"/>
                <a:ea typeface="Microsoft YaHei"/>
              </a:rPr>
              <a:t>sample-plane</a:t>
            </a:r>
            <a:r>
              <a:rPr sz="1275" b="0">
                <a:solidFill>
                  <a:srgbClr val="23364D"/>
                </a:solidFill>
                <a:latin typeface="Microsoft YaHei"/>
                <a:ea typeface="Microsoft YaHei"/>
              </a:rPr>
              <a:t> </a:t>
            </a:r>
            <a:r>
              <a:rPr sz="1275" b="0">
                <a:solidFill>
                  <a:srgbClr val="23364D"/>
                </a:solidFill>
                <a:latin typeface="Arial"/>
                <a:ea typeface="Microsoft YaHei"/>
              </a:rPr>
              <a:t>calibration</a:t>
            </a:r>
          </a:p>
        </p:txBody>
      </p:sp>
      <p:sp>
        <p:nvSpPr>
          <p:cNvPr id="31" name="Rectangle 30"/>
          <p:cNvSpPr/>
          <p:nvPr/>
        </p:nvSpPr>
        <p:spPr>
          <a:xfrm>
            <a:off x="523875" y="4514850"/>
            <a:ext cx="11144250" cy="381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8650" y="4600575"/>
            <a:ext cx="440373"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PC</a:t>
            </a:r>
            <a:r>
              <a:rPr sz="1275" b="0">
                <a:solidFill>
                  <a:srgbClr val="23364D"/>
                </a:solidFill>
                <a:latin typeface="Microsoft YaHei"/>
                <a:ea typeface="Microsoft YaHei"/>
              </a:rPr>
              <a:t> </a:t>
            </a:r>
            <a:r>
              <a:rPr sz="1275" b="0">
                <a:solidFill>
                  <a:srgbClr val="23364D"/>
                </a:solidFill>
                <a:latin typeface="Arial"/>
                <a:ea typeface="Microsoft YaHei"/>
              </a:rPr>
              <a:t>B</a:t>
            </a:r>
          </a:p>
        </p:txBody>
      </p:sp>
      <p:sp>
        <p:nvSpPr>
          <p:cNvPr id="33" name="TextBox 32"/>
          <p:cNvSpPr txBox="1"/>
          <p:nvPr/>
        </p:nvSpPr>
        <p:spPr>
          <a:xfrm>
            <a:off x="1744979" y="4600575"/>
            <a:ext cx="2196247"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2400</a:t>
            </a:r>
            <a:r>
              <a:rPr sz="1275" b="0">
                <a:solidFill>
                  <a:srgbClr val="23364D"/>
                </a:solidFill>
                <a:latin typeface="Microsoft YaHei"/>
                <a:ea typeface="Microsoft YaHei"/>
              </a:rPr>
              <a:t> </a:t>
            </a:r>
            <a:r>
              <a:rPr sz="1275" b="0">
                <a:solidFill>
                  <a:srgbClr val="23364D"/>
                </a:solidFill>
                <a:latin typeface="Arial"/>
                <a:ea typeface="Microsoft YaHei"/>
              </a:rPr>
              <a:t>source-measure</a:t>
            </a:r>
            <a:r>
              <a:rPr sz="1275" b="0">
                <a:solidFill>
                  <a:srgbClr val="23364D"/>
                </a:solidFill>
                <a:latin typeface="Microsoft YaHei"/>
                <a:ea typeface="Microsoft YaHei"/>
              </a:rPr>
              <a:t> </a:t>
            </a:r>
            <a:r>
              <a:rPr sz="1275" b="0">
                <a:solidFill>
                  <a:srgbClr val="23364D"/>
                </a:solidFill>
                <a:latin typeface="Arial"/>
                <a:ea typeface="Microsoft YaHei"/>
              </a:rPr>
              <a:t>unit</a:t>
            </a:r>
          </a:p>
        </p:txBody>
      </p:sp>
      <p:sp>
        <p:nvSpPr>
          <p:cNvPr id="34" name="TextBox 33"/>
          <p:cNvSpPr txBox="1"/>
          <p:nvPr/>
        </p:nvSpPr>
        <p:spPr>
          <a:xfrm>
            <a:off x="5875400" y="4600575"/>
            <a:ext cx="2996384"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Gate</a:t>
            </a:r>
            <a:r>
              <a:rPr sz="1275" b="0">
                <a:solidFill>
                  <a:srgbClr val="23364D"/>
                </a:solidFill>
                <a:latin typeface="Microsoft YaHei"/>
                <a:ea typeface="Microsoft YaHei"/>
              </a:rPr>
              <a:t> </a:t>
            </a:r>
            <a:r>
              <a:rPr sz="1275" b="0">
                <a:solidFill>
                  <a:srgbClr val="23364D"/>
                </a:solidFill>
                <a:latin typeface="Arial"/>
                <a:ea typeface="Microsoft YaHei"/>
              </a:rPr>
              <a:t>voltage</a:t>
            </a:r>
            <a:r>
              <a:rPr sz="1275" b="0">
                <a:solidFill>
                  <a:srgbClr val="23364D"/>
                </a:solidFill>
                <a:latin typeface="Microsoft YaHei"/>
                <a:ea typeface="Microsoft YaHei"/>
              </a:rPr>
              <a:t> </a:t>
            </a:r>
            <a:r>
              <a:rPr sz="1275" b="0">
                <a:solidFill>
                  <a:srgbClr val="23364D"/>
                </a:solidFill>
                <a:latin typeface="Arial"/>
                <a:ea typeface="Microsoft YaHei"/>
              </a:rPr>
              <a:t>Vg</a:t>
            </a:r>
            <a:r>
              <a:rPr sz="1275" b="0">
                <a:solidFill>
                  <a:srgbClr val="23364D"/>
                </a:solidFill>
                <a:latin typeface="Microsoft YaHei"/>
                <a:ea typeface="Microsoft YaHei"/>
              </a:rPr>
              <a:t> </a:t>
            </a:r>
            <a:r>
              <a:rPr sz="1275" b="0">
                <a:solidFill>
                  <a:srgbClr val="23364D"/>
                </a:solidFill>
                <a:latin typeface="Arial"/>
                <a:ea typeface="Microsoft YaHei"/>
              </a:rPr>
              <a:t>and</a:t>
            </a:r>
            <a:r>
              <a:rPr sz="1275" b="0">
                <a:solidFill>
                  <a:srgbClr val="23364D"/>
                </a:solidFill>
                <a:latin typeface="Microsoft YaHei"/>
                <a:ea typeface="Microsoft YaHei"/>
              </a:rPr>
              <a:t> </a:t>
            </a:r>
            <a:r>
              <a:rPr sz="1275" b="0">
                <a:solidFill>
                  <a:srgbClr val="23364D"/>
                </a:solidFill>
                <a:latin typeface="Arial"/>
                <a:ea typeface="Microsoft YaHei"/>
              </a:rPr>
              <a:t>gate</a:t>
            </a:r>
            <a:r>
              <a:rPr sz="1275" b="0">
                <a:solidFill>
                  <a:srgbClr val="23364D"/>
                </a:solidFill>
                <a:latin typeface="Microsoft YaHei"/>
                <a:ea typeface="Microsoft YaHei"/>
              </a:rPr>
              <a:t> </a:t>
            </a:r>
            <a:r>
              <a:rPr sz="1275" b="0">
                <a:solidFill>
                  <a:srgbClr val="23364D"/>
                </a:solidFill>
                <a:latin typeface="Arial"/>
                <a:ea typeface="Microsoft YaHei"/>
              </a:rPr>
              <a:t>leakage</a:t>
            </a:r>
            <a:r>
              <a:rPr sz="1275" b="0">
                <a:solidFill>
                  <a:srgbClr val="23364D"/>
                </a:solidFill>
                <a:latin typeface="Microsoft YaHei"/>
                <a:ea typeface="Microsoft YaHei"/>
              </a:rPr>
              <a:t> </a:t>
            </a:r>
            <a:r>
              <a:rPr sz="1275" b="0">
                <a:solidFill>
                  <a:srgbClr val="23364D"/>
                </a:solidFill>
                <a:latin typeface="Arial"/>
                <a:ea typeface="Microsoft YaHei"/>
              </a:rPr>
              <a:t>Ig</a:t>
            </a:r>
          </a:p>
        </p:txBody>
      </p:sp>
      <p:sp>
        <p:nvSpPr>
          <p:cNvPr id="35" name="TextBox 34"/>
          <p:cNvSpPr txBox="1"/>
          <p:nvPr/>
        </p:nvSpPr>
        <p:spPr>
          <a:xfrm>
            <a:off x="628650" y="4981575"/>
            <a:ext cx="440373"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PC</a:t>
            </a:r>
            <a:r>
              <a:rPr sz="1275" b="0">
                <a:solidFill>
                  <a:srgbClr val="23364D"/>
                </a:solidFill>
                <a:latin typeface="Microsoft YaHei"/>
                <a:ea typeface="Microsoft YaHei"/>
              </a:rPr>
              <a:t> </a:t>
            </a:r>
            <a:r>
              <a:rPr sz="1275" b="0">
                <a:solidFill>
                  <a:srgbClr val="23364D"/>
                </a:solidFill>
                <a:latin typeface="Arial"/>
                <a:ea typeface="Microsoft YaHei"/>
              </a:rPr>
              <a:t>B</a:t>
            </a:r>
          </a:p>
        </p:txBody>
      </p:sp>
      <p:sp>
        <p:nvSpPr>
          <p:cNvPr id="36" name="TextBox 35"/>
          <p:cNvSpPr txBox="1"/>
          <p:nvPr/>
        </p:nvSpPr>
        <p:spPr>
          <a:xfrm>
            <a:off x="1744979" y="4981575"/>
            <a:ext cx="2085635"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730</a:t>
            </a:r>
            <a:r>
              <a:rPr sz="1275" b="0">
                <a:solidFill>
                  <a:srgbClr val="23364D"/>
                </a:solidFill>
                <a:latin typeface="Microsoft YaHei"/>
                <a:ea typeface="Microsoft YaHei"/>
              </a:rPr>
              <a:t> </a:t>
            </a:r>
            <a:r>
              <a:rPr sz="1275" b="0">
                <a:solidFill>
                  <a:srgbClr val="23364D"/>
                </a:solidFill>
                <a:latin typeface="Arial"/>
                <a:ea typeface="Microsoft YaHei"/>
              </a:rPr>
              <a:t>nm</a:t>
            </a:r>
            <a:r>
              <a:rPr sz="1275" b="0">
                <a:solidFill>
                  <a:srgbClr val="23364D"/>
                </a:solidFill>
                <a:latin typeface="Microsoft YaHei"/>
                <a:ea typeface="Microsoft YaHei"/>
              </a:rPr>
              <a:t> </a:t>
            </a:r>
            <a:r>
              <a:rPr sz="1275" b="0">
                <a:solidFill>
                  <a:srgbClr val="23364D"/>
                </a:solidFill>
                <a:latin typeface="Arial"/>
                <a:ea typeface="Microsoft YaHei"/>
              </a:rPr>
              <a:t>laser</a:t>
            </a:r>
            <a:r>
              <a:rPr sz="1275" b="0">
                <a:solidFill>
                  <a:srgbClr val="23364D"/>
                </a:solidFill>
                <a:latin typeface="Microsoft YaHei"/>
                <a:ea typeface="Microsoft YaHei"/>
              </a:rPr>
              <a:t> </a:t>
            </a:r>
            <a:r>
              <a:rPr sz="1275" b="0">
                <a:solidFill>
                  <a:srgbClr val="23364D"/>
                </a:solidFill>
                <a:latin typeface="Arial"/>
                <a:ea typeface="Microsoft YaHei"/>
              </a:rPr>
              <a:t>+</a:t>
            </a:r>
            <a:r>
              <a:rPr sz="1275" b="0">
                <a:solidFill>
                  <a:srgbClr val="23364D"/>
                </a:solidFill>
                <a:latin typeface="Microsoft YaHei"/>
                <a:ea typeface="Microsoft YaHei"/>
              </a:rPr>
              <a:t> </a:t>
            </a:r>
            <a:r>
              <a:rPr sz="1275" b="0">
                <a:solidFill>
                  <a:srgbClr val="23364D"/>
                </a:solidFill>
                <a:latin typeface="Arial"/>
                <a:ea typeface="Microsoft YaHei"/>
              </a:rPr>
              <a:t>CLD1000</a:t>
            </a:r>
          </a:p>
        </p:txBody>
      </p:sp>
      <p:sp>
        <p:nvSpPr>
          <p:cNvPr id="37" name="TextBox 36"/>
          <p:cNvSpPr txBox="1"/>
          <p:nvPr/>
        </p:nvSpPr>
        <p:spPr>
          <a:xfrm>
            <a:off x="5875400" y="4981575"/>
            <a:ext cx="3416298"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Laser</a:t>
            </a:r>
            <a:r>
              <a:rPr sz="1275" b="0">
                <a:solidFill>
                  <a:srgbClr val="23364D"/>
                </a:solidFill>
                <a:latin typeface="Microsoft YaHei"/>
                <a:ea typeface="Microsoft YaHei"/>
              </a:rPr>
              <a:t> </a:t>
            </a:r>
            <a:r>
              <a:rPr sz="1275" b="0">
                <a:solidFill>
                  <a:srgbClr val="23364D"/>
                </a:solidFill>
                <a:latin typeface="Arial"/>
                <a:ea typeface="Microsoft YaHei"/>
              </a:rPr>
              <a:t>excitation</a:t>
            </a:r>
            <a:r>
              <a:rPr sz="1275" b="0">
                <a:solidFill>
                  <a:srgbClr val="23364D"/>
                </a:solidFill>
                <a:latin typeface="Microsoft YaHei"/>
                <a:ea typeface="Microsoft YaHei"/>
              </a:rPr>
              <a:t> </a:t>
            </a:r>
            <a:r>
              <a:rPr sz="1275" b="0">
                <a:solidFill>
                  <a:srgbClr val="23364D"/>
                </a:solidFill>
                <a:latin typeface="Arial"/>
                <a:ea typeface="Microsoft YaHei"/>
              </a:rPr>
              <a:t>and</a:t>
            </a:r>
            <a:r>
              <a:rPr sz="1275" b="0">
                <a:solidFill>
                  <a:srgbClr val="23364D"/>
                </a:solidFill>
                <a:latin typeface="Microsoft YaHei"/>
                <a:ea typeface="Microsoft YaHei"/>
              </a:rPr>
              <a:t> </a:t>
            </a:r>
            <a:r>
              <a:rPr sz="1275" b="0">
                <a:solidFill>
                  <a:srgbClr val="23364D"/>
                </a:solidFill>
                <a:latin typeface="Arial"/>
                <a:ea typeface="Microsoft YaHei"/>
              </a:rPr>
              <a:t>drive-current</a:t>
            </a:r>
            <a:r>
              <a:rPr sz="1275" b="0">
                <a:solidFill>
                  <a:srgbClr val="23364D"/>
                </a:solidFill>
                <a:latin typeface="Microsoft YaHei"/>
                <a:ea typeface="Microsoft YaHei"/>
              </a:rPr>
              <a:t> </a:t>
            </a:r>
            <a:r>
              <a:rPr sz="1275" b="0">
                <a:solidFill>
                  <a:srgbClr val="23364D"/>
                </a:solidFill>
                <a:latin typeface="Arial"/>
                <a:ea typeface="Microsoft YaHei"/>
              </a:rPr>
              <a:t>control</a:t>
            </a:r>
          </a:p>
        </p:txBody>
      </p:sp>
      <p:sp>
        <p:nvSpPr>
          <p:cNvPr id="38" name="Rectangle 37"/>
          <p:cNvSpPr/>
          <p:nvPr/>
        </p:nvSpPr>
        <p:spPr>
          <a:xfrm>
            <a:off x="523875" y="5276850"/>
            <a:ext cx="11144250" cy="381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8650" y="5362575"/>
            <a:ext cx="440373"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PC</a:t>
            </a:r>
            <a:r>
              <a:rPr sz="1275" b="0">
                <a:solidFill>
                  <a:srgbClr val="23364D"/>
                </a:solidFill>
                <a:latin typeface="Microsoft YaHei"/>
                <a:ea typeface="Microsoft YaHei"/>
              </a:rPr>
              <a:t> </a:t>
            </a:r>
            <a:r>
              <a:rPr sz="1275" b="0">
                <a:solidFill>
                  <a:srgbClr val="23364D"/>
                </a:solidFill>
                <a:latin typeface="Arial"/>
                <a:ea typeface="Microsoft YaHei"/>
              </a:rPr>
              <a:t>B</a:t>
            </a:r>
          </a:p>
        </p:txBody>
      </p:sp>
      <p:sp>
        <p:nvSpPr>
          <p:cNvPr id="40" name="TextBox 39"/>
          <p:cNvSpPr txBox="1"/>
          <p:nvPr/>
        </p:nvSpPr>
        <p:spPr>
          <a:xfrm>
            <a:off x="1744979" y="5362575"/>
            <a:ext cx="3305923"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Motorized</a:t>
            </a:r>
            <a:r>
              <a:rPr sz="1275" b="0">
                <a:solidFill>
                  <a:srgbClr val="23364D"/>
                </a:solidFill>
                <a:latin typeface="Microsoft YaHei"/>
                <a:ea typeface="Microsoft YaHei"/>
              </a:rPr>
              <a:t> </a:t>
            </a:r>
            <a:r>
              <a:rPr sz="1275" b="0">
                <a:solidFill>
                  <a:srgbClr val="23364D"/>
                </a:solidFill>
                <a:latin typeface="Arial"/>
                <a:ea typeface="Microsoft YaHei"/>
              </a:rPr>
              <a:t>polarizer</a:t>
            </a:r>
            <a:r>
              <a:rPr sz="1275" b="0">
                <a:solidFill>
                  <a:srgbClr val="23364D"/>
                </a:solidFill>
                <a:latin typeface="Microsoft YaHei"/>
                <a:ea typeface="Microsoft YaHei"/>
              </a:rPr>
              <a:t> </a:t>
            </a:r>
            <a:r>
              <a:rPr sz="1275" b="0">
                <a:solidFill>
                  <a:srgbClr val="23364D"/>
                </a:solidFill>
                <a:latin typeface="Arial"/>
                <a:ea typeface="Microsoft YaHei"/>
              </a:rPr>
              <a:t>/</a:t>
            </a:r>
            <a:r>
              <a:rPr sz="1275" b="0">
                <a:solidFill>
                  <a:srgbClr val="23364D"/>
                </a:solidFill>
                <a:latin typeface="Microsoft YaHei"/>
                <a:ea typeface="Microsoft YaHei"/>
              </a:rPr>
              <a:t> </a:t>
            </a:r>
            <a:r>
              <a:rPr sz="1275" b="0">
                <a:solidFill>
                  <a:srgbClr val="23364D"/>
                </a:solidFill>
                <a:latin typeface="Arial"/>
                <a:ea typeface="Microsoft YaHei"/>
              </a:rPr>
              <a:t>quarter-wave</a:t>
            </a:r>
            <a:r>
              <a:rPr sz="1275" b="0">
                <a:solidFill>
                  <a:srgbClr val="23364D"/>
                </a:solidFill>
                <a:latin typeface="Microsoft YaHei"/>
                <a:ea typeface="Microsoft YaHei"/>
              </a:rPr>
              <a:t> </a:t>
            </a:r>
            <a:r>
              <a:rPr sz="1275" b="0">
                <a:solidFill>
                  <a:srgbClr val="23364D"/>
                </a:solidFill>
                <a:latin typeface="Arial"/>
                <a:ea typeface="Microsoft YaHei"/>
              </a:rPr>
              <a:t>plate</a:t>
            </a:r>
          </a:p>
        </p:txBody>
      </p:sp>
      <p:sp>
        <p:nvSpPr>
          <p:cNvPr id="41" name="TextBox 40"/>
          <p:cNvSpPr txBox="1"/>
          <p:nvPr/>
        </p:nvSpPr>
        <p:spPr>
          <a:xfrm>
            <a:off x="5875400" y="5362575"/>
            <a:ext cx="3625425"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Linear-polarization</a:t>
            </a:r>
            <a:r>
              <a:rPr sz="1275" b="0">
                <a:solidFill>
                  <a:srgbClr val="23364D"/>
                </a:solidFill>
                <a:latin typeface="Microsoft YaHei"/>
                <a:ea typeface="Microsoft YaHei"/>
              </a:rPr>
              <a:t> </a:t>
            </a:r>
            <a:r>
              <a:rPr sz="1275" b="0">
                <a:solidFill>
                  <a:srgbClr val="23364D"/>
                </a:solidFill>
                <a:latin typeface="Arial"/>
                <a:ea typeface="Microsoft YaHei"/>
              </a:rPr>
              <a:t>angle</a:t>
            </a:r>
            <a:r>
              <a:rPr sz="1275" b="0">
                <a:solidFill>
                  <a:srgbClr val="23364D"/>
                </a:solidFill>
                <a:latin typeface="Microsoft YaHei"/>
                <a:ea typeface="Microsoft YaHei"/>
              </a:rPr>
              <a:t> </a:t>
            </a:r>
            <a:r>
              <a:rPr sz="1275" b="0">
                <a:solidFill>
                  <a:srgbClr val="23364D"/>
                </a:solidFill>
                <a:latin typeface="Arial"/>
                <a:ea typeface="Microsoft YaHei"/>
              </a:rPr>
              <a:t>/</a:t>
            </a:r>
            <a:r>
              <a:rPr sz="1275" b="0">
                <a:solidFill>
                  <a:srgbClr val="23364D"/>
                </a:solidFill>
                <a:latin typeface="Microsoft YaHei"/>
                <a:ea typeface="Microsoft YaHei"/>
              </a:rPr>
              <a:t> </a:t>
            </a:r>
            <a:r>
              <a:rPr sz="1275" b="0">
                <a:solidFill>
                  <a:srgbClr val="23364D"/>
                </a:solidFill>
                <a:latin typeface="Arial"/>
                <a:ea typeface="Microsoft YaHei"/>
              </a:rPr>
              <a:t>polarization</a:t>
            </a:r>
            <a:r>
              <a:rPr sz="1275" b="0">
                <a:solidFill>
                  <a:srgbClr val="23364D"/>
                </a:solidFill>
                <a:latin typeface="Microsoft YaHei"/>
                <a:ea typeface="Microsoft YaHei"/>
              </a:rPr>
              <a:t> </a:t>
            </a:r>
            <a:r>
              <a:rPr sz="1275" b="0">
                <a:solidFill>
                  <a:srgbClr val="23364D"/>
                </a:solidFill>
                <a:latin typeface="Arial"/>
                <a:ea typeface="Microsoft YaHei"/>
              </a:rPr>
              <a:t>state</a:t>
            </a:r>
          </a:p>
        </p:txBody>
      </p:sp>
      <p:sp>
        <p:nvSpPr>
          <p:cNvPr id="42" name="Rounded Rectangle 41"/>
          <p:cNvSpPr/>
          <p:nvPr/>
        </p:nvSpPr>
        <p:spPr>
          <a:xfrm>
            <a:off x="514350" y="5886450"/>
            <a:ext cx="11163300" cy="514350"/>
          </a:xfrm>
          <a:prstGeom prst="roundRect">
            <a:avLst>
              <a:gd name="adj" fmla="val 16666"/>
            </a:avLst>
          </a:prstGeom>
          <a:solidFill>
            <a:srgbClr val="E9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5325" y="6000750"/>
            <a:ext cx="10695161" cy="260032"/>
          </a:xfrm>
          <a:prstGeom prst="rect">
            <a:avLst/>
          </a:prstGeom>
          <a:noFill/>
        </p:spPr>
        <p:txBody>
          <a:bodyPr wrap="none" lIns="0" rIns="0" tIns="0" bIns="0">
            <a:spAutoFit/>
          </a:bodyPr>
          <a:lstStyle/>
          <a:p>
            <a:pPr>
              <a:lnSpc>
                <a:spcPts val="1974"/>
              </a:lnSpc>
              <a:spcBef>
                <a:spcPts val="0"/>
              </a:spcBef>
              <a:spcAft>
                <a:spcPts val="0"/>
              </a:spcAft>
            </a:pPr>
            <a:r>
              <a:rPr sz="1462" b="1">
                <a:solidFill>
                  <a:srgbClr val="168D9D"/>
                </a:solidFill>
                <a:latin typeface="Arial"/>
                <a:ea typeface="Microsoft YaHei"/>
              </a:rPr>
              <a:t>Two</a:t>
            </a:r>
            <a:r>
              <a:rPr sz="1462" b="1">
                <a:solidFill>
                  <a:srgbClr val="168D9D"/>
                </a:solidFill>
                <a:latin typeface="Microsoft YaHei"/>
                <a:ea typeface="Microsoft YaHei"/>
              </a:rPr>
              <a:t> </a:t>
            </a:r>
            <a:r>
              <a:rPr sz="1462" b="1">
                <a:solidFill>
                  <a:srgbClr val="168D9D"/>
                </a:solidFill>
                <a:latin typeface="Arial"/>
                <a:ea typeface="Microsoft YaHei"/>
              </a:rPr>
              <a:t>transport</a:t>
            </a:r>
            <a:r>
              <a:rPr sz="1462" b="1">
                <a:solidFill>
                  <a:srgbClr val="168D9D"/>
                </a:solidFill>
                <a:latin typeface="Microsoft YaHei"/>
                <a:ea typeface="Microsoft YaHei"/>
              </a:rPr>
              <a:t> </a:t>
            </a:r>
            <a:r>
              <a:rPr sz="1462" b="1">
                <a:solidFill>
                  <a:srgbClr val="168D9D"/>
                </a:solidFill>
                <a:latin typeface="Arial"/>
                <a:ea typeface="Microsoft YaHei"/>
              </a:rPr>
              <a:t>lock-ins</a:t>
            </a:r>
            <a:r>
              <a:rPr sz="1462" b="1">
                <a:solidFill>
                  <a:srgbClr val="168D9D"/>
                </a:solidFill>
                <a:latin typeface="Microsoft YaHei"/>
                <a:ea typeface="Microsoft YaHei"/>
              </a:rPr>
              <a:t> </a:t>
            </a:r>
            <a:r>
              <a:rPr sz="1462" b="1">
                <a:solidFill>
                  <a:srgbClr val="168D9D"/>
                </a:solidFill>
                <a:latin typeface="Arial"/>
                <a:ea typeface="Microsoft YaHei"/>
              </a:rPr>
              <a:t>+</a:t>
            </a:r>
            <a:r>
              <a:rPr sz="1462" b="1">
                <a:solidFill>
                  <a:srgbClr val="168D9D"/>
                </a:solidFill>
                <a:latin typeface="Microsoft YaHei"/>
                <a:ea typeface="Microsoft YaHei"/>
              </a:rPr>
              <a:t> </a:t>
            </a:r>
            <a:r>
              <a:rPr sz="1462" b="1">
                <a:solidFill>
                  <a:srgbClr val="168D9D"/>
                </a:solidFill>
                <a:latin typeface="Arial"/>
                <a:ea typeface="Microsoft YaHei"/>
              </a:rPr>
              <a:t>one</a:t>
            </a:r>
            <a:r>
              <a:rPr sz="1462" b="1">
                <a:solidFill>
                  <a:srgbClr val="168D9D"/>
                </a:solidFill>
                <a:latin typeface="Microsoft YaHei"/>
                <a:ea typeface="Microsoft YaHei"/>
              </a:rPr>
              <a:t> </a:t>
            </a:r>
            <a:r>
              <a:rPr sz="1462" b="1">
                <a:solidFill>
                  <a:srgbClr val="168D9D"/>
                </a:solidFill>
                <a:latin typeface="Arial"/>
                <a:ea typeface="Microsoft YaHei"/>
              </a:rPr>
              <a:t>BVPE</a:t>
            </a:r>
            <a:r>
              <a:rPr sz="1462" b="1">
                <a:solidFill>
                  <a:srgbClr val="168D9D"/>
                </a:solidFill>
                <a:latin typeface="Microsoft YaHei"/>
                <a:ea typeface="Microsoft YaHei"/>
              </a:rPr>
              <a:t> </a:t>
            </a:r>
            <a:r>
              <a:rPr sz="1462" b="1">
                <a:solidFill>
                  <a:srgbClr val="168D9D"/>
                </a:solidFill>
                <a:latin typeface="Arial"/>
                <a:ea typeface="Microsoft YaHei"/>
              </a:rPr>
              <a:t>lock-in;</a:t>
            </a:r>
            <a:r>
              <a:rPr sz="1462" b="1">
                <a:solidFill>
                  <a:srgbClr val="168D9D"/>
                </a:solidFill>
                <a:latin typeface="Microsoft YaHei"/>
                <a:ea typeface="Microsoft YaHei"/>
              </a:rPr>
              <a:t> </a:t>
            </a:r>
            <a:r>
              <a:rPr sz="1462" b="1">
                <a:solidFill>
                  <a:srgbClr val="168D9D"/>
                </a:solidFill>
                <a:latin typeface="Arial"/>
                <a:ea typeface="Microsoft YaHei"/>
              </a:rPr>
              <a:t>one</a:t>
            </a:r>
            <a:r>
              <a:rPr sz="1462" b="1">
                <a:solidFill>
                  <a:srgbClr val="168D9D"/>
                </a:solidFill>
                <a:latin typeface="Microsoft YaHei"/>
                <a:ea typeface="Microsoft YaHei"/>
              </a:rPr>
              <a:t> </a:t>
            </a:r>
            <a:r>
              <a:rPr sz="1462" b="1">
                <a:solidFill>
                  <a:srgbClr val="168D9D"/>
                </a:solidFill>
                <a:latin typeface="Arial"/>
                <a:ea typeface="Microsoft YaHei"/>
              </a:rPr>
              <a:t>configured</a:t>
            </a:r>
            <a:r>
              <a:rPr sz="1462" b="1">
                <a:solidFill>
                  <a:srgbClr val="168D9D"/>
                </a:solidFill>
                <a:latin typeface="Microsoft YaHei"/>
                <a:ea typeface="Microsoft YaHei"/>
              </a:rPr>
              <a:t> </a:t>
            </a:r>
            <a:r>
              <a:rPr sz="1462" b="1">
                <a:solidFill>
                  <a:srgbClr val="168D9D"/>
                </a:solidFill>
                <a:latin typeface="Arial"/>
                <a:ea typeface="Microsoft YaHei"/>
              </a:rPr>
              <a:t>source</a:t>
            </a:r>
            <a:r>
              <a:rPr sz="1462" b="1">
                <a:solidFill>
                  <a:srgbClr val="168D9D"/>
                </a:solidFill>
                <a:latin typeface="Microsoft YaHei"/>
                <a:ea typeface="Microsoft YaHei"/>
              </a:rPr>
              <a:t> </a:t>
            </a:r>
            <a:r>
              <a:rPr sz="1462" b="1">
                <a:solidFill>
                  <a:srgbClr val="168D9D"/>
                </a:solidFill>
                <a:latin typeface="Arial"/>
                <a:ea typeface="Microsoft YaHei"/>
              </a:rPr>
              <a:t>path</a:t>
            </a:r>
            <a:r>
              <a:rPr sz="1462" b="1">
                <a:solidFill>
                  <a:srgbClr val="168D9D"/>
                </a:solidFill>
                <a:latin typeface="Microsoft YaHei"/>
                <a:ea typeface="Microsoft YaHei"/>
              </a:rPr>
              <a:t> </a:t>
            </a:r>
            <a:r>
              <a:rPr sz="1462" b="1">
                <a:solidFill>
                  <a:srgbClr val="168D9D"/>
                </a:solidFill>
                <a:latin typeface="Arial"/>
                <a:ea typeface="Microsoft YaHei"/>
              </a:rPr>
              <a:t>and</a:t>
            </a:r>
            <a:r>
              <a:rPr sz="1462" b="1">
                <a:solidFill>
                  <a:srgbClr val="168D9D"/>
                </a:solidFill>
                <a:latin typeface="Microsoft YaHei"/>
                <a:ea typeface="Microsoft YaHei"/>
              </a:rPr>
              <a:t> </a:t>
            </a:r>
            <a:r>
              <a:rPr sz="1462" b="1">
                <a:solidFill>
                  <a:srgbClr val="168D9D"/>
                </a:solidFill>
                <a:latin typeface="Arial"/>
                <a:ea typeface="Microsoft YaHei"/>
              </a:rPr>
              <a:t>one</a:t>
            </a:r>
            <a:r>
              <a:rPr sz="1462" b="1">
                <a:solidFill>
                  <a:srgbClr val="168D9D"/>
                </a:solidFill>
                <a:latin typeface="Microsoft YaHei"/>
                <a:ea typeface="Microsoft YaHei"/>
              </a:rPr>
              <a:t> </a:t>
            </a:r>
            <a:r>
              <a:rPr sz="1462" b="1">
                <a:solidFill>
                  <a:srgbClr val="168D9D"/>
                </a:solidFill>
                <a:latin typeface="Arial"/>
                <a:ea typeface="Microsoft YaHei"/>
              </a:rPr>
              <a:t>shared</a:t>
            </a:r>
            <a:r>
              <a:rPr sz="1462" b="1">
                <a:solidFill>
                  <a:srgbClr val="168D9D"/>
                </a:solidFill>
                <a:latin typeface="Microsoft YaHei"/>
                <a:ea typeface="Microsoft YaHei"/>
              </a:rPr>
              <a:t> </a:t>
            </a:r>
            <a:r>
              <a:rPr sz="1462" b="1">
                <a:solidFill>
                  <a:srgbClr val="168D9D"/>
                </a:solidFill>
                <a:latin typeface="Arial"/>
                <a:ea typeface="Microsoft YaHei"/>
              </a:rPr>
              <a:t>sample</a:t>
            </a:r>
            <a:r>
              <a:rPr sz="1462" b="1">
                <a:solidFill>
                  <a:srgbClr val="168D9D"/>
                </a:solidFill>
                <a:latin typeface="Microsoft YaHei"/>
                <a:ea typeface="Microsoft YaHei"/>
              </a:rPr>
              <a:t> </a:t>
            </a:r>
            <a:r>
              <a:rPr sz="1462" b="1">
                <a:solidFill>
                  <a:srgbClr val="168D9D"/>
                </a:solidFill>
                <a:latin typeface="Arial"/>
                <a:ea typeface="Microsoft YaHei"/>
              </a:rPr>
              <a:t>context.</a:t>
            </a:r>
          </a:p>
        </p:txBody>
      </p:sp>
      <p:cxnSp>
        <p:nvCxnSpPr>
          <p:cNvPr id="44" name="Connector 43"/>
          <p:cNvCxnSpPr/>
          <p:nvPr/>
        </p:nvCxnSpPr>
        <p:spPr>
          <a:xfrm>
            <a:off x="514350" y="6543675"/>
            <a:ext cx="11163300" cy="0"/>
          </a:xfrm>
          <a:prstGeom prst="line">
            <a:avLst/>
          </a:prstGeom>
          <a:ln w="9525">
            <a:solidFill>
              <a:srgbClr val="D9E3EE"/>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23875" y="6619875"/>
            <a:ext cx="3609184"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LabOS</a:t>
            </a:r>
            <a:r>
              <a:rPr sz="825" b="0">
                <a:solidFill>
                  <a:srgbClr val="62758C"/>
                </a:solidFill>
                <a:latin typeface="Microsoft YaHei"/>
                <a:ea typeface="Microsoft YaHei"/>
              </a:rPr>
              <a:t>  </a:t>
            </a:r>
            <a:r>
              <a:rPr sz="825" b="0">
                <a:solidFill>
                  <a:srgbClr val="62758C"/>
                </a:solidFill>
                <a:latin typeface="Arial"/>
                <a:ea typeface="Microsoft YaHei"/>
              </a:rPr>
              <a:t>|</a:t>
            </a:r>
            <a:r>
              <a:rPr sz="825" b="0">
                <a:solidFill>
                  <a:srgbClr val="62758C"/>
                </a:solidFill>
                <a:latin typeface="Microsoft YaHei"/>
                <a:ea typeface="Microsoft YaHei"/>
              </a:rPr>
              <a:t>  </a:t>
            </a:r>
            <a:r>
              <a:rPr sz="825" b="0">
                <a:solidFill>
                  <a:srgbClr val="62758C"/>
                </a:solidFill>
                <a:latin typeface="Arial"/>
                <a:ea typeface="Microsoft YaHei"/>
              </a:rPr>
              <a:t>Cross-PC</a:t>
            </a:r>
            <a:r>
              <a:rPr sz="825" b="0">
                <a:solidFill>
                  <a:srgbClr val="62758C"/>
                </a:solidFill>
                <a:latin typeface="Microsoft YaHei"/>
                <a:ea typeface="Microsoft YaHei"/>
              </a:rPr>
              <a:t> </a:t>
            </a:r>
            <a:r>
              <a:rPr sz="825" b="0">
                <a:solidFill>
                  <a:srgbClr val="62758C"/>
                </a:solidFill>
                <a:latin typeface="Arial"/>
                <a:ea typeface="Microsoft YaHei"/>
              </a:rPr>
              <a:t>nonlinear</a:t>
            </a:r>
            <a:r>
              <a:rPr sz="825" b="0">
                <a:solidFill>
                  <a:srgbClr val="62758C"/>
                </a:solidFill>
                <a:latin typeface="Microsoft YaHei"/>
                <a:ea typeface="Microsoft YaHei"/>
              </a:rPr>
              <a:t> </a:t>
            </a:r>
            <a:r>
              <a:rPr sz="825" b="0">
                <a:solidFill>
                  <a:srgbClr val="62758C"/>
                </a:solidFill>
                <a:latin typeface="Arial"/>
                <a:ea typeface="Microsoft YaHei"/>
              </a:rPr>
              <a:t>Hall</a:t>
            </a:r>
            <a:r>
              <a:rPr sz="825" b="0">
                <a:solidFill>
                  <a:srgbClr val="62758C"/>
                </a:solidFill>
                <a:latin typeface="Microsoft YaHei"/>
                <a:ea typeface="Microsoft YaHei"/>
              </a:rPr>
              <a:t> </a:t>
            </a:r>
            <a:r>
              <a:rPr sz="825" b="0">
                <a:solidFill>
                  <a:srgbClr val="62758C"/>
                </a:solidFill>
                <a:latin typeface="Arial"/>
                <a:ea typeface="Microsoft YaHei"/>
              </a:rPr>
              <a:t>and</a:t>
            </a:r>
            <a:r>
              <a:rPr sz="825" b="0">
                <a:solidFill>
                  <a:srgbClr val="62758C"/>
                </a:solidFill>
                <a:latin typeface="Microsoft YaHei"/>
                <a:ea typeface="Microsoft YaHei"/>
              </a:rPr>
              <a:t> </a:t>
            </a:r>
            <a:r>
              <a:rPr sz="825" b="0">
                <a:solidFill>
                  <a:srgbClr val="62758C"/>
                </a:solidFill>
                <a:latin typeface="Arial"/>
                <a:ea typeface="Microsoft YaHei"/>
              </a:rPr>
              <a:t>BVPE</a:t>
            </a:r>
            <a:r>
              <a:rPr sz="825" b="0">
                <a:solidFill>
                  <a:srgbClr val="62758C"/>
                </a:solidFill>
                <a:latin typeface="Microsoft YaHei"/>
                <a:ea typeface="Microsoft YaHei"/>
              </a:rPr>
              <a:t> </a:t>
            </a:r>
            <a:r>
              <a:rPr sz="825" b="0">
                <a:solidFill>
                  <a:srgbClr val="62758C"/>
                </a:solidFill>
                <a:latin typeface="Arial"/>
                <a:ea typeface="Microsoft YaHei"/>
              </a:rPr>
              <a:t>measurement</a:t>
            </a:r>
            <a:r>
              <a:rPr sz="825" b="0">
                <a:solidFill>
                  <a:srgbClr val="62758C"/>
                </a:solidFill>
                <a:latin typeface="Microsoft YaHei"/>
                <a:ea typeface="Microsoft YaHei"/>
              </a:rPr>
              <a:t> </a:t>
            </a:r>
            <a:r>
              <a:rPr sz="825" b="0">
                <a:solidFill>
                  <a:srgbClr val="62758C"/>
                </a:solidFill>
                <a:latin typeface="Arial"/>
                <a:ea typeface="Microsoft YaHei"/>
              </a:rPr>
              <a:t>workflows</a:t>
            </a:r>
          </a:p>
        </p:txBody>
      </p:sp>
      <p:sp>
        <p:nvSpPr>
          <p:cNvPr id="46" name="TextBox 45"/>
          <p:cNvSpPr txBox="1"/>
          <p:nvPr/>
        </p:nvSpPr>
        <p:spPr>
          <a:xfrm>
            <a:off x="11348256" y="6600825"/>
            <a:ext cx="405593"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62758C"/>
                </a:solidFill>
                <a:latin typeface="Arial"/>
                <a:ea typeface="Microsoft YaHei"/>
              </a:rPr>
              <a:t>05/22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295275"/>
            <a:ext cx="2864862"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05</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FIGURE</a:t>
            </a:r>
            <a:r>
              <a:rPr sz="975" b="1">
                <a:solidFill>
                  <a:srgbClr val="168D9D"/>
                </a:solidFill>
                <a:latin typeface="Microsoft YaHei"/>
                <a:ea typeface="Microsoft YaHei"/>
              </a:rPr>
              <a:t> </a:t>
            </a:r>
            <a:r>
              <a:rPr sz="975" b="1">
                <a:solidFill>
                  <a:srgbClr val="168D9D"/>
                </a:solidFill>
                <a:latin typeface="Arial"/>
                <a:ea typeface="Microsoft YaHei"/>
              </a:rPr>
              <a:t>2</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EXPERIMENT</a:t>
            </a:r>
            <a:r>
              <a:rPr sz="975" b="1">
                <a:solidFill>
                  <a:srgbClr val="168D9D"/>
                </a:solidFill>
                <a:latin typeface="Microsoft YaHei"/>
                <a:ea typeface="Microsoft YaHei"/>
              </a:rPr>
              <a:t> </a:t>
            </a:r>
            <a:r>
              <a:rPr sz="975" b="1">
                <a:solidFill>
                  <a:srgbClr val="168D9D"/>
                </a:solidFill>
                <a:latin typeface="Arial"/>
                <a:ea typeface="Microsoft YaHei"/>
              </a:rPr>
              <a:t>TOPOLOGY</a:t>
            </a:r>
          </a:p>
        </p:txBody>
      </p:sp>
      <p:sp>
        <p:nvSpPr>
          <p:cNvPr id="4" name="TextBox 3"/>
          <p:cNvSpPr txBox="1"/>
          <p:nvPr/>
        </p:nvSpPr>
        <p:spPr>
          <a:xfrm>
            <a:off x="514350" y="676275"/>
            <a:ext cx="10301250" cy="480059"/>
          </a:xfrm>
          <a:prstGeom prst="rect">
            <a:avLst/>
          </a:prstGeom>
          <a:noFill/>
        </p:spPr>
        <p:txBody>
          <a:bodyPr wrap="none" lIns="0" rIns="0" tIns="0" bIns="0">
            <a:spAutoFit/>
          </a:bodyPr>
          <a:lstStyle/>
          <a:p>
            <a:pPr>
              <a:lnSpc>
                <a:spcPts val="3645"/>
              </a:lnSpc>
              <a:spcBef>
                <a:spcPts val="0"/>
              </a:spcBef>
              <a:spcAft>
                <a:spcPts val="0"/>
              </a:spcAft>
            </a:pPr>
            <a:r>
              <a:rPr sz="2700" b="1">
                <a:solidFill>
                  <a:srgbClr val="11233E"/>
                </a:solidFill>
                <a:latin typeface="Arial"/>
                <a:ea typeface="Microsoft YaHei"/>
              </a:rPr>
              <a:t>One</a:t>
            </a:r>
            <a:r>
              <a:rPr sz="2700" b="1">
                <a:solidFill>
                  <a:srgbClr val="11233E"/>
                </a:solidFill>
                <a:latin typeface="Microsoft YaHei"/>
                <a:ea typeface="Microsoft YaHei"/>
              </a:rPr>
              <a:t> </a:t>
            </a:r>
            <a:r>
              <a:rPr sz="2700" b="1">
                <a:solidFill>
                  <a:srgbClr val="11233E"/>
                </a:solidFill>
                <a:latin typeface="Arial"/>
                <a:ea typeface="Microsoft YaHei"/>
              </a:rPr>
              <a:t>sample</a:t>
            </a:r>
            <a:r>
              <a:rPr sz="2700" b="1">
                <a:solidFill>
                  <a:srgbClr val="11233E"/>
                </a:solidFill>
                <a:latin typeface="Microsoft YaHei"/>
                <a:ea typeface="Microsoft YaHei"/>
              </a:rPr>
              <a:t> </a:t>
            </a:r>
            <a:r>
              <a:rPr sz="2700" b="1">
                <a:solidFill>
                  <a:srgbClr val="11233E"/>
                </a:solidFill>
                <a:latin typeface="Arial"/>
                <a:ea typeface="Microsoft YaHei"/>
              </a:rPr>
              <a:t>connects</a:t>
            </a:r>
            <a:r>
              <a:rPr sz="2700" b="1">
                <a:solidFill>
                  <a:srgbClr val="11233E"/>
                </a:solidFill>
                <a:latin typeface="Microsoft YaHei"/>
                <a:ea typeface="Microsoft YaHei"/>
              </a:rPr>
              <a:t> </a:t>
            </a:r>
            <a:r>
              <a:rPr sz="2700" b="1">
                <a:solidFill>
                  <a:srgbClr val="11233E"/>
                </a:solidFill>
                <a:latin typeface="Arial"/>
                <a:ea typeface="Microsoft YaHei"/>
              </a:rPr>
              <a:t>the</a:t>
            </a:r>
            <a:r>
              <a:rPr sz="2700" b="1">
                <a:solidFill>
                  <a:srgbClr val="11233E"/>
                </a:solidFill>
                <a:latin typeface="Microsoft YaHei"/>
                <a:ea typeface="Microsoft YaHei"/>
              </a:rPr>
              <a:t> </a:t>
            </a:r>
            <a:r>
              <a:rPr sz="2700" b="1">
                <a:solidFill>
                  <a:srgbClr val="11233E"/>
                </a:solidFill>
                <a:latin typeface="Arial"/>
                <a:ea typeface="Microsoft YaHei"/>
              </a:rPr>
              <a:t>optical</a:t>
            </a:r>
            <a:r>
              <a:rPr sz="2700" b="1">
                <a:solidFill>
                  <a:srgbClr val="11233E"/>
                </a:solidFill>
                <a:latin typeface="Microsoft YaHei"/>
                <a:ea typeface="Microsoft YaHei"/>
              </a:rPr>
              <a:t> </a:t>
            </a:r>
            <a:r>
              <a:rPr sz="2700" b="1">
                <a:solidFill>
                  <a:srgbClr val="11233E"/>
                </a:solidFill>
                <a:latin typeface="Arial"/>
                <a:ea typeface="Microsoft YaHei"/>
              </a:rPr>
              <a:t>and</a:t>
            </a:r>
            <a:r>
              <a:rPr sz="2700" b="1">
                <a:solidFill>
                  <a:srgbClr val="11233E"/>
                </a:solidFill>
                <a:latin typeface="Microsoft YaHei"/>
                <a:ea typeface="Microsoft YaHei"/>
              </a:rPr>
              <a:t> </a:t>
            </a:r>
            <a:r>
              <a:rPr sz="2700" b="1">
                <a:solidFill>
                  <a:srgbClr val="11233E"/>
                </a:solidFill>
                <a:latin typeface="Arial"/>
                <a:ea typeface="Microsoft YaHei"/>
              </a:rPr>
              <a:t>electrical</a:t>
            </a:r>
            <a:r>
              <a:rPr sz="2700" b="1">
                <a:solidFill>
                  <a:srgbClr val="11233E"/>
                </a:solidFill>
                <a:latin typeface="Microsoft YaHei"/>
                <a:ea typeface="Microsoft YaHei"/>
              </a:rPr>
              <a:t> </a:t>
            </a:r>
            <a:r>
              <a:rPr sz="2700" b="1">
                <a:solidFill>
                  <a:srgbClr val="11233E"/>
                </a:solidFill>
                <a:latin typeface="Arial"/>
                <a:ea typeface="Microsoft YaHei"/>
              </a:rPr>
              <a:t>chains</a:t>
            </a:r>
          </a:p>
        </p:txBody>
      </p:sp>
      <p:sp>
        <p:nvSpPr>
          <p:cNvPr id="5" name="TextBox 4"/>
          <p:cNvSpPr txBox="1"/>
          <p:nvPr/>
        </p:nvSpPr>
        <p:spPr>
          <a:xfrm>
            <a:off x="533400" y="1247775"/>
            <a:ext cx="8961029"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62758C"/>
                </a:solidFill>
                <a:latin typeface="Arial"/>
                <a:ea typeface="Microsoft YaHei"/>
              </a:rPr>
              <a:t>Control</a:t>
            </a:r>
            <a:r>
              <a:rPr sz="1425" b="0">
                <a:solidFill>
                  <a:srgbClr val="62758C"/>
                </a:solidFill>
                <a:latin typeface="Microsoft YaHei"/>
                <a:ea typeface="Microsoft YaHei"/>
              </a:rPr>
              <a:t> </a:t>
            </a:r>
            <a:r>
              <a:rPr sz="1425" b="0">
                <a:solidFill>
                  <a:srgbClr val="62758C"/>
                </a:solidFill>
                <a:latin typeface="Arial"/>
                <a:ea typeface="Microsoft YaHei"/>
              </a:rPr>
              <a:t>ownership</a:t>
            </a:r>
            <a:r>
              <a:rPr sz="1425" b="0">
                <a:solidFill>
                  <a:srgbClr val="62758C"/>
                </a:solidFill>
                <a:latin typeface="Microsoft YaHei"/>
                <a:ea typeface="Microsoft YaHei"/>
              </a:rPr>
              <a:t> </a:t>
            </a:r>
            <a:r>
              <a:rPr sz="1425" b="0">
                <a:solidFill>
                  <a:srgbClr val="62758C"/>
                </a:solidFill>
                <a:latin typeface="Arial"/>
                <a:ea typeface="Microsoft YaHei"/>
              </a:rPr>
              <a:t>follows</a:t>
            </a:r>
            <a:r>
              <a:rPr sz="1425" b="0">
                <a:solidFill>
                  <a:srgbClr val="62758C"/>
                </a:solidFill>
                <a:latin typeface="Microsoft YaHei"/>
                <a:ea typeface="Microsoft YaHei"/>
              </a:rPr>
              <a:t> </a:t>
            </a:r>
            <a:r>
              <a:rPr sz="1425" b="0">
                <a:solidFill>
                  <a:srgbClr val="62758C"/>
                </a:solidFill>
                <a:latin typeface="Arial"/>
                <a:ea typeface="Microsoft YaHei"/>
              </a:rPr>
              <a:t>PCs;</a:t>
            </a:r>
            <a:r>
              <a:rPr sz="1425" b="0">
                <a:solidFill>
                  <a:srgbClr val="62758C"/>
                </a:solidFill>
                <a:latin typeface="Microsoft YaHei"/>
                <a:ea typeface="Microsoft YaHei"/>
              </a:rPr>
              <a:t> </a:t>
            </a:r>
            <a:r>
              <a:rPr sz="1425" b="0">
                <a:solidFill>
                  <a:srgbClr val="62758C"/>
                </a:solidFill>
                <a:latin typeface="Arial"/>
                <a:ea typeface="Microsoft YaHei"/>
              </a:rPr>
              <a:t>light,</a:t>
            </a:r>
            <a:r>
              <a:rPr sz="1425" b="0">
                <a:solidFill>
                  <a:srgbClr val="62758C"/>
                </a:solidFill>
                <a:latin typeface="Microsoft YaHei"/>
                <a:ea typeface="Microsoft YaHei"/>
              </a:rPr>
              <a:t> </a:t>
            </a:r>
            <a:r>
              <a:rPr sz="1425" b="0">
                <a:solidFill>
                  <a:srgbClr val="62758C"/>
                </a:solidFill>
                <a:latin typeface="Arial"/>
                <a:ea typeface="Microsoft YaHei"/>
              </a:rPr>
              <a:t>voltage,</a:t>
            </a:r>
            <a:r>
              <a:rPr sz="1425" b="0">
                <a:solidFill>
                  <a:srgbClr val="62758C"/>
                </a:solidFill>
                <a:latin typeface="Microsoft YaHei"/>
                <a:ea typeface="Microsoft YaHei"/>
              </a:rPr>
              <a:t> </a:t>
            </a:r>
            <a:r>
              <a:rPr sz="1425" b="0">
                <a:solidFill>
                  <a:srgbClr val="62758C"/>
                </a:solidFill>
                <a:latin typeface="Arial"/>
                <a:ea typeface="Microsoft YaHei"/>
              </a:rPr>
              <a:t>current</a:t>
            </a:r>
            <a:r>
              <a:rPr sz="1425" b="0">
                <a:solidFill>
                  <a:srgbClr val="62758C"/>
                </a:solidFill>
                <a:latin typeface="Microsoft YaHei"/>
                <a:ea typeface="Microsoft YaHei"/>
              </a:rPr>
              <a:t> </a:t>
            </a:r>
            <a:r>
              <a:rPr sz="1425" b="0">
                <a:solidFill>
                  <a:srgbClr val="62758C"/>
                </a:solidFill>
                <a:latin typeface="Arial"/>
                <a:ea typeface="Microsoft YaHei"/>
              </a:rPr>
              <a:t>and</a:t>
            </a:r>
            <a:r>
              <a:rPr sz="1425" b="0">
                <a:solidFill>
                  <a:srgbClr val="62758C"/>
                </a:solidFill>
                <a:latin typeface="Microsoft YaHei"/>
                <a:ea typeface="Microsoft YaHei"/>
              </a:rPr>
              <a:t> </a:t>
            </a:r>
            <a:r>
              <a:rPr sz="1425" b="0">
                <a:solidFill>
                  <a:srgbClr val="62758C"/>
                </a:solidFill>
                <a:latin typeface="Arial"/>
                <a:ea typeface="Microsoft YaHei"/>
              </a:rPr>
              <a:t>physical</a:t>
            </a:r>
            <a:r>
              <a:rPr sz="1425" b="0">
                <a:solidFill>
                  <a:srgbClr val="62758C"/>
                </a:solidFill>
                <a:latin typeface="Microsoft YaHei"/>
                <a:ea typeface="Microsoft YaHei"/>
              </a:rPr>
              <a:t> </a:t>
            </a:r>
            <a:r>
              <a:rPr sz="1425" b="0">
                <a:solidFill>
                  <a:srgbClr val="62758C"/>
                </a:solidFill>
                <a:latin typeface="Arial"/>
                <a:ea typeface="Microsoft YaHei"/>
              </a:rPr>
              <a:t>references</a:t>
            </a:r>
            <a:r>
              <a:rPr sz="1425" b="0">
                <a:solidFill>
                  <a:srgbClr val="62758C"/>
                </a:solidFill>
                <a:latin typeface="Microsoft YaHei"/>
                <a:ea typeface="Microsoft YaHei"/>
              </a:rPr>
              <a:t> </a:t>
            </a:r>
            <a:r>
              <a:rPr sz="1425" b="0">
                <a:solidFill>
                  <a:srgbClr val="62758C"/>
                </a:solidFill>
                <a:latin typeface="Arial"/>
                <a:ea typeface="Microsoft YaHei"/>
              </a:rPr>
              <a:t>follow</a:t>
            </a:r>
            <a:r>
              <a:rPr sz="1425" b="0">
                <a:solidFill>
                  <a:srgbClr val="62758C"/>
                </a:solidFill>
                <a:latin typeface="Microsoft YaHei"/>
                <a:ea typeface="Microsoft YaHei"/>
              </a:rPr>
              <a:t> </a:t>
            </a:r>
            <a:r>
              <a:rPr sz="1425" b="0">
                <a:solidFill>
                  <a:srgbClr val="62758C"/>
                </a:solidFill>
                <a:latin typeface="Arial"/>
                <a:ea typeface="Microsoft YaHei"/>
              </a:rPr>
              <a:t>the</a:t>
            </a:r>
            <a:r>
              <a:rPr sz="1425" b="0">
                <a:solidFill>
                  <a:srgbClr val="62758C"/>
                </a:solidFill>
                <a:latin typeface="Microsoft YaHei"/>
                <a:ea typeface="Microsoft YaHei"/>
              </a:rPr>
              <a:t> </a:t>
            </a:r>
            <a:r>
              <a:rPr sz="1425" b="0">
                <a:solidFill>
                  <a:srgbClr val="62758C"/>
                </a:solidFill>
                <a:latin typeface="Arial"/>
                <a:ea typeface="Microsoft YaHei"/>
              </a:rPr>
              <a:t>apparatus.</a:t>
            </a:r>
          </a:p>
        </p:txBody>
      </p:sp>
      <p:sp>
        <p:nvSpPr>
          <p:cNvPr id="6" name="Rounded Rectangle 5"/>
          <p:cNvSpPr/>
          <p:nvPr/>
        </p:nvSpPr>
        <p:spPr>
          <a:xfrm>
            <a:off x="514350" y="1790700"/>
            <a:ext cx="2857500" cy="1828800"/>
          </a:xfrm>
          <a:prstGeom prst="roundRect">
            <a:avLst>
              <a:gd name="adj" fmla="val 5729"/>
            </a:avLst>
          </a:prstGeom>
          <a:solidFill>
            <a:srgbClr val="E9F6F7"/>
          </a:solidFill>
          <a:ln w="11429">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8175" y="1885950"/>
            <a:ext cx="2665251" cy="266700"/>
          </a:xfrm>
          <a:prstGeom prst="rect">
            <a:avLst/>
          </a:prstGeom>
          <a:noFill/>
        </p:spPr>
        <p:txBody>
          <a:bodyPr wrap="none" lIns="0" rIns="0" tIns="0" bIns="0">
            <a:spAutoFit/>
          </a:bodyPr>
          <a:lstStyle/>
          <a:p>
            <a:pPr>
              <a:lnSpc>
                <a:spcPts val="2025"/>
              </a:lnSpc>
              <a:spcBef>
                <a:spcPts val="0"/>
              </a:spcBef>
              <a:spcAft>
                <a:spcPts val="0"/>
              </a:spcAft>
            </a:pPr>
            <a:r>
              <a:rPr sz="1500" b="1">
                <a:solidFill>
                  <a:srgbClr val="168D9D"/>
                </a:solidFill>
                <a:latin typeface="Arial"/>
                <a:ea typeface="Microsoft YaHei"/>
              </a:rPr>
              <a:t>PC</a:t>
            </a:r>
            <a:r>
              <a:rPr sz="1500" b="1">
                <a:solidFill>
                  <a:srgbClr val="168D9D"/>
                </a:solidFill>
                <a:latin typeface="Microsoft YaHei"/>
                <a:ea typeface="Microsoft YaHei"/>
              </a:rPr>
              <a:t> </a:t>
            </a:r>
            <a:r>
              <a:rPr sz="1500" b="1">
                <a:solidFill>
                  <a:srgbClr val="168D9D"/>
                </a:solidFill>
                <a:latin typeface="Arial"/>
                <a:ea typeface="Microsoft YaHei"/>
              </a:rPr>
              <a:t>A:</a:t>
            </a:r>
            <a:r>
              <a:rPr sz="1500" b="1">
                <a:solidFill>
                  <a:srgbClr val="168D9D"/>
                </a:solidFill>
                <a:latin typeface="Microsoft YaHei"/>
                <a:ea typeface="Microsoft YaHei"/>
              </a:rPr>
              <a:t> </a:t>
            </a:r>
            <a:r>
              <a:rPr sz="1500" b="1">
                <a:solidFill>
                  <a:srgbClr val="168D9D"/>
                </a:solidFill>
                <a:latin typeface="Arial"/>
                <a:ea typeface="Microsoft YaHei"/>
              </a:rPr>
              <a:t>source</a:t>
            </a:r>
            <a:r>
              <a:rPr sz="1500" b="1">
                <a:solidFill>
                  <a:srgbClr val="168D9D"/>
                </a:solidFill>
                <a:latin typeface="Microsoft YaHei"/>
                <a:ea typeface="Microsoft YaHei"/>
              </a:rPr>
              <a:t> </a:t>
            </a:r>
            <a:r>
              <a:rPr sz="1500" b="1">
                <a:solidFill>
                  <a:srgbClr val="168D9D"/>
                </a:solidFill>
                <a:latin typeface="Arial"/>
                <a:ea typeface="Microsoft YaHei"/>
              </a:rPr>
              <a:t>+</a:t>
            </a:r>
            <a:r>
              <a:rPr sz="1500" b="1">
                <a:solidFill>
                  <a:srgbClr val="168D9D"/>
                </a:solidFill>
                <a:latin typeface="Microsoft YaHei"/>
                <a:ea typeface="Microsoft YaHei"/>
              </a:rPr>
              <a:t> </a:t>
            </a:r>
            <a:r>
              <a:rPr sz="1500" b="1">
                <a:solidFill>
                  <a:srgbClr val="168D9D"/>
                </a:solidFill>
                <a:latin typeface="Arial"/>
                <a:ea typeface="Microsoft YaHei"/>
              </a:rPr>
              <a:t>spectrum</a:t>
            </a:r>
          </a:p>
        </p:txBody>
      </p:sp>
      <p:sp>
        <p:nvSpPr>
          <p:cNvPr id="8" name="Rounded Rectangle 7"/>
          <p:cNvSpPr/>
          <p:nvPr/>
        </p:nvSpPr>
        <p:spPr>
          <a:xfrm>
            <a:off x="676275" y="2200275"/>
            <a:ext cx="2524125" cy="866775"/>
          </a:xfrm>
          <a:prstGeom prst="roundRect">
            <a:avLst>
              <a:gd name="adj" fmla="val 7692"/>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1525" y="2266950"/>
            <a:ext cx="739159"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168D9D"/>
                </a:solidFill>
                <a:latin typeface="Arial"/>
                <a:ea typeface="Microsoft YaHei"/>
              </a:rPr>
              <a:t>SuperK</a:t>
            </a:r>
          </a:p>
        </p:txBody>
      </p:sp>
      <p:sp>
        <p:nvSpPr>
          <p:cNvPr id="10" name="Rounded Rectangle 9"/>
          <p:cNvSpPr/>
          <p:nvPr/>
        </p:nvSpPr>
        <p:spPr>
          <a:xfrm>
            <a:off x="771525" y="2571750"/>
            <a:ext cx="2009775" cy="228600"/>
          </a:xfrm>
          <a:prstGeom prst="roundRect">
            <a:avLst>
              <a:gd name="adj" fmla="val 12500"/>
            </a:avLst>
          </a:prstGeom>
          <a:solidFill>
            <a:srgbClr val="F5F8FC"/>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8675" y="2609850"/>
            <a:ext cx="1728247" cy="173354"/>
          </a:xfrm>
          <a:prstGeom prst="rect">
            <a:avLst/>
          </a:prstGeom>
          <a:noFill/>
        </p:spPr>
        <p:txBody>
          <a:bodyPr wrap="none" lIns="0" rIns="0" tIns="0" bIns="0">
            <a:spAutoFit/>
          </a:bodyPr>
          <a:lstStyle/>
          <a:p>
            <a:pPr>
              <a:lnSpc>
                <a:spcPts val="1316"/>
              </a:lnSpc>
              <a:spcBef>
                <a:spcPts val="0"/>
              </a:spcBef>
              <a:spcAft>
                <a:spcPts val="0"/>
              </a:spcAft>
            </a:pPr>
            <a:r>
              <a:rPr sz="975" b="0">
                <a:solidFill>
                  <a:srgbClr val="23364D"/>
                </a:solidFill>
                <a:latin typeface="Arial"/>
                <a:ea typeface="Microsoft YaHei"/>
              </a:rPr>
              <a:t>Excitation</a:t>
            </a:r>
            <a:r>
              <a:rPr sz="975" b="0">
                <a:solidFill>
                  <a:srgbClr val="23364D"/>
                </a:solidFill>
                <a:latin typeface="Microsoft YaHei"/>
                <a:ea typeface="Microsoft YaHei"/>
              </a:rPr>
              <a:t> </a:t>
            </a:r>
            <a:r>
              <a:rPr sz="975" b="0">
                <a:solidFill>
                  <a:srgbClr val="23364D"/>
                </a:solidFill>
                <a:latin typeface="Arial"/>
                <a:ea typeface="Microsoft YaHei"/>
              </a:rPr>
              <a:t>band</a:t>
            </a:r>
            <a:r>
              <a:rPr sz="975" b="0">
                <a:solidFill>
                  <a:srgbClr val="23364D"/>
                </a:solidFill>
                <a:latin typeface="Microsoft YaHei"/>
                <a:ea typeface="Microsoft YaHei"/>
              </a:rPr>
              <a:t> </a:t>
            </a:r>
            <a:r>
              <a:rPr sz="975" b="0">
                <a:solidFill>
                  <a:srgbClr val="23364D"/>
                </a:solidFill>
                <a:latin typeface="Arial"/>
                <a:ea typeface="Microsoft YaHei"/>
              </a:rPr>
              <a:t>/</a:t>
            </a:r>
            <a:r>
              <a:rPr sz="975" b="0">
                <a:solidFill>
                  <a:srgbClr val="23364D"/>
                </a:solidFill>
                <a:latin typeface="Microsoft YaHei"/>
                <a:ea typeface="Microsoft YaHei"/>
              </a:rPr>
              <a:t> </a:t>
            </a:r>
            <a:r>
              <a:rPr sz="975" b="0">
                <a:solidFill>
                  <a:srgbClr val="23364D"/>
                </a:solidFill>
                <a:latin typeface="Arial"/>
                <a:ea typeface="Microsoft YaHei"/>
              </a:rPr>
              <a:t>spectrum</a:t>
            </a:r>
          </a:p>
        </p:txBody>
      </p:sp>
      <p:sp>
        <p:nvSpPr>
          <p:cNvPr id="12" name="Oval 11"/>
          <p:cNvSpPr/>
          <p:nvPr/>
        </p:nvSpPr>
        <p:spPr>
          <a:xfrm>
            <a:off x="2895600" y="2600325"/>
            <a:ext cx="171450" cy="171450"/>
          </a:xfrm>
          <a:prstGeom prst="ellipse">
            <a:avLst/>
          </a:prstGeom>
          <a:solidFill>
            <a:srgbClr val="EDF3FC"/>
          </a:solidFill>
          <a:ln w="11429">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943225" y="2886075"/>
            <a:ext cx="76200" cy="7620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76275" y="3248025"/>
            <a:ext cx="2524125" cy="285750"/>
          </a:xfrm>
          <a:prstGeom prst="roundRect">
            <a:avLst>
              <a:gd name="adj" fmla="val 33333"/>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2571" y="3288029"/>
            <a:ext cx="1967731"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168D9D"/>
                </a:solidFill>
                <a:latin typeface="Arial"/>
                <a:ea typeface="Microsoft YaHei"/>
              </a:rPr>
              <a:t>IR</a:t>
            </a:r>
            <a:r>
              <a:rPr sz="1200" b="1">
                <a:solidFill>
                  <a:srgbClr val="168D9D"/>
                </a:solidFill>
                <a:latin typeface="Microsoft YaHei"/>
                <a:ea typeface="Microsoft YaHei"/>
              </a:rPr>
              <a:t> </a:t>
            </a:r>
            <a:r>
              <a:rPr sz="1200" b="1">
                <a:solidFill>
                  <a:srgbClr val="168D9D"/>
                </a:solidFill>
                <a:latin typeface="Arial"/>
                <a:ea typeface="Microsoft YaHei"/>
              </a:rPr>
              <a:t>reference</a:t>
            </a:r>
            <a:r>
              <a:rPr sz="1200" b="1">
                <a:solidFill>
                  <a:srgbClr val="168D9D"/>
                </a:solidFill>
                <a:latin typeface="Microsoft YaHei"/>
                <a:ea typeface="Microsoft YaHei"/>
              </a:rPr>
              <a:t> </a:t>
            </a:r>
            <a:r>
              <a:rPr sz="1200" b="1">
                <a:solidFill>
                  <a:srgbClr val="168D9D"/>
                </a:solidFill>
                <a:latin typeface="Arial"/>
                <a:ea typeface="Microsoft YaHei"/>
              </a:rPr>
              <a:t>spectrum</a:t>
            </a:r>
          </a:p>
        </p:txBody>
      </p:sp>
      <p:sp>
        <p:nvSpPr>
          <p:cNvPr id="16" name="Rounded Rectangle 15"/>
          <p:cNvSpPr/>
          <p:nvPr/>
        </p:nvSpPr>
        <p:spPr>
          <a:xfrm>
            <a:off x="514350" y="3876675"/>
            <a:ext cx="2857500" cy="1771650"/>
          </a:xfrm>
          <a:prstGeom prst="roundRect">
            <a:avLst>
              <a:gd name="adj" fmla="val 5913"/>
            </a:avLst>
          </a:prstGeom>
          <a:solidFill>
            <a:srgbClr val="F1ECFC"/>
          </a:solidFill>
          <a:ln w="11429">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175" y="3971925"/>
            <a:ext cx="2329736" cy="266700"/>
          </a:xfrm>
          <a:prstGeom prst="rect">
            <a:avLst/>
          </a:prstGeom>
          <a:noFill/>
        </p:spPr>
        <p:txBody>
          <a:bodyPr wrap="none" lIns="0" rIns="0" tIns="0" bIns="0">
            <a:spAutoFit/>
          </a:bodyPr>
          <a:lstStyle/>
          <a:p>
            <a:pPr>
              <a:lnSpc>
                <a:spcPts val="2025"/>
              </a:lnSpc>
              <a:spcBef>
                <a:spcPts val="0"/>
              </a:spcBef>
              <a:spcAft>
                <a:spcPts val="0"/>
              </a:spcAft>
            </a:pPr>
            <a:r>
              <a:rPr sz="1500" b="1">
                <a:solidFill>
                  <a:srgbClr val="7653CF"/>
                </a:solidFill>
                <a:latin typeface="Arial"/>
                <a:ea typeface="Microsoft YaHei"/>
              </a:rPr>
              <a:t>PC</a:t>
            </a:r>
            <a:r>
              <a:rPr sz="1500" b="1">
                <a:solidFill>
                  <a:srgbClr val="7653CF"/>
                </a:solidFill>
                <a:latin typeface="Microsoft YaHei"/>
                <a:ea typeface="Microsoft YaHei"/>
              </a:rPr>
              <a:t> </a:t>
            </a:r>
            <a:r>
              <a:rPr sz="1500" b="1">
                <a:solidFill>
                  <a:srgbClr val="7653CF"/>
                </a:solidFill>
                <a:latin typeface="Arial"/>
                <a:ea typeface="Microsoft YaHei"/>
              </a:rPr>
              <a:t>B:</a:t>
            </a:r>
            <a:r>
              <a:rPr sz="1500" b="1">
                <a:solidFill>
                  <a:srgbClr val="7653CF"/>
                </a:solidFill>
                <a:latin typeface="Microsoft YaHei"/>
                <a:ea typeface="Microsoft YaHei"/>
              </a:rPr>
              <a:t> </a:t>
            </a:r>
            <a:r>
              <a:rPr sz="1500" b="1">
                <a:solidFill>
                  <a:srgbClr val="7653CF"/>
                </a:solidFill>
                <a:latin typeface="Arial"/>
                <a:ea typeface="Microsoft YaHei"/>
              </a:rPr>
              <a:t>laser</a:t>
            </a:r>
            <a:r>
              <a:rPr sz="1500" b="1">
                <a:solidFill>
                  <a:srgbClr val="7653CF"/>
                </a:solidFill>
                <a:latin typeface="Microsoft YaHei"/>
                <a:ea typeface="Microsoft YaHei"/>
              </a:rPr>
              <a:t> </a:t>
            </a:r>
            <a:r>
              <a:rPr sz="1500" b="1">
                <a:solidFill>
                  <a:srgbClr val="7653CF"/>
                </a:solidFill>
                <a:latin typeface="Arial"/>
                <a:ea typeface="Microsoft YaHei"/>
              </a:rPr>
              <a:t>excitation</a:t>
            </a:r>
          </a:p>
        </p:txBody>
      </p:sp>
      <p:sp>
        <p:nvSpPr>
          <p:cNvPr id="18" name="Rounded Rectangle 17"/>
          <p:cNvSpPr/>
          <p:nvPr/>
        </p:nvSpPr>
        <p:spPr>
          <a:xfrm>
            <a:off x="676275" y="4286250"/>
            <a:ext cx="2524125" cy="838200"/>
          </a:xfrm>
          <a:prstGeom prst="roundRect">
            <a:avLst>
              <a:gd name="adj" fmla="val 7954"/>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1525" y="4352925"/>
            <a:ext cx="1233789"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168D9D"/>
                </a:solidFill>
                <a:latin typeface="Arial"/>
                <a:ea typeface="Microsoft YaHei"/>
              </a:rPr>
              <a:t>730</a:t>
            </a:r>
            <a:r>
              <a:rPr sz="1275" b="1">
                <a:solidFill>
                  <a:srgbClr val="168D9D"/>
                </a:solidFill>
                <a:latin typeface="Microsoft YaHei"/>
                <a:ea typeface="Microsoft YaHei"/>
              </a:rPr>
              <a:t> </a:t>
            </a:r>
            <a:r>
              <a:rPr sz="1275" b="1">
                <a:solidFill>
                  <a:srgbClr val="168D9D"/>
                </a:solidFill>
                <a:latin typeface="Arial"/>
                <a:ea typeface="Microsoft YaHei"/>
              </a:rPr>
              <a:t>nm</a:t>
            </a:r>
            <a:r>
              <a:rPr sz="1275" b="1">
                <a:solidFill>
                  <a:srgbClr val="168D9D"/>
                </a:solidFill>
                <a:latin typeface="Microsoft YaHei"/>
                <a:ea typeface="Microsoft YaHei"/>
              </a:rPr>
              <a:t> </a:t>
            </a:r>
            <a:r>
              <a:rPr sz="1275" b="1">
                <a:solidFill>
                  <a:srgbClr val="168D9D"/>
                </a:solidFill>
                <a:latin typeface="Arial"/>
                <a:ea typeface="Microsoft YaHei"/>
              </a:rPr>
              <a:t>laser</a:t>
            </a:r>
          </a:p>
        </p:txBody>
      </p:sp>
      <p:sp>
        <p:nvSpPr>
          <p:cNvPr id="20" name="Rounded Rectangle 19"/>
          <p:cNvSpPr/>
          <p:nvPr/>
        </p:nvSpPr>
        <p:spPr>
          <a:xfrm>
            <a:off x="771525" y="4657725"/>
            <a:ext cx="2009775" cy="209550"/>
          </a:xfrm>
          <a:prstGeom prst="roundRect">
            <a:avLst>
              <a:gd name="adj" fmla="val 13636"/>
            </a:avLst>
          </a:prstGeom>
          <a:solidFill>
            <a:srgbClr val="F5F8FC"/>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8675" y="4695825"/>
            <a:ext cx="1590456" cy="173354"/>
          </a:xfrm>
          <a:prstGeom prst="rect">
            <a:avLst/>
          </a:prstGeom>
          <a:noFill/>
        </p:spPr>
        <p:txBody>
          <a:bodyPr wrap="none" lIns="0" rIns="0" tIns="0" bIns="0">
            <a:spAutoFit/>
          </a:bodyPr>
          <a:lstStyle/>
          <a:p>
            <a:pPr>
              <a:lnSpc>
                <a:spcPts val="1316"/>
              </a:lnSpc>
              <a:spcBef>
                <a:spcPts val="0"/>
              </a:spcBef>
              <a:spcAft>
                <a:spcPts val="0"/>
              </a:spcAft>
            </a:pPr>
            <a:r>
              <a:rPr sz="975" b="0">
                <a:solidFill>
                  <a:srgbClr val="23364D"/>
                </a:solidFill>
                <a:latin typeface="Arial"/>
                <a:ea typeface="Microsoft YaHei"/>
              </a:rPr>
              <a:t>CLD1000</a:t>
            </a:r>
            <a:r>
              <a:rPr sz="975" b="0">
                <a:solidFill>
                  <a:srgbClr val="23364D"/>
                </a:solidFill>
                <a:latin typeface="Microsoft YaHei"/>
                <a:ea typeface="Microsoft YaHei"/>
              </a:rPr>
              <a:t> </a:t>
            </a:r>
            <a:r>
              <a:rPr sz="975" b="0">
                <a:solidFill>
                  <a:srgbClr val="23364D"/>
                </a:solidFill>
                <a:latin typeface="Arial"/>
                <a:ea typeface="Microsoft YaHei"/>
              </a:rPr>
              <a:t>current</a:t>
            </a:r>
            <a:r>
              <a:rPr sz="975" b="0">
                <a:solidFill>
                  <a:srgbClr val="23364D"/>
                </a:solidFill>
                <a:latin typeface="Microsoft YaHei"/>
                <a:ea typeface="Microsoft YaHei"/>
              </a:rPr>
              <a:t> </a:t>
            </a:r>
            <a:r>
              <a:rPr sz="975" b="0">
                <a:solidFill>
                  <a:srgbClr val="23364D"/>
                </a:solidFill>
                <a:latin typeface="Arial"/>
                <a:ea typeface="Microsoft YaHei"/>
              </a:rPr>
              <a:t>control</a:t>
            </a:r>
          </a:p>
        </p:txBody>
      </p:sp>
      <p:sp>
        <p:nvSpPr>
          <p:cNvPr id="22" name="Oval 21"/>
          <p:cNvSpPr/>
          <p:nvPr/>
        </p:nvSpPr>
        <p:spPr>
          <a:xfrm>
            <a:off x="2895600" y="4686300"/>
            <a:ext cx="171450" cy="171450"/>
          </a:xfrm>
          <a:prstGeom prst="ellipse">
            <a:avLst/>
          </a:prstGeom>
          <a:solidFill>
            <a:srgbClr val="EDF3FC"/>
          </a:solidFill>
          <a:ln w="11429">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943225" y="4972050"/>
            <a:ext cx="76200" cy="7620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 y="5343525"/>
            <a:ext cx="2076519" cy="200025"/>
          </a:xfrm>
          <a:prstGeom prst="rect">
            <a:avLst/>
          </a:prstGeom>
          <a:noFill/>
        </p:spPr>
        <p:txBody>
          <a:bodyPr wrap="none" lIns="0" rIns="0" tIns="0" bIns="0">
            <a:spAutoFit/>
          </a:bodyPr>
          <a:lstStyle/>
          <a:p>
            <a:pPr>
              <a:lnSpc>
                <a:spcPts val="1518"/>
              </a:lnSpc>
              <a:spcBef>
                <a:spcPts val="0"/>
              </a:spcBef>
              <a:spcAft>
                <a:spcPts val="0"/>
              </a:spcAft>
            </a:pPr>
            <a:r>
              <a:rPr sz="1125" b="0">
                <a:solidFill>
                  <a:srgbClr val="7653CF"/>
                </a:solidFill>
                <a:latin typeface="Arial"/>
                <a:ea typeface="Microsoft YaHei"/>
              </a:rPr>
              <a:t>Drive</a:t>
            </a:r>
            <a:r>
              <a:rPr sz="1125" b="0">
                <a:solidFill>
                  <a:srgbClr val="7653CF"/>
                </a:solidFill>
                <a:latin typeface="Microsoft YaHei"/>
                <a:ea typeface="Microsoft YaHei"/>
              </a:rPr>
              <a:t> </a:t>
            </a:r>
            <a:r>
              <a:rPr sz="1125" b="0">
                <a:solidFill>
                  <a:srgbClr val="7653CF"/>
                </a:solidFill>
                <a:latin typeface="Arial"/>
                <a:ea typeface="Microsoft YaHei"/>
              </a:rPr>
              <a:t>setting</a:t>
            </a:r>
            <a:r>
              <a:rPr sz="1125" b="0">
                <a:solidFill>
                  <a:srgbClr val="7653CF"/>
                </a:solidFill>
                <a:latin typeface="Microsoft YaHei"/>
                <a:ea typeface="Microsoft YaHei"/>
              </a:rPr>
              <a:t> </a:t>
            </a:r>
            <a:r>
              <a:rPr sz="1125" b="0">
                <a:solidFill>
                  <a:srgbClr val="7653CF"/>
                </a:solidFill>
                <a:latin typeface="Arial"/>
                <a:ea typeface="Microsoft YaHei"/>
              </a:rPr>
              <a:t>-&gt;</a:t>
            </a:r>
            <a:r>
              <a:rPr sz="1125" b="0">
                <a:solidFill>
                  <a:srgbClr val="7653CF"/>
                </a:solidFill>
                <a:latin typeface="Microsoft YaHei"/>
                <a:ea typeface="Microsoft YaHei"/>
              </a:rPr>
              <a:t> </a:t>
            </a:r>
            <a:r>
              <a:rPr sz="1125" b="0">
                <a:solidFill>
                  <a:srgbClr val="7653CF"/>
                </a:solidFill>
                <a:latin typeface="Arial"/>
                <a:ea typeface="Microsoft YaHei"/>
              </a:rPr>
              <a:t>calibrated</a:t>
            </a:r>
            <a:r>
              <a:rPr sz="1125" b="0">
                <a:solidFill>
                  <a:srgbClr val="7653CF"/>
                </a:solidFill>
                <a:latin typeface="Microsoft YaHei"/>
                <a:ea typeface="Microsoft YaHei"/>
              </a:rPr>
              <a:t> </a:t>
            </a:r>
            <a:r>
              <a:rPr sz="1125" b="0">
                <a:solidFill>
                  <a:srgbClr val="7653CF"/>
                </a:solidFill>
                <a:latin typeface="Arial"/>
                <a:ea typeface="Microsoft YaHei"/>
              </a:rPr>
              <a:t>P</a:t>
            </a:r>
          </a:p>
        </p:txBody>
      </p:sp>
      <p:cxnSp>
        <p:nvCxnSpPr>
          <p:cNvPr id="25" name="Connector 24"/>
          <p:cNvCxnSpPr/>
          <p:nvPr/>
        </p:nvCxnSpPr>
        <p:spPr>
          <a:xfrm>
            <a:off x="3200400" y="2628900"/>
            <a:ext cx="485775" cy="0"/>
          </a:xfrm>
          <a:prstGeom prst="line">
            <a:avLst/>
          </a:prstGeom>
          <a:ln w="28575">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686175" y="2628900"/>
            <a:ext cx="0" cy="762000"/>
          </a:xfrm>
          <a:prstGeom prst="line">
            <a:avLst/>
          </a:prstGeom>
          <a:ln w="28575">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686175" y="3390900"/>
            <a:ext cx="428625" cy="0"/>
          </a:xfrm>
          <a:prstGeom prst="line">
            <a:avLst/>
          </a:prstGeom>
          <a:ln w="28575">
            <a:solidFill>
              <a:srgbClr val="168D9D"/>
            </a:solidFill>
          </a:ln>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4025900" y="3352800"/>
            <a:ext cx="88900" cy="76200"/>
          </a:xfrm>
          <a:custGeom>
            <a:avLst/>
            <a:gdLst/>
            <a:ahLst/>
            <a:cxnLst/>
            <a:rect l="l" t="t" r="r" b="b"/>
            <a:pathLst>
              <a:path w="7" h="6">
                <a:moveTo>
                  <a:pt x="7" y="3"/>
                </a:moveTo>
                <a:lnTo>
                  <a:pt x="0" y="0"/>
                </a:lnTo>
                <a:lnTo>
                  <a:pt x="0" y="6"/>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3200400" y="4705350"/>
            <a:ext cx="485775" cy="0"/>
          </a:xfrm>
          <a:prstGeom prst="line">
            <a:avLst/>
          </a:prstGeom>
          <a:ln w="28575">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686175" y="3390900"/>
            <a:ext cx="0" cy="1314450"/>
          </a:xfrm>
          <a:prstGeom prst="line">
            <a:avLst/>
          </a:prstGeom>
          <a:ln w="28575">
            <a:solidFill>
              <a:srgbClr val="168D9D"/>
            </a:solidFill>
          </a:ln>
        </p:spPr>
        <p:style>
          <a:lnRef idx="2">
            <a:schemeClr val="accent1"/>
          </a:lnRef>
          <a:fillRef idx="0">
            <a:schemeClr val="accent1"/>
          </a:fillRef>
          <a:effectRef idx="1">
            <a:schemeClr val="accent1"/>
          </a:effectRef>
          <a:fontRef idx="minor">
            <a:schemeClr val="tx1"/>
          </a:fontRef>
        </p:style>
      </p:cxnSp>
      <p:sp>
        <p:nvSpPr>
          <p:cNvPr id="31" name="Freeform 30"/>
          <p:cNvSpPr/>
          <p:nvPr/>
        </p:nvSpPr>
        <p:spPr>
          <a:xfrm>
            <a:off x="3644900" y="3390900"/>
            <a:ext cx="76200" cy="88900"/>
          </a:xfrm>
          <a:custGeom>
            <a:avLst/>
            <a:gdLst/>
            <a:ahLst/>
            <a:cxnLst/>
            <a:rect l="l" t="t" r="r" b="b"/>
            <a:pathLst>
              <a:path w="6" h="7">
                <a:moveTo>
                  <a:pt x="3" y="0"/>
                </a:moveTo>
                <a:lnTo>
                  <a:pt x="0" y="7"/>
                </a:lnTo>
                <a:lnTo>
                  <a:pt x="6" y="7"/>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flipH="1">
            <a:off x="3200400" y="3333750"/>
            <a:ext cx="485775" cy="0"/>
          </a:xfrm>
          <a:prstGeom prst="line">
            <a:avLst/>
          </a:prstGeom>
          <a:ln w="16192">
            <a:solidFill>
              <a:srgbClr val="168D9D"/>
            </a:solidFill>
            <a:prstDash val="dash"/>
          </a:ln>
        </p:spPr>
        <p:style>
          <a:lnRef idx="2">
            <a:schemeClr val="accent1"/>
          </a:lnRef>
          <a:fillRef idx="0">
            <a:schemeClr val="accent1"/>
          </a:fillRef>
          <a:effectRef idx="1">
            <a:schemeClr val="accent1"/>
          </a:effectRef>
          <a:fontRef idx="minor">
            <a:schemeClr val="tx1"/>
          </a:fontRef>
        </p:style>
      </p:cxnSp>
      <p:sp>
        <p:nvSpPr>
          <p:cNvPr id="33" name="Freeform 32"/>
          <p:cNvSpPr/>
          <p:nvPr/>
        </p:nvSpPr>
        <p:spPr>
          <a:xfrm>
            <a:off x="3200400" y="3289300"/>
            <a:ext cx="88900" cy="88900"/>
          </a:xfrm>
          <a:custGeom>
            <a:avLst/>
            <a:gdLst/>
            <a:ahLst/>
            <a:cxnLst/>
            <a:rect l="l" t="t" r="r" b="b"/>
            <a:pathLst>
              <a:path w="7" h="7">
                <a:moveTo>
                  <a:pt x="0" y="3"/>
                </a:moveTo>
                <a:lnTo>
                  <a:pt x="7" y="7"/>
                </a:lnTo>
                <a:lnTo>
                  <a:pt x="7" y="0"/>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105275" y="3143250"/>
            <a:ext cx="495300" cy="495300"/>
          </a:xfrm>
          <a:prstGeom prst="ellipse">
            <a:avLst/>
          </a:prstGeom>
          <a:solidFill>
            <a:srgbClr val="E9F6F7"/>
          </a:solidFill>
          <a:ln w="14287">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4200525" y="3238500"/>
            <a:ext cx="304800" cy="0"/>
          </a:xfrm>
          <a:prstGeom prst="line">
            <a:avLst/>
          </a:prstGeom>
          <a:ln w="38100">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200525" y="3390900"/>
            <a:ext cx="304800" cy="0"/>
          </a:xfrm>
          <a:prstGeom prst="line">
            <a:avLst/>
          </a:prstGeom>
          <a:ln w="38100">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200525" y="3543300"/>
            <a:ext cx="304800" cy="0"/>
          </a:xfrm>
          <a:prstGeom prst="line">
            <a:avLst/>
          </a:prstGeom>
          <a:ln w="38100">
            <a:solidFill>
              <a:srgbClr val="168D9D"/>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4314825" y="3352800"/>
            <a:ext cx="76200" cy="76200"/>
          </a:xfrm>
          <a:prstGeom prst="ellipse">
            <a:avLst/>
          </a:prstGeom>
          <a:solidFill>
            <a:srgbClr val="FFFFFF"/>
          </a:solidFill>
          <a:ln w="9525">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5229225" y="3124200"/>
            <a:ext cx="190500" cy="533400"/>
          </a:xfrm>
          <a:prstGeom prst="roundRect">
            <a:avLst>
              <a:gd name="adj" fmla="val 15000"/>
            </a:avLst>
          </a:prstGeom>
          <a:solidFill>
            <a:srgbClr val="E9F6F7"/>
          </a:solidFill>
          <a:ln w="14287">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flipV="1">
            <a:off x="5257800" y="3200400"/>
            <a:ext cx="133350" cy="381000"/>
          </a:xfrm>
          <a:prstGeom prst="line">
            <a:avLst/>
          </a:prstGeom>
          <a:ln w="19050">
            <a:solidFill>
              <a:srgbClr val="168D9D"/>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4791930" y="3733800"/>
            <a:ext cx="1141288"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Polarizer</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QWP</a:t>
            </a:r>
          </a:p>
        </p:txBody>
      </p:sp>
      <p:cxnSp>
        <p:nvCxnSpPr>
          <p:cNvPr id="42" name="Connector 41"/>
          <p:cNvCxnSpPr/>
          <p:nvPr/>
        </p:nvCxnSpPr>
        <p:spPr>
          <a:xfrm>
            <a:off x="4600575" y="3390900"/>
            <a:ext cx="628650" cy="0"/>
          </a:xfrm>
          <a:prstGeom prst="line">
            <a:avLst/>
          </a:prstGeom>
          <a:ln w="28575">
            <a:solidFill>
              <a:srgbClr val="168D9D"/>
            </a:solidFill>
          </a:ln>
        </p:spPr>
        <p:style>
          <a:lnRef idx="2">
            <a:schemeClr val="accent1"/>
          </a:lnRef>
          <a:fillRef idx="0">
            <a:schemeClr val="accent1"/>
          </a:fillRef>
          <a:effectRef idx="1">
            <a:schemeClr val="accent1"/>
          </a:effectRef>
          <a:fontRef idx="minor">
            <a:schemeClr val="tx1"/>
          </a:fontRef>
        </p:style>
      </p:cxnSp>
      <p:sp>
        <p:nvSpPr>
          <p:cNvPr id="43" name="Freeform 42"/>
          <p:cNvSpPr/>
          <p:nvPr/>
        </p:nvSpPr>
        <p:spPr>
          <a:xfrm>
            <a:off x="5143500" y="3352800"/>
            <a:ext cx="88900" cy="76200"/>
          </a:xfrm>
          <a:custGeom>
            <a:avLst/>
            <a:gdLst/>
            <a:ahLst/>
            <a:cxnLst/>
            <a:rect l="l" t="t" r="r" b="b"/>
            <a:pathLst>
              <a:path w="7" h="6">
                <a:moveTo>
                  <a:pt x="7" y="3"/>
                </a:moveTo>
                <a:lnTo>
                  <a:pt x="0" y="0"/>
                </a:lnTo>
                <a:lnTo>
                  <a:pt x="0" y="6"/>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5429250" y="3390900"/>
            <a:ext cx="809625" cy="0"/>
          </a:xfrm>
          <a:prstGeom prst="line">
            <a:avLst/>
          </a:prstGeom>
          <a:ln w="28575">
            <a:solidFill>
              <a:srgbClr val="168D9D"/>
            </a:solidFill>
          </a:ln>
        </p:spPr>
        <p:style>
          <a:lnRef idx="2">
            <a:schemeClr val="accent1"/>
          </a:lnRef>
          <a:fillRef idx="0">
            <a:schemeClr val="accent1"/>
          </a:fillRef>
          <a:effectRef idx="1">
            <a:schemeClr val="accent1"/>
          </a:effectRef>
          <a:fontRef idx="minor">
            <a:schemeClr val="tx1"/>
          </a:fontRef>
        </p:style>
      </p:cxnSp>
      <p:sp>
        <p:nvSpPr>
          <p:cNvPr id="45" name="Freeform 44"/>
          <p:cNvSpPr/>
          <p:nvPr/>
        </p:nvSpPr>
        <p:spPr>
          <a:xfrm>
            <a:off x="6146800" y="3352800"/>
            <a:ext cx="88900" cy="76200"/>
          </a:xfrm>
          <a:custGeom>
            <a:avLst/>
            <a:gdLst/>
            <a:ahLst/>
            <a:cxnLst/>
            <a:rect l="l" t="t" r="r" b="b"/>
            <a:pathLst>
              <a:path w="7" h="6">
                <a:moveTo>
                  <a:pt x="7" y="3"/>
                </a:moveTo>
                <a:lnTo>
                  <a:pt x="0" y="0"/>
                </a:lnTo>
                <a:lnTo>
                  <a:pt x="0" y="6"/>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055224" y="2790825"/>
            <a:ext cx="843050"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168D9D"/>
                </a:solidFill>
                <a:latin typeface="Arial"/>
                <a:ea typeface="Microsoft YaHei"/>
              </a:rPr>
              <a:t>Chopper</a:t>
            </a:r>
          </a:p>
        </p:txBody>
      </p:sp>
      <p:sp>
        <p:nvSpPr>
          <p:cNvPr id="47" name="Freeform 46"/>
          <p:cNvSpPr/>
          <p:nvPr/>
        </p:nvSpPr>
        <p:spPr>
          <a:xfrm>
            <a:off x="5803900" y="3289300"/>
            <a:ext cx="203200" cy="203200"/>
          </a:xfrm>
          <a:custGeom>
            <a:avLst/>
            <a:gdLst/>
            <a:ahLst/>
            <a:cxnLst/>
            <a:rect l="l" t="t" r="r" b="b"/>
            <a:pathLst>
              <a:path w="16" h="16">
                <a:moveTo>
                  <a:pt x="8" y="0"/>
                </a:moveTo>
                <a:lnTo>
                  <a:pt x="16" y="8"/>
                </a:lnTo>
                <a:lnTo>
                  <a:pt x="8" y="16"/>
                </a:lnTo>
                <a:lnTo>
                  <a:pt x="0" y="8"/>
                </a:lnTo>
                <a:close/>
              </a:path>
            </a:pathLst>
          </a:custGeom>
          <a:solidFill>
            <a:srgbClr val="E9F6EF"/>
          </a:solidFill>
          <a:ln w="12382">
            <a:solidFill>
              <a:srgbClr val="278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5905500" y="3495675"/>
            <a:ext cx="0" cy="1162050"/>
          </a:xfrm>
          <a:prstGeom prst="line">
            <a:avLst/>
          </a:prstGeom>
          <a:ln w="19050">
            <a:solidFill>
              <a:srgbClr val="278565"/>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5353050" y="4657725"/>
            <a:ext cx="552450" cy="0"/>
          </a:xfrm>
          <a:prstGeom prst="line">
            <a:avLst/>
          </a:prstGeom>
          <a:ln w="19050">
            <a:solidFill>
              <a:srgbClr val="278565"/>
            </a:solidFill>
          </a:ln>
        </p:spPr>
        <p:style>
          <a:lnRef idx="2">
            <a:schemeClr val="accent1"/>
          </a:lnRef>
          <a:fillRef idx="0">
            <a:schemeClr val="accent1"/>
          </a:fillRef>
          <a:effectRef idx="1">
            <a:schemeClr val="accent1"/>
          </a:effectRef>
          <a:fontRef idx="minor">
            <a:schemeClr val="tx1"/>
          </a:fontRef>
        </p:style>
      </p:cxnSp>
      <p:sp>
        <p:nvSpPr>
          <p:cNvPr id="50" name="Freeform 49"/>
          <p:cNvSpPr/>
          <p:nvPr/>
        </p:nvSpPr>
        <p:spPr>
          <a:xfrm>
            <a:off x="5359400" y="4622800"/>
            <a:ext cx="76200" cy="76200"/>
          </a:xfrm>
          <a:custGeom>
            <a:avLst/>
            <a:gdLst/>
            <a:ahLst/>
            <a:cxnLst/>
            <a:rect l="l" t="t" r="r" b="b"/>
            <a:pathLst>
              <a:path w="6" h="6">
                <a:moveTo>
                  <a:pt x="0" y="3"/>
                </a:moveTo>
                <a:lnTo>
                  <a:pt x="6" y="6"/>
                </a:lnTo>
                <a:lnTo>
                  <a:pt x="6" y="0"/>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3848100" y="4295775"/>
            <a:ext cx="1504950" cy="695325"/>
          </a:xfrm>
          <a:prstGeom prst="roundRect">
            <a:avLst>
              <a:gd name="adj" fmla="val 13698"/>
            </a:avLst>
          </a:prstGeom>
          <a:solidFill>
            <a:srgbClr val="E9F6EF"/>
          </a:solidFill>
          <a:ln w="13334">
            <a:solidFill>
              <a:srgbClr val="278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033525" y="4371975"/>
            <a:ext cx="1210298" cy="253365"/>
          </a:xfrm>
          <a:prstGeom prst="rect">
            <a:avLst/>
          </a:prstGeom>
          <a:noFill/>
        </p:spPr>
        <p:txBody>
          <a:bodyPr wrap="none" lIns="0" rIns="0" tIns="0" bIns="0">
            <a:spAutoFit/>
          </a:bodyPr>
          <a:lstStyle/>
          <a:p>
            <a:pPr>
              <a:lnSpc>
                <a:spcPts val="1923"/>
              </a:lnSpc>
              <a:spcBef>
                <a:spcPts val="0"/>
              </a:spcBef>
              <a:spcAft>
                <a:spcPts val="0"/>
              </a:spcAft>
            </a:pPr>
            <a:r>
              <a:rPr sz="1425" b="1">
                <a:solidFill>
                  <a:srgbClr val="278565"/>
                </a:solidFill>
                <a:latin typeface="Arial"/>
                <a:ea typeface="Microsoft YaHei"/>
              </a:rPr>
              <a:t>PD</a:t>
            </a:r>
            <a:r>
              <a:rPr sz="1425" b="1">
                <a:solidFill>
                  <a:srgbClr val="278565"/>
                </a:solidFill>
                <a:latin typeface="Microsoft YaHei"/>
                <a:ea typeface="Microsoft YaHei"/>
              </a:rPr>
              <a:t> </a:t>
            </a:r>
            <a:r>
              <a:rPr sz="1425" b="1">
                <a:solidFill>
                  <a:srgbClr val="278565"/>
                </a:solidFill>
                <a:latin typeface="Arial"/>
                <a:ea typeface="Microsoft YaHei"/>
              </a:rPr>
              <a:t>monitor</a:t>
            </a:r>
          </a:p>
        </p:txBody>
      </p:sp>
      <p:sp>
        <p:nvSpPr>
          <p:cNvPr id="53" name="TextBox 52"/>
          <p:cNvSpPr txBox="1"/>
          <p:nvPr/>
        </p:nvSpPr>
        <p:spPr>
          <a:xfrm>
            <a:off x="4026284" y="4644866"/>
            <a:ext cx="1224781" cy="186690"/>
          </a:xfrm>
          <a:prstGeom prst="rect">
            <a:avLst/>
          </a:prstGeom>
          <a:noFill/>
        </p:spPr>
        <p:txBody>
          <a:bodyPr wrap="none" lIns="0" rIns="0" tIns="0" bIns="0">
            <a:spAutoFit/>
          </a:bodyPr>
          <a:lstStyle/>
          <a:p>
            <a:pPr>
              <a:lnSpc>
                <a:spcPts val="1417"/>
              </a:lnSpc>
              <a:spcBef>
                <a:spcPts val="0"/>
              </a:spcBef>
              <a:spcAft>
                <a:spcPts val="0"/>
              </a:spcAft>
            </a:pPr>
            <a:r>
              <a:rPr sz="1050" b="0">
                <a:solidFill>
                  <a:srgbClr val="62758C"/>
                </a:solidFill>
                <a:latin typeface="Arial"/>
                <a:ea typeface="Microsoft YaHei"/>
              </a:rPr>
              <a:t>Power</a:t>
            </a:r>
            <a:r>
              <a:rPr sz="1050" b="0">
                <a:solidFill>
                  <a:srgbClr val="62758C"/>
                </a:solidFill>
                <a:latin typeface="Microsoft YaHei"/>
                <a:ea typeface="Microsoft YaHei"/>
              </a:rPr>
              <a:t> </a:t>
            </a:r>
            <a:r>
              <a:rPr sz="1050" b="0">
                <a:solidFill>
                  <a:srgbClr val="62758C"/>
                </a:solidFill>
                <a:latin typeface="Arial"/>
                <a:ea typeface="Microsoft YaHei"/>
              </a:rPr>
              <a:t>calibration</a:t>
            </a:r>
          </a:p>
        </p:txBody>
      </p:sp>
      <p:sp>
        <p:nvSpPr>
          <p:cNvPr id="54" name="Rounded Rectangle 53"/>
          <p:cNvSpPr/>
          <p:nvPr/>
        </p:nvSpPr>
        <p:spPr>
          <a:xfrm>
            <a:off x="6238875" y="2381250"/>
            <a:ext cx="1809750" cy="2000250"/>
          </a:xfrm>
          <a:prstGeom prst="roundRect">
            <a:avLst>
              <a:gd name="adj" fmla="val 12631"/>
            </a:avLst>
          </a:prstGeom>
          <a:solidFill>
            <a:srgbClr val="EDF3FC"/>
          </a:solidFill>
          <a:ln w="19050">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6381750" y="2219325"/>
            <a:ext cx="1524000" cy="333375"/>
          </a:xfrm>
          <a:prstGeom prst="roundRect">
            <a:avLst>
              <a:gd name="adj" fmla="val 37142"/>
            </a:avLst>
          </a:prstGeom>
          <a:solidFill>
            <a:srgbClr val="FFFFFF"/>
          </a:solidFill>
          <a:ln w="16192">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6381750" y="4305300"/>
            <a:ext cx="1524000" cy="333375"/>
          </a:xfrm>
          <a:prstGeom prst="roundRect">
            <a:avLst>
              <a:gd name="adj" fmla="val 37142"/>
            </a:avLst>
          </a:prstGeom>
          <a:solidFill>
            <a:srgbClr val="FFFFFF"/>
          </a:solidFill>
          <a:ln w="16192">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6763702" y="2600325"/>
            <a:ext cx="760094" cy="1524000"/>
          </a:xfrm>
          <a:prstGeom prst="roundRect">
            <a:avLst>
              <a:gd name="adj" fmla="val 12531"/>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6410325" y="2986087"/>
            <a:ext cx="416242" cy="266700"/>
          </a:xfrm>
          <a:prstGeom prst="roundRect">
            <a:avLst>
              <a:gd name="adj" fmla="val 14285"/>
            </a:avLst>
          </a:prstGeom>
          <a:solidFill>
            <a:srgbClr val="CCDDF2"/>
          </a:solidFill>
          <a:ln w="952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7451407" y="2986087"/>
            <a:ext cx="416242" cy="266700"/>
          </a:xfrm>
          <a:prstGeom prst="roundRect">
            <a:avLst>
              <a:gd name="adj" fmla="val 14285"/>
            </a:avLst>
          </a:prstGeom>
          <a:solidFill>
            <a:srgbClr val="CCDDF2"/>
          </a:solidFill>
          <a:ln w="952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6438900" y="3014662"/>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487602" y="3014662"/>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505575" y="3014662"/>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7554277" y="3014662"/>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6572250" y="3014662"/>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620952" y="3014662"/>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6638925" y="3014662"/>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687627" y="3014662"/>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sp>
        <p:nvSpPr>
          <p:cNvPr id="68" name="Rounded Rectangle 67"/>
          <p:cNvSpPr/>
          <p:nvPr/>
        </p:nvSpPr>
        <p:spPr>
          <a:xfrm>
            <a:off x="6410325" y="3486150"/>
            <a:ext cx="416242" cy="266700"/>
          </a:xfrm>
          <a:prstGeom prst="roundRect">
            <a:avLst>
              <a:gd name="adj" fmla="val 14285"/>
            </a:avLst>
          </a:prstGeom>
          <a:solidFill>
            <a:srgbClr val="CCDDF2"/>
          </a:solidFill>
          <a:ln w="952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7451407" y="3486150"/>
            <a:ext cx="416242" cy="266700"/>
          </a:xfrm>
          <a:prstGeom prst="roundRect">
            <a:avLst>
              <a:gd name="adj" fmla="val 14285"/>
            </a:avLst>
          </a:prstGeom>
          <a:solidFill>
            <a:srgbClr val="CCDDF2"/>
          </a:solidFill>
          <a:ln w="952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a:off x="6438900" y="3514725"/>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487602" y="3514725"/>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505575" y="3514725"/>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554277" y="3514725"/>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572250" y="3514725"/>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7620952" y="3514725"/>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638925" y="3514725"/>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687627" y="3514725"/>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7125652" y="2881312"/>
            <a:ext cx="0" cy="1023938"/>
          </a:xfrm>
          <a:prstGeom prst="line">
            <a:avLst/>
          </a:prstGeom>
          <a:ln w="15240">
            <a:solidFill>
              <a:srgbClr val="7653CF"/>
            </a:solidFill>
          </a:ln>
        </p:spPr>
        <p:style>
          <a:lnRef idx="2">
            <a:schemeClr val="accent1"/>
          </a:lnRef>
          <a:fillRef idx="0">
            <a:schemeClr val="accent1"/>
          </a:fillRef>
          <a:effectRef idx="1">
            <a:schemeClr val="accent1"/>
          </a:effectRef>
          <a:fontRef idx="minor">
            <a:schemeClr val="tx1"/>
          </a:fontRef>
        </p:style>
      </p:cxnSp>
      <p:sp>
        <p:nvSpPr>
          <p:cNvPr id="79" name="Freeform 78"/>
          <p:cNvSpPr/>
          <p:nvPr/>
        </p:nvSpPr>
        <p:spPr>
          <a:xfrm>
            <a:off x="7099300" y="2882900"/>
            <a:ext cx="50800" cy="50800"/>
          </a:xfrm>
          <a:custGeom>
            <a:avLst/>
            <a:gdLst/>
            <a:ahLst/>
            <a:cxnLst/>
            <a:rect l="l" t="t" r="r" b="b"/>
            <a:pathLst>
              <a:path w="4" h="4">
                <a:moveTo>
                  <a:pt x="2" y="0"/>
                </a:moveTo>
                <a:lnTo>
                  <a:pt x="0" y="4"/>
                </a:lnTo>
                <a:lnTo>
                  <a:pt x="4" y="4"/>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6890384" y="3324225"/>
            <a:ext cx="506730" cy="114300"/>
          </a:xfrm>
          <a:prstGeom prst="roundRect">
            <a:avLst>
              <a:gd name="adj" fmla="val 16666"/>
            </a:avLst>
          </a:pr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6267450" y="3295650"/>
            <a:ext cx="171450" cy="171450"/>
          </a:xfrm>
          <a:prstGeom prst="ellipse">
            <a:avLst/>
          </a:prstGeom>
          <a:solidFill>
            <a:srgbClr val="E9F6F7"/>
          </a:solidFill>
          <a:ln w="17145">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377112" y="3533775"/>
            <a:ext cx="76200" cy="76200"/>
          </a:xfrm>
          <a:prstGeom prst="ellipse">
            <a:avLst/>
          </a:prstGeom>
          <a:solidFill>
            <a:srgbClr val="B94C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657375" y="4705350"/>
            <a:ext cx="1048949" cy="293370"/>
          </a:xfrm>
          <a:prstGeom prst="rect">
            <a:avLst/>
          </a:prstGeom>
          <a:noFill/>
        </p:spPr>
        <p:txBody>
          <a:bodyPr wrap="none" lIns="0" rIns="0" tIns="0" bIns="0">
            <a:spAutoFit/>
          </a:bodyPr>
          <a:lstStyle/>
          <a:p>
            <a:pPr>
              <a:lnSpc>
                <a:spcPts val="2227"/>
              </a:lnSpc>
              <a:spcBef>
                <a:spcPts val="0"/>
              </a:spcBef>
              <a:spcAft>
                <a:spcPts val="0"/>
              </a:spcAft>
            </a:pPr>
            <a:r>
              <a:rPr sz="1650" b="1">
                <a:solidFill>
                  <a:srgbClr val="3B6CB0"/>
                </a:solidFill>
                <a:latin typeface="Arial"/>
                <a:ea typeface="Microsoft YaHei"/>
              </a:rPr>
              <a:t>attoDRY</a:t>
            </a:r>
          </a:p>
        </p:txBody>
      </p:sp>
      <p:cxnSp>
        <p:nvCxnSpPr>
          <p:cNvPr id="84" name="Connector 83"/>
          <p:cNvCxnSpPr/>
          <p:nvPr/>
        </p:nvCxnSpPr>
        <p:spPr>
          <a:xfrm>
            <a:off x="8048625" y="3048000"/>
            <a:ext cx="466725" cy="0"/>
          </a:xfrm>
          <a:prstGeom prst="line">
            <a:avLst/>
          </a:prstGeom>
          <a:ln w="1905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8515350" y="2505075"/>
            <a:ext cx="0" cy="542925"/>
          </a:xfrm>
          <a:prstGeom prst="line">
            <a:avLst/>
          </a:prstGeom>
          <a:ln w="1905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8515350" y="2505075"/>
            <a:ext cx="628650" cy="0"/>
          </a:xfrm>
          <a:prstGeom prst="line">
            <a:avLst/>
          </a:prstGeom>
          <a:ln w="19050">
            <a:solidFill>
              <a:srgbClr val="3B6CB0"/>
            </a:solidFill>
          </a:ln>
        </p:spPr>
        <p:style>
          <a:lnRef idx="2">
            <a:schemeClr val="accent1"/>
          </a:lnRef>
          <a:fillRef idx="0">
            <a:schemeClr val="accent1"/>
          </a:fillRef>
          <a:effectRef idx="1">
            <a:schemeClr val="accent1"/>
          </a:effectRef>
          <a:fontRef idx="minor">
            <a:schemeClr val="tx1"/>
          </a:fontRef>
        </p:style>
      </p:cxnSp>
      <p:sp>
        <p:nvSpPr>
          <p:cNvPr id="87" name="Freeform 86"/>
          <p:cNvSpPr/>
          <p:nvPr/>
        </p:nvSpPr>
        <p:spPr>
          <a:xfrm>
            <a:off x="9055100" y="2463800"/>
            <a:ext cx="88900" cy="76200"/>
          </a:xfrm>
          <a:custGeom>
            <a:avLst/>
            <a:gdLst/>
            <a:ahLst/>
            <a:cxnLst/>
            <a:rect l="l" t="t" r="r" b="b"/>
            <a:pathLst>
              <a:path w="7" h="6">
                <a:moveTo>
                  <a:pt x="7" y="3"/>
                </a:moveTo>
                <a:lnTo>
                  <a:pt x="0" y="0"/>
                </a:lnTo>
                <a:lnTo>
                  <a:pt x="0" y="6"/>
                </a:lnTo>
                <a:close/>
              </a:path>
            </a:pathLst>
          </a:cu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8" name="Connector 87"/>
          <p:cNvCxnSpPr/>
          <p:nvPr/>
        </p:nvCxnSpPr>
        <p:spPr>
          <a:xfrm>
            <a:off x="8048625" y="3333750"/>
            <a:ext cx="638175" cy="0"/>
          </a:xfrm>
          <a:prstGeom prst="line">
            <a:avLst/>
          </a:prstGeom>
          <a:ln w="1905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8686800" y="3333750"/>
            <a:ext cx="0" cy="123825"/>
          </a:xfrm>
          <a:prstGeom prst="line">
            <a:avLst/>
          </a:prstGeom>
          <a:ln w="1905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8686800" y="3457575"/>
            <a:ext cx="457200" cy="0"/>
          </a:xfrm>
          <a:prstGeom prst="line">
            <a:avLst/>
          </a:prstGeom>
          <a:ln w="19050">
            <a:solidFill>
              <a:srgbClr val="3B6CB0"/>
            </a:solidFill>
          </a:ln>
        </p:spPr>
        <p:style>
          <a:lnRef idx="2">
            <a:schemeClr val="accent1"/>
          </a:lnRef>
          <a:fillRef idx="0">
            <a:schemeClr val="accent1"/>
          </a:fillRef>
          <a:effectRef idx="1">
            <a:schemeClr val="accent1"/>
          </a:effectRef>
          <a:fontRef idx="minor">
            <a:schemeClr val="tx1"/>
          </a:fontRef>
        </p:style>
      </p:cxnSp>
      <p:sp>
        <p:nvSpPr>
          <p:cNvPr id="91" name="Freeform 90"/>
          <p:cNvSpPr/>
          <p:nvPr/>
        </p:nvSpPr>
        <p:spPr>
          <a:xfrm>
            <a:off x="9055100" y="3416300"/>
            <a:ext cx="88900" cy="76200"/>
          </a:xfrm>
          <a:custGeom>
            <a:avLst/>
            <a:gdLst/>
            <a:ahLst/>
            <a:cxnLst/>
            <a:rect l="l" t="t" r="r" b="b"/>
            <a:pathLst>
              <a:path w="7" h="6">
                <a:moveTo>
                  <a:pt x="7" y="3"/>
                </a:moveTo>
                <a:lnTo>
                  <a:pt x="0" y="0"/>
                </a:lnTo>
                <a:lnTo>
                  <a:pt x="0" y="6"/>
                </a:lnTo>
                <a:close/>
              </a:path>
            </a:pathLst>
          </a:cu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2" name="Connector 91"/>
          <p:cNvCxnSpPr/>
          <p:nvPr/>
        </p:nvCxnSpPr>
        <p:spPr>
          <a:xfrm>
            <a:off x="8048625" y="3619500"/>
            <a:ext cx="428625" cy="0"/>
          </a:xfrm>
          <a:prstGeom prst="line">
            <a:avLst/>
          </a:prstGeom>
          <a:ln w="19050">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477250" y="3619500"/>
            <a:ext cx="0" cy="876300"/>
          </a:xfrm>
          <a:prstGeom prst="line">
            <a:avLst/>
          </a:prstGeom>
          <a:ln w="19050">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477250" y="4495800"/>
            <a:ext cx="666750" cy="0"/>
          </a:xfrm>
          <a:prstGeom prst="line">
            <a:avLst/>
          </a:prstGeom>
          <a:ln w="19050">
            <a:solidFill>
              <a:srgbClr val="168D9D"/>
            </a:solidFill>
          </a:ln>
        </p:spPr>
        <p:style>
          <a:lnRef idx="2">
            <a:schemeClr val="accent1"/>
          </a:lnRef>
          <a:fillRef idx="0">
            <a:schemeClr val="accent1"/>
          </a:fillRef>
          <a:effectRef idx="1">
            <a:schemeClr val="accent1"/>
          </a:effectRef>
          <a:fontRef idx="minor">
            <a:schemeClr val="tx1"/>
          </a:fontRef>
        </p:style>
      </p:cxnSp>
      <p:sp>
        <p:nvSpPr>
          <p:cNvPr id="95" name="Freeform 94"/>
          <p:cNvSpPr/>
          <p:nvPr/>
        </p:nvSpPr>
        <p:spPr>
          <a:xfrm>
            <a:off x="9055100" y="4457700"/>
            <a:ext cx="88900" cy="76200"/>
          </a:xfrm>
          <a:custGeom>
            <a:avLst/>
            <a:gdLst/>
            <a:ahLst/>
            <a:cxnLst/>
            <a:rect l="l" t="t" r="r" b="b"/>
            <a:pathLst>
              <a:path w="7" h="6">
                <a:moveTo>
                  <a:pt x="7" y="3"/>
                </a:moveTo>
                <a:lnTo>
                  <a:pt x="0" y="0"/>
                </a:lnTo>
                <a:lnTo>
                  <a:pt x="0" y="6"/>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9144000" y="2181225"/>
            <a:ext cx="2533650" cy="676275"/>
          </a:xfrm>
          <a:prstGeom prst="roundRect">
            <a:avLst>
              <a:gd name="adj" fmla="val 14084"/>
            </a:avLst>
          </a:prstGeom>
          <a:solidFill>
            <a:srgbClr val="EDF3FC"/>
          </a:solidFill>
          <a:ln w="13334">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435263" y="2257425"/>
            <a:ext cx="2027322"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3B6CB0"/>
                </a:solidFill>
                <a:latin typeface="Arial"/>
                <a:ea typeface="Microsoft YaHei"/>
              </a:rPr>
              <a:t>Transport</a:t>
            </a:r>
            <a:r>
              <a:rPr sz="1575" b="1">
                <a:solidFill>
                  <a:srgbClr val="3B6CB0"/>
                </a:solidFill>
                <a:latin typeface="Microsoft YaHei"/>
                <a:ea typeface="Microsoft YaHei"/>
              </a:rPr>
              <a:t> </a:t>
            </a:r>
            <a:r>
              <a:rPr sz="1575" b="1">
                <a:solidFill>
                  <a:srgbClr val="3B6CB0"/>
                </a:solidFill>
                <a:latin typeface="Arial"/>
                <a:ea typeface="Microsoft YaHei"/>
              </a:rPr>
              <a:t>master</a:t>
            </a:r>
          </a:p>
        </p:txBody>
      </p:sp>
      <p:sp>
        <p:nvSpPr>
          <p:cNvPr id="98" name="TextBox 97"/>
          <p:cNvSpPr txBox="1"/>
          <p:nvPr/>
        </p:nvSpPr>
        <p:spPr>
          <a:xfrm>
            <a:off x="9805931" y="2556033"/>
            <a:ext cx="1285986" cy="186690"/>
          </a:xfrm>
          <a:prstGeom prst="rect">
            <a:avLst/>
          </a:prstGeom>
          <a:noFill/>
        </p:spPr>
        <p:txBody>
          <a:bodyPr wrap="none" lIns="0" rIns="0" tIns="0" bIns="0">
            <a:spAutoFit/>
          </a:bodyPr>
          <a:lstStyle/>
          <a:p>
            <a:pPr>
              <a:lnSpc>
                <a:spcPts val="1417"/>
              </a:lnSpc>
              <a:spcBef>
                <a:spcPts val="0"/>
              </a:spcBef>
              <a:spcAft>
                <a:spcPts val="0"/>
              </a:spcAft>
            </a:pPr>
            <a:r>
              <a:rPr sz="1050" b="0">
                <a:solidFill>
                  <a:srgbClr val="62758C"/>
                </a:solidFill>
                <a:latin typeface="Arial"/>
                <a:ea typeface="Microsoft YaHei"/>
              </a:rPr>
              <a:t>Drive</a:t>
            </a:r>
            <a:r>
              <a:rPr sz="1050" b="0">
                <a:solidFill>
                  <a:srgbClr val="62758C"/>
                </a:solidFill>
                <a:latin typeface="Microsoft YaHei"/>
                <a:ea typeface="Microsoft YaHei"/>
              </a:rPr>
              <a:t> </a:t>
            </a:r>
            <a:r>
              <a:rPr sz="1050" b="0">
                <a:solidFill>
                  <a:srgbClr val="62758C"/>
                </a:solidFill>
                <a:latin typeface="Arial"/>
                <a:ea typeface="Microsoft YaHei"/>
              </a:rPr>
              <a:t>f_I</a:t>
            </a:r>
            <a:r>
              <a:rPr sz="1050" b="0">
                <a:solidFill>
                  <a:srgbClr val="62758C"/>
                </a:solidFill>
                <a:latin typeface="Microsoft YaHei"/>
                <a:ea typeface="Microsoft YaHei"/>
              </a:rPr>
              <a:t> </a:t>
            </a:r>
            <a:r>
              <a:rPr sz="1050" b="0">
                <a:solidFill>
                  <a:srgbClr val="62758C"/>
                </a:solidFill>
                <a:latin typeface="Arial"/>
                <a:ea typeface="Microsoft YaHei"/>
              </a:rPr>
              <a:t>+</a:t>
            </a:r>
            <a:r>
              <a:rPr sz="1050" b="0">
                <a:solidFill>
                  <a:srgbClr val="62758C"/>
                </a:solidFill>
                <a:latin typeface="Microsoft YaHei"/>
                <a:ea typeface="Microsoft YaHei"/>
              </a:rPr>
              <a:t> </a:t>
            </a:r>
            <a:r>
              <a:rPr sz="1050" b="0">
                <a:solidFill>
                  <a:srgbClr val="62758C"/>
                </a:solidFill>
                <a:latin typeface="Arial"/>
                <a:ea typeface="Microsoft YaHei"/>
              </a:rPr>
              <a:t>Vxx(1f)</a:t>
            </a:r>
          </a:p>
        </p:txBody>
      </p:sp>
      <p:sp>
        <p:nvSpPr>
          <p:cNvPr id="99" name="Rounded Rectangle 98"/>
          <p:cNvSpPr/>
          <p:nvPr/>
        </p:nvSpPr>
        <p:spPr>
          <a:xfrm>
            <a:off x="9144000" y="3133725"/>
            <a:ext cx="2533650" cy="676275"/>
          </a:xfrm>
          <a:prstGeom prst="roundRect">
            <a:avLst>
              <a:gd name="adj" fmla="val 14084"/>
            </a:avLst>
          </a:prstGeom>
          <a:solidFill>
            <a:srgbClr val="EDF3FC"/>
          </a:solidFill>
          <a:ln w="13334">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9372413" y="3209925"/>
            <a:ext cx="2153022"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3B6CB0"/>
                </a:solidFill>
                <a:latin typeface="Arial"/>
                <a:ea typeface="Microsoft YaHei"/>
              </a:rPr>
              <a:t>Transport</a:t>
            </a:r>
            <a:r>
              <a:rPr sz="1575" b="1">
                <a:solidFill>
                  <a:srgbClr val="3B6CB0"/>
                </a:solidFill>
                <a:latin typeface="Microsoft YaHei"/>
                <a:ea typeface="Microsoft YaHei"/>
              </a:rPr>
              <a:t> </a:t>
            </a:r>
            <a:r>
              <a:rPr sz="1575" b="1">
                <a:solidFill>
                  <a:srgbClr val="3B6CB0"/>
                </a:solidFill>
                <a:latin typeface="Arial"/>
                <a:ea typeface="Microsoft YaHei"/>
              </a:rPr>
              <a:t>follower</a:t>
            </a:r>
          </a:p>
        </p:txBody>
      </p:sp>
      <p:sp>
        <p:nvSpPr>
          <p:cNvPr id="101" name="TextBox 100"/>
          <p:cNvSpPr txBox="1"/>
          <p:nvPr/>
        </p:nvSpPr>
        <p:spPr>
          <a:xfrm>
            <a:off x="9832823" y="3508533"/>
            <a:ext cx="1232203" cy="186690"/>
          </a:xfrm>
          <a:prstGeom prst="rect">
            <a:avLst/>
          </a:prstGeom>
          <a:noFill/>
        </p:spPr>
        <p:txBody>
          <a:bodyPr wrap="none" lIns="0" rIns="0" tIns="0" bIns="0">
            <a:spAutoFit/>
          </a:bodyPr>
          <a:lstStyle/>
          <a:p>
            <a:pPr>
              <a:lnSpc>
                <a:spcPts val="1417"/>
              </a:lnSpc>
              <a:spcBef>
                <a:spcPts val="0"/>
              </a:spcBef>
              <a:spcAft>
                <a:spcPts val="0"/>
              </a:spcAft>
            </a:pPr>
            <a:r>
              <a:rPr sz="1050" b="0">
                <a:solidFill>
                  <a:srgbClr val="62758C"/>
                </a:solidFill>
                <a:latin typeface="Arial"/>
                <a:ea typeface="Microsoft YaHei"/>
              </a:rPr>
              <a:t>REF</a:t>
            </a:r>
            <a:r>
              <a:rPr sz="1050" b="0">
                <a:solidFill>
                  <a:srgbClr val="62758C"/>
                </a:solidFill>
                <a:latin typeface="Microsoft YaHei"/>
                <a:ea typeface="Microsoft YaHei"/>
              </a:rPr>
              <a:t> </a:t>
            </a:r>
            <a:r>
              <a:rPr sz="1050" b="0">
                <a:solidFill>
                  <a:srgbClr val="62758C"/>
                </a:solidFill>
                <a:latin typeface="Arial"/>
                <a:ea typeface="Microsoft YaHei"/>
              </a:rPr>
              <a:t>f_I</a:t>
            </a:r>
            <a:r>
              <a:rPr sz="1050" b="0">
                <a:solidFill>
                  <a:srgbClr val="62758C"/>
                </a:solidFill>
                <a:latin typeface="Microsoft YaHei"/>
                <a:ea typeface="Microsoft YaHei"/>
              </a:rPr>
              <a:t> </a:t>
            </a:r>
            <a:r>
              <a:rPr sz="1050" b="0">
                <a:solidFill>
                  <a:srgbClr val="62758C"/>
                </a:solidFill>
                <a:latin typeface="Arial"/>
                <a:ea typeface="Microsoft YaHei"/>
              </a:rPr>
              <a:t>-&gt;</a:t>
            </a:r>
            <a:r>
              <a:rPr sz="1050" b="0">
                <a:solidFill>
                  <a:srgbClr val="62758C"/>
                </a:solidFill>
                <a:latin typeface="Microsoft YaHei"/>
                <a:ea typeface="Microsoft YaHei"/>
              </a:rPr>
              <a:t> </a:t>
            </a:r>
            <a:r>
              <a:rPr sz="1050" b="0">
                <a:solidFill>
                  <a:srgbClr val="62758C"/>
                </a:solidFill>
                <a:latin typeface="Arial"/>
                <a:ea typeface="Microsoft YaHei"/>
              </a:rPr>
              <a:t>Vxy(2f)</a:t>
            </a:r>
          </a:p>
        </p:txBody>
      </p:sp>
      <p:sp>
        <p:nvSpPr>
          <p:cNvPr id="102" name="Rounded Rectangle 101"/>
          <p:cNvSpPr/>
          <p:nvPr/>
        </p:nvSpPr>
        <p:spPr>
          <a:xfrm>
            <a:off x="9144000" y="4152900"/>
            <a:ext cx="2533650" cy="714375"/>
          </a:xfrm>
          <a:prstGeom prst="roundRect">
            <a:avLst>
              <a:gd name="adj" fmla="val 13333"/>
            </a:avLst>
          </a:prstGeom>
          <a:solidFill>
            <a:srgbClr val="E9F6F7"/>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9713618" y="4229100"/>
            <a:ext cx="1470612"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BVPE</a:t>
            </a:r>
            <a:r>
              <a:rPr sz="1575" b="1">
                <a:solidFill>
                  <a:srgbClr val="168D9D"/>
                </a:solidFill>
                <a:latin typeface="Microsoft YaHei"/>
                <a:ea typeface="Microsoft YaHei"/>
              </a:rPr>
              <a:t> </a:t>
            </a:r>
            <a:r>
              <a:rPr sz="1575" b="1">
                <a:solidFill>
                  <a:srgbClr val="168D9D"/>
                </a:solidFill>
                <a:latin typeface="Arial"/>
                <a:ea typeface="Microsoft YaHei"/>
              </a:rPr>
              <a:t>lock-in</a:t>
            </a:r>
          </a:p>
        </p:txBody>
      </p:sp>
      <p:sp>
        <p:nvSpPr>
          <p:cNvPr id="104" name="TextBox 103"/>
          <p:cNvSpPr txBox="1"/>
          <p:nvPr/>
        </p:nvSpPr>
        <p:spPr>
          <a:xfrm>
            <a:off x="9469626" y="4527708"/>
            <a:ext cx="1958596" cy="186690"/>
          </a:xfrm>
          <a:prstGeom prst="rect">
            <a:avLst/>
          </a:prstGeom>
          <a:noFill/>
        </p:spPr>
        <p:txBody>
          <a:bodyPr wrap="none" lIns="0" rIns="0" tIns="0" bIns="0">
            <a:spAutoFit/>
          </a:bodyPr>
          <a:lstStyle/>
          <a:p>
            <a:pPr>
              <a:lnSpc>
                <a:spcPts val="1417"/>
              </a:lnSpc>
              <a:spcBef>
                <a:spcPts val="0"/>
              </a:spcBef>
              <a:spcAft>
                <a:spcPts val="0"/>
              </a:spcAft>
            </a:pPr>
            <a:r>
              <a:rPr sz="1050" b="0">
                <a:solidFill>
                  <a:srgbClr val="62758C"/>
                </a:solidFill>
                <a:latin typeface="Arial"/>
                <a:ea typeface="Microsoft YaHei"/>
              </a:rPr>
              <a:t>REF</a:t>
            </a:r>
            <a:r>
              <a:rPr sz="1050" b="0">
                <a:solidFill>
                  <a:srgbClr val="62758C"/>
                </a:solidFill>
                <a:latin typeface="Microsoft YaHei"/>
                <a:ea typeface="Microsoft YaHei"/>
              </a:rPr>
              <a:t> </a:t>
            </a:r>
            <a:r>
              <a:rPr sz="1050" b="0">
                <a:solidFill>
                  <a:srgbClr val="62758C"/>
                </a:solidFill>
                <a:latin typeface="Arial"/>
                <a:ea typeface="Microsoft YaHei"/>
              </a:rPr>
              <a:t>fchop</a:t>
            </a:r>
            <a:r>
              <a:rPr sz="1050" b="0">
                <a:solidFill>
                  <a:srgbClr val="62758C"/>
                </a:solidFill>
                <a:latin typeface="Microsoft YaHei"/>
                <a:ea typeface="Microsoft YaHei"/>
              </a:rPr>
              <a:t> </a:t>
            </a:r>
            <a:r>
              <a:rPr sz="1050" b="0">
                <a:solidFill>
                  <a:srgbClr val="62758C"/>
                </a:solidFill>
                <a:latin typeface="Arial"/>
                <a:ea typeface="Microsoft YaHei"/>
              </a:rPr>
              <a:t>-&gt;</a:t>
            </a:r>
            <a:r>
              <a:rPr sz="1050" b="0">
                <a:solidFill>
                  <a:srgbClr val="62758C"/>
                </a:solidFill>
                <a:latin typeface="Microsoft YaHei"/>
                <a:ea typeface="Microsoft YaHei"/>
              </a:rPr>
              <a:t> </a:t>
            </a:r>
            <a:r>
              <a:rPr sz="1050" b="0">
                <a:solidFill>
                  <a:srgbClr val="62758C"/>
                </a:solidFill>
                <a:latin typeface="Arial"/>
                <a:ea typeface="Microsoft YaHei"/>
              </a:rPr>
              <a:t>photoresponse</a:t>
            </a:r>
          </a:p>
        </p:txBody>
      </p:sp>
      <p:cxnSp>
        <p:nvCxnSpPr>
          <p:cNvPr id="105" name="Connector 104"/>
          <p:cNvCxnSpPr/>
          <p:nvPr/>
        </p:nvCxnSpPr>
        <p:spPr>
          <a:xfrm>
            <a:off x="10410825" y="2857500"/>
            <a:ext cx="0" cy="276225"/>
          </a:xfrm>
          <a:prstGeom prst="line">
            <a:avLst/>
          </a:prstGeom>
          <a:ln w="19050">
            <a:solidFill>
              <a:srgbClr val="BC7D1D"/>
            </a:solidFill>
            <a:prstDash val="dash"/>
          </a:ln>
        </p:spPr>
        <p:style>
          <a:lnRef idx="2">
            <a:schemeClr val="accent1"/>
          </a:lnRef>
          <a:fillRef idx="0">
            <a:schemeClr val="accent1"/>
          </a:fillRef>
          <a:effectRef idx="1">
            <a:schemeClr val="accent1"/>
          </a:effectRef>
          <a:fontRef idx="minor">
            <a:schemeClr val="tx1"/>
          </a:fontRef>
        </p:style>
      </p:cxnSp>
      <p:sp>
        <p:nvSpPr>
          <p:cNvPr id="106" name="Freeform 105"/>
          <p:cNvSpPr/>
          <p:nvPr/>
        </p:nvSpPr>
        <p:spPr>
          <a:xfrm>
            <a:off x="10375900" y="3048000"/>
            <a:ext cx="76200" cy="88900"/>
          </a:xfrm>
          <a:custGeom>
            <a:avLst/>
            <a:gdLst/>
            <a:ahLst/>
            <a:cxnLst/>
            <a:rect l="l" t="t" r="r" b="b"/>
            <a:pathLst>
              <a:path w="6" h="7">
                <a:moveTo>
                  <a:pt x="3" y="7"/>
                </a:moveTo>
                <a:lnTo>
                  <a:pt x="6" y="0"/>
                </a:lnTo>
                <a:lnTo>
                  <a:pt x="0" y="0"/>
                </a:lnTo>
                <a:close/>
              </a:path>
            </a:pathLst>
          </a:custGeom>
          <a:solidFill>
            <a:srgbClr val="BC7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7" name="Connector 106"/>
          <p:cNvCxnSpPr/>
          <p:nvPr/>
        </p:nvCxnSpPr>
        <p:spPr>
          <a:xfrm>
            <a:off x="4352925" y="3648075"/>
            <a:ext cx="0" cy="333375"/>
          </a:xfrm>
          <a:prstGeom prst="line">
            <a:avLst/>
          </a:prstGeom>
          <a:ln w="19050">
            <a:solidFill>
              <a:srgbClr val="BC7D1D"/>
            </a:solidFill>
            <a:prstDash val="dash"/>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4352925" y="3981450"/>
            <a:ext cx="1695450" cy="0"/>
          </a:xfrm>
          <a:prstGeom prst="line">
            <a:avLst/>
          </a:prstGeom>
          <a:ln w="19050">
            <a:solidFill>
              <a:srgbClr val="BC7D1D"/>
            </a:solidFill>
            <a:prstDash val="dash"/>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6048375" y="3981450"/>
            <a:ext cx="0" cy="1790700"/>
          </a:xfrm>
          <a:prstGeom prst="line">
            <a:avLst/>
          </a:prstGeom>
          <a:ln w="19050">
            <a:solidFill>
              <a:srgbClr val="BC7D1D"/>
            </a:solidFill>
            <a:prstDash val="dash"/>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6048375" y="5772150"/>
            <a:ext cx="4362450" cy="0"/>
          </a:xfrm>
          <a:prstGeom prst="line">
            <a:avLst/>
          </a:prstGeom>
          <a:ln w="19050">
            <a:solidFill>
              <a:srgbClr val="BC7D1D"/>
            </a:solidFill>
            <a:prstDash val="dash"/>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10410825" y="4867275"/>
            <a:ext cx="0" cy="904875"/>
          </a:xfrm>
          <a:prstGeom prst="line">
            <a:avLst/>
          </a:prstGeom>
          <a:ln w="19050">
            <a:solidFill>
              <a:srgbClr val="BC7D1D"/>
            </a:solidFill>
            <a:prstDash val="dash"/>
          </a:ln>
        </p:spPr>
        <p:style>
          <a:lnRef idx="2">
            <a:schemeClr val="accent1"/>
          </a:lnRef>
          <a:fillRef idx="0">
            <a:schemeClr val="accent1"/>
          </a:fillRef>
          <a:effectRef idx="1">
            <a:schemeClr val="accent1"/>
          </a:effectRef>
          <a:fontRef idx="minor">
            <a:schemeClr val="tx1"/>
          </a:fontRef>
        </p:style>
      </p:cxnSp>
      <p:sp>
        <p:nvSpPr>
          <p:cNvPr id="112" name="Freeform 111"/>
          <p:cNvSpPr/>
          <p:nvPr/>
        </p:nvSpPr>
        <p:spPr>
          <a:xfrm>
            <a:off x="10375900" y="4864100"/>
            <a:ext cx="76200" cy="88900"/>
          </a:xfrm>
          <a:custGeom>
            <a:avLst/>
            <a:gdLst/>
            <a:ahLst/>
            <a:cxnLst/>
            <a:rect l="l" t="t" r="r" b="b"/>
            <a:pathLst>
              <a:path w="6" h="7">
                <a:moveTo>
                  <a:pt x="3" y="0"/>
                </a:moveTo>
                <a:lnTo>
                  <a:pt x="0" y="7"/>
                </a:lnTo>
                <a:lnTo>
                  <a:pt x="6" y="7"/>
                </a:lnTo>
                <a:close/>
              </a:path>
            </a:pathLst>
          </a:custGeom>
          <a:solidFill>
            <a:srgbClr val="BC7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791575" y="5267325"/>
            <a:ext cx="1163389"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BC7D1D"/>
                </a:solidFill>
                <a:latin typeface="Arial"/>
                <a:ea typeface="Microsoft YaHei"/>
              </a:rPr>
              <a:t>Chopper</a:t>
            </a:r>
            <a:r>
              <a:rPr sz="1200" b="1">
                <a:solidFill>
                  <a:srgbClr val="BC7D1D"/>
                </a:solidFill>
                <a:latin typeface="Microsoft YaHei"/>
                <a:ea typeface="Microsoft YaHei"/>
              </a:rPr>
              <a:t> </a:t>
            </a:r>
            <a:r>
              <a:rPr sz="1200" b="1">
                <a:solidFill>
                  <a:srgbClr val="BC7D1D"/>
                </a:solidFill>
                <a:latin typeface="Arial"/>
                <a:ea typeface="Microsoft YaHei"/>
              </a:rPr>
              <a:t>REF</a:t>
            </a:r>
          </a:p>
        </p:txBody>
      </p:sp>
      <p:sp>
        <p:nvSpPr>
          <p:cNvPr id="114" name="TextBox 113"/>
          <p:cNvSpPr txBox="1"/>
          <p:nvPr/>
        </p:nvSpPr>
        <p:spPr>
          <a:xfrm>
            <a:off x="8791575" y="5473065"/>
            <a:ext cx="555128"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BC7D1D"/>
                </a:solidFill>
                <a:latin typeface="Arial"/>
                <a:ea typeface="Microsoft YaHei"/>
              </a:rPr>
              <a:t>fchop</a:t>
            </a:r>
          </a:p>
        </p:txBody>
      </p:sp>
      <p:sp>
        <p:nvSpPr>
          <p:cNvPr id="115" name="Rounded Rectangle 114"/>
          <p:cNvSpPr/>
          <p:nvPr/>
        </p:nvSpPr>
        <p:spPr>
          <a:xfrm>
            <a:off x="6238875" y="5219700"/>
            <a:ext cx="1809750" cy="447675"/>
          </a:xfrm>
          <a:prstGeom prst="roundRect">
            <a:avLst>
              <a:gd name="adj" fmla="val 21276"/>
            </a:avLst>
          </a:prstGeom>
          <a:solidFill>
            <a:srgbClr val="FFFFFF"/>
          </a:solidFill>
          <a:ln w="13334">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6518378" y="5321379"/>
            <a:ext cx="1326942" cy="253365"/>
          </a:xfrm>
          <a:prstGeom prst="rect">
            <a:avLst/>
          </a:prstGeom>
          <a:noFill/>
        </p:spPr>
        <p:txBody>
          <a:bodyPr wrap="none" lIns="0" rIns="0" tIns="0" bIns="0">
            <a:spAutoFit/>
          </a:bodyPr>
          <a:lstStyle/>
          <a:p>
            <a:pPr>
              <a:lnSpc>
                <a:spcPts val="1923"/>
              </a:lnSpc>
              <a:spcBef>
                <a:spcPts val="0"/>
              </a:spcBef>
              <a:spcAft>
                <a:spcPts val="0"/>
              </a:spcAft>
            </a:pPr>
            <a:r>
              <a:rPr sz="1425" b="1">
                <a:solidFill>
                  <a:srgbClr val="7653CF"/>
                </a:solidFill>
                <a:latin typeface="Arial"/>
                <a:ea typeface="Microsoft YaHei"/>
              </a:rPr>
              <a:t>2400:</a:t>
            </a:r>
            <a:r>
              <a:rPr sz="1425" b="1">
                <a:solidFill>
                  <a:srgbClr val="7653CF"/>
                </a:solidFill>
                <a:latin typeface="Microsoft YaHei"/>
                <a:ea typeface="Microsoft YaHei"/>
              </a:rPr>
              <a:t> </a:t>
            </a:r>
            <a:r>
              <a:rPr sz="1425" b="1">
                <a:solidFill>
                  <a:srgbClr val="7653CF"/>
                </a:solidFill>
                <a:latin typeface="Arial"/>
                <a:ea typeface="Microsoft YaHei"/>
              </a:rPr>
              <a:t>Vg</a:t>
            </a:r>
            <a:r>
              <a:rPr sz="1425" b="1">
                <a:solidFill>
                  <a:srgbClr val="7653CF"/>
                </a:solidFill>
                <a:latin typeface="Microsoft YaHei"/>
                <a:ea typeface="Microsoft YaHei"/>
              </a:rPr>
              <a:t> </a:t>
            </a:r>
            <a:r>
              <a:rPr sz="1425" b="1">
                <a:solidFill>
                  <a:srgbClr val="7653CF"/>
                </a:solidFill>
                <a:latin typeface="Arial"/>
                <a:ea typeface="Microsoft YaHei"/>
              </a:rPr>
              <a:t>/</a:t>
            </a:r>
            <a:r>
              <a:rPr sz="1425" b="1">
                <a:solidFill>
                  <a:srgbClr val="7653CF"/>
                </a:solidFill>
                <a:latin typeface="Microsoft YaHei"/>
                <a:ea typeface="Microsoft YaHei"/>
              </a:rPr>
              <a:t> </a:t>
            </a:r>
            <a:r>
              <a:rPr sz="1425" b="1">
                <a:solidFill>
                  <a:srgbClr val="7653CF"/>
                </a:solidFill>
                <a:latin typeface="Arial"/>
                <a:ea typeface="Microsoft YaHei"/>
              </a:rPr>
              <a:t>Ig</a:t>
            </a:r>
          </a:p>
        </p:txBody>
      </p:sp>
      <p:cxnSp>
        <p:nvCxnSpPr>
          <p:cNvPr id="117" name="Connector 116"/>
          <p:cNvCxnSpPr/>
          <p:nvPr/>
        </p:nvCxnSpPr>
        <p:spPr>
          <a:xfrm>
            <a:off x="7143750" y="5219700"/>
            <a:ext cx="1095375" cy="0"/>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8239125" y="4267200"/>
            <a:ext cx="0" cy="952500"/>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H="1">
            <a:off x="8048625" y="4267200"/>
            <a:ext cx="190500" cy="0"/>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sp>
        <p:nvSpPr>
          <p:cNvPr id="120" name="Freeform 119"/>
          <p:cNvSpPr/>
          <p:nvPr/>
        </p:nvSpPr>
        <p:spPr>
          <a:xfrm>
            <a:off x="8051800" y="4229100"/>
            <a:ext cx="76200" cy="76200"/>
          </a:xfrm>
          <a:custGeom>
            <a:avLst/>
            <a:gdLst/>
            <a:ahLst/>
            <a:cxnLst/>
            <a:rect l="l" t="t" r="r" b="b"/>
            <a:pathLst>
              <a:path w="6" h="6">
                <a:moveTo>
                  <a:pt x="0" y="3"/>
                </a:moveTo>
                <a:lnTo>
                  <a:pt x="6" y="6"/>
                </a:lnTo>
                <a:lnTo>
                  <a:pt x="6" y="0"/>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ounded Rectangle 120"/>
          <p:cNvSpPr/>
          <p:nvPr/>
        </p:nvSpPr>
        <p:spPr>
          <a:xfrm>
            <a:off x="514350" y="5886450"/>
            <a:ext cx="11163300" cy="514350"/>
          </a:xfrm>
          <a:prstGeom prst="roundRect">
            <a:avLst>
              <a:gd name="adj" fmla="val 16666"/>
            </a:avLst>
          </a:prstGeom>
          <a:solidFill>
            <a:srgbClr val="E9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695325" y="6000750"/>
            <a:ext cx="10873680" cy="266700"/>
          </a:xfrm>
          <a:prstGeom prst="rect">
            <a:avLst/>
          </a:prstGeom>
          <a:noFill/>
        </p:spPr>
        <p:txBody>
          <a:bodyPr wrap="none" lIns="0" rIns="0" tIns="0" bIns="0">
            <a:spAutoFit/>
          </a:bodyPr>
          <a:lstStyle/>
          <a:p>
            <a:pPr>
              <a:lnSpc>
                <a:spcPts val="2025"/>
              </a:lnSpc>
              <a:spcBef>
                <a:spcPts val="0"/>
              </a:spcBef>
              <a:spcAft>
                <a:spcPts val="0"/>
              </a:spcAft>
            </a:pPr>
            <a:r>
              <a:rPr sz="1500" b="1">
                <a:solidFill>
                  <a:srgbClr val="168D9D"/>
                </a:solidFill>
                <a:latin typeface="Arial"/>
                <a:ea typeface="Microsoft YaHei"/>
              </a:rPr>
              <a:t>Legend:</a:t>
            </a:r>
            <a:r>
              <a:rPr sz="1500" b="1">
                <a:solidFill>
                  <a:srgbClr val="168D9D"/>
                </a:solidFill>
                <a:latin typeface="Microsoft YaHei"/>
                <a:ea typeface="Microsoft YaHei"/>
              </a:rPr>
              <a:t> </a:t>
            </a:r>
            <a:r>
              <a:rPr sz="1500" b="1">
                <a:solidFill>
                  <a:srgbClr val="168D9D"/>
                </a:solidFill>
                <a:latin typeface="Arial"/>
                <a:ea typeface="Microsoft YaHei"/>
              </a:rPr>
              <a:t>teal</a:t>
            </a:r>
            <a:r>
              <a:rPr sz="1500" b="1">
                <a:solidFill>
                  <a:srgbClr val="168D9D"/>
                </a:solidFill>
                <a:latin typeface="Microsoft YaHei"/>
                <a:ea typeface="Microsoft YaHei"/>
              </a:rPr>
              <a:t> </a:t>
            </a:r>
            <a:r>
              <a:rPr sz="1500" b="1">
                <a:solidFill>
                  <a:srgbClr val="168D9D"/>
                </a:solidFill>
                <a:latin typeface="Arial"/>
                <a:ea typeface="Microsoft YaHei"/>
              </a:rPr>
              <a:t>=</a:t>
            </a:r>
            <a:r>
              <a:rPr sz="1500" b="1">
                <a:solidFill>
                  <a:srgbClr val="168D9D"/>
                </a:solidFill>
                <a:latin typeface="Microsoft YaHei"/>
                <a:ea typeface="Microsoft YaHei"/>
              </a:rPr>
              <a:t> </a:t>
            </a:r>
            <a:r>
              <a:rPr sz="1500" b="1">
                <a:solidFill>
                  <a:srgbClr val="168D9D"/>
                </a:solidFill>
                <a:latin typeface="Arial"/>
                <a:ea typeface="Microsoft YaHei"/>
              </a:rPr>
              <a:t>optical</a:t>
            </a:r>
            <a:r>
              <a:rPr sz="1500" b="1">
                <a:solidFill>
                  <a:srgbClr val="168D9D"/>
                </a:solidFill>
                <a:latin typeface="Microsoft YaHei"/>
                <a:ea typeface="Microsoft YaHei"/>
              </a:rPr>
              <a:t> </a:t>
            </a:r>
            <a:r>
              <a:rPr sz="1500" b="1">
                <a:solidFill>
                  <a:srgbClr val="168D9D"/>
                </a:solidFill>
                <a:latin typeface="Arial"/>
                <a:ea typeface="Microsoft YaHei"/>
              </a:rPr>
              <a:t>/</a:t>
            </a:r>
            <a:r>
              <a:rPr sz="1500" b="1">
                <a:solidFill>
                  <a:srgbClr val="168D9D"/>
                </a:solidFill>
                <a:latin typeface="Microsoft YaHei"/>
                <a:ea typeface="Microsoft YaHei"/>
              </a:rPr>
              <a:t> </a:t>
            </a:r>
            <a:r>
              <a:rPr sz="1500" b="1">
                <a:solidFill>
                  <a:srgbClr val="168D9D"/>
                </a:solidFill>
                <a:latin typeface="Arial"/>
                <a:ea typeface="Microsoft YaHei"/>
              </a:rPr>
              <a:t>photoresponse;</a:t>
            </a:r>
            <a:r>
              <a:rPr sz="1500" b="1">
                <a:solidFill>
                  <a:srgbClr val="168D9D"/>
                </a:solidFill>
                <a:latin typeface="Microsoft YaHei"/>
                <a:ea typeface="Microsoft YaHei"/>
              </a:rPr>
              <a:t> </a:t>
            </a:r>
            <a:r>
              <a:rPr sz="1500" b="1">
                <a:solidFill>
                  <a:srgbClr val="168D9D"/>
                </a:solidFill>
                <a:latin typeface="Arial"/>
                <a:ea typeface="Microsoft YaHei"/>
              </a:rPr>
              <a:t>blue</a:t>
            </a:r>
            <a:r>
              <a:rPr sz="1500" b="1">
                <a:solidFill>
                  <a:srgbClr val="168D9D"/>
                </a:solidFill>
                <a:latin typeface="Microsoft YaHei"/>
                <a:ea typeface="Microsoft YaHei"/>
              </a:rPr>
              <a:t> </a:t>
            </a:r>
            <a:r>
              <a:rPr sz="1500" b="1">
                <a:solidFill>
                  <a:srgbClr val="168D9D"/>
                </a:solidFill>
                <a:latin typeface="Arial"/>
                <a:ea typeface="Microsoft YaHei"/>
              </a:rPr>
              <a:t>=</a:t>
            </a:r>
            <a:r>
              <a:rPr sz="1500" b="1">
                <a:solidFill>
                  <a:srgbClr val="168D9D"/>
                </a:solidFill>
                <a:latin typeface="Microsoft YaHei"/>
                <a:ea typeface="Microsoft YaHei"/>
              </a:rPr>
              <a:t> </a:t>
            </a:r>
            <a:r>
              <a:rPr sz="1500" b="1">
                <a:solidFill>
                  <a:srgbClr val="168D9D"/>
                </a:solidFill>
                <a:latin typeface="Arial"/>
                <a:ea typeface="Microsoft YaHei"/>
              </a:rPr>
              <a:t>transport</a:t>
            </a:r>
            <a:r>
              <a:rPr sz="1500" b="1">
                <a:solidFill>
                  <a:srgbClr val="168D9D"/>
                </a:solidFill>
                <a:latin typeface="Microsoft YaHei"/>
                <a:ea typeface="Microsoft YaHei"/>
              </a:rPr>
              <a:t> </a:t>
            </a:r>
            <a:r>
              <a:rPr sz="1500" b="1">
                <a:solidFill>
                  <a:srgbClr val="168D9D"/>
                </a:solidFill>
                <a:latin typeface="Arial"/>
                <a:ea typeface="Microsoft YaHei"/>
              </a:rPr>
              <a:t>readout;</a:t>
            </a:r>
            <a:r>
              <a:rPr sz="1500" b="1">
                <a:solidFill>
                  <a:srgbClr val="168D9D"/>
                </a:solidFill>
                <a:latin typeface="Microsoft YaHei"/>
                <a:ea typeface="Microsoft YaHei"/>
              </a:rPr>
              <a:t> </a:t>
            </a:r>
            <a:r>
              <a:rPr sz="1500" b="1">
                <a:solidFill>
                  <a:srgbClr val="168D9D"/>
                </a:solidFill>
                <a:latin typeface="Arial"/>
                <a:ea typeface="Microsoft YaHei"/>
              </a:rPr>
              <a:t>amber</a:t>
            </a:r>
            <a:r>
              <a:rPr sz="1500" b="1">
                <a:solidFill>
                  <a:srgbClr val="168D9D"/>
                </a:solidFill>
                <a:latin typeface="Microsoft YaHei"/>
                <a:ea typeface="Microsoft YaHei"/>
              </a:rPr>
              <a:t> </a:t>
            </a:r>
            <a:r>
              <a:rPr sz="1500" b="1">
                <a:solidFill>
                  <a:srgbClr val="168D9D"/>
                </a:solidFill>
                <a:latin typeface="Arial"/>
                <a:ea typeface="Microsoft YaHei"/>
              </a:rPr>
              <a:t>dashed</a:t>
            </a:r>
            <a:r>
              <a:rPr sz="1500" b="1">
                <a:solidFill>
                  <a:srgbClr val="168D9D"/>
                </a:solidFill>
                <a:latin typeface="Microsoft YaHei"/>
                <a:ea typeface="Microsoft YaHei"/>
              </a:rPr>
              <a:t> </a:t>
            </a:r>
            <a:r>
              <a:rPr sz="1500" b="1">
                <a:solidFill>
                  <a:srgbClr val="168D9D"/>
                </a:solidFill>
                <a:latin typeface="Arial"/>
                <a:ea typeface="Microsoft YaHei"/>
              </a:rPr>
              <a:t>=</a:t>
            </a:r>
            <a:r>
              <a:rPr sz="1500" b="1">
                <a:solidFill>
                  <a:srgbClr val="168D9D"/>
                </a:solidFill>
                <a:latin typeface="Microsoft YaHei"/>
                <a:ea typeface="Microsoft YaHei"/>
              </a:rPr>
              <a:t> </a:t>
            </a:r>
            <a:r>
              <a:rPr sz="1500" b="1">
                <a:solidFill>
                  <a:srgbClr val="168D9D"/>
                </a:solidFill>
                <a:latin typeface="Arial"/>
                <a:ea typeface="Microsoft YaHei"/>
              </a:rPr>
              <a:t>physical</a:t>
            </a:r>
            <a:r>
              <a:rPr sz="1500" b="1">
                <a:solidFill>
                  <a:srgbClr val="168D9D"/>
                </a:solidFill>
                <a:latin typeface="Microsoft YaHei"/>
                <a:ea typeface="Microsoft YaHei"/>
              </a:rPr>
              <a:t> </a:t>
            </a:r>
            <a:r>
              <a:rPr sz="1500" b="1">
                <a:solidFill>
                  <a:srgbClr val="168D9D"/>
                </a:solidFill>
                <a:latin typeface="Arial"/>
                <a:ea typeface="Microsoft YaHei"/>
              </a:rPr>
              <a:t>reference.</a:t>
            </a:r>
          </a:p>
        </p:txBody>
      </p:sp>
      <p:cxnSp>
        <p:nvCxnSpPr>
          <p:cNvPr id="123" name="Connector 122"/>
          <p:cNvCxnSpPr/>
          <p:nvPr/>
        </p:nvCxnSpPr>
        <p:spPr>
          <a:xfrm>
            <a:off x="514350" y="6543675"/>
            <a:ext cx="11163300" cy="0"/>
          </a:xfrm>
          <a:prstGeom prst="line">
            <a:avLst/>
          </a:prstGeom>
          <a:ln w="9525">
            <a:solidFill>
              <a:srgbClr val="D9E3EE"/>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523875" y="6619875"/>
            <a:ext cx="3609184"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LabOS</a:t>
            </a:r>
            <a:r>
              <a:rPr sz="825" b="0">
                <a:solidFill>
                  <a:srgbClr val="62758C"/>
                </a:solidFill>
                <a:latin typeface="Microsoft YaHei"/>
                <a:ea typeface="Microsoft YaHei"/>
              </a:rPr>
              <a:t>  </a:t>
            </a:r>
            <a:r>
              <a:rPr sz="825" b="0">
                <a:solidFill>
                  <a:srgbClr val="62758C"/>
                </a:solidFill>
                <a:latin typeface="Arial"/>
                <a:ea typeface="Microsoft YaHei"/>
              </a:rPr>
              <a:t>|</a:t>
            </a:r>
            <a:r>
              <a:rPr sz="825" b="0">
                <a:solidFill>
                  <a:srgbClr val="62758C"/>
                </a:solidFill>
                <a:latin typeface="Microsoft YaHei"/>
                <a:ea typeface="Microsoft YaHei"/>
              </a:rPr>
              <a:t>  </a:t>
            </a:r>
            <a:r>
              <a:rPr sz="825" b="0">
                <a:solidFill>
                  <a:srgbClr val="62758C"/>
                </a:solidFill>
                <a:latin typeface="Arial"/>
                <a:ea typeface="Microsoft YaHei"/>
              </a:rPr>
              <a:t>Cross-PC</a:t>
            </a:r>
            <a:r>
              <a:rPr sz="825" b="0">
                <a:solidFill>
                  <a:srgbClr val="62758C"/>
                </a:solidFill>
                <a:latin typeface="Microsoft YaHei"/>
                <a:ea typeface="Microsoft YaHei"/>
              </a:rPr>
              <a:t> </a:t>
            </a:r>
            <a:r>
              <a:rPr sz="825" b="0">
                <a:solidFill>
                  <a:srgbClr val="62758C"/>
                </a:solidFill>
                <a:latin typeface="Arial"/>
                <a:ea typeface="Microsoft YaHei"/>
              </a:rPr>
              <a:t>nonlinear</a:t>
            </a:r>
            <a:r>
              <a:rPr sz="825" b="0">
                <a:solidFill>
                  <a:srgbClr val="62758C"/>
                </a:solidFill>
                <a:latin typeface="Microsoft YaHei"/>
                <a:ea typeface="Microsoft YaHei"/>
              </a:rPr>
              <a:t> </a:t>
            </a:r>
            <a:r>
              <a:rPr sz="825" b="0">
                <a:solidFill>
                  <a:srgbClr val="62758C"/>
                </a:solidFill>
                <a:latin typeface="Arial"/>
                <a:ea typeface="Microsoft YaHei"/>
              </a:rPr>
              <a:t>Hall</a:t>
            </a:r>
            <a:r>
              <a:rPr sz="825" b="0">
                <a:solidFill>
                  <a:srgbClr val="62758C"/>
                </a:solidFill>
                <a:latin typeface="Microsoft YaHei"/>
                <a:ea typeface="Microsoft YaHei"/>
              </a:rPr>
              <a:t> </a:t>
            </a:r>
            <a:r>
              <a:rPr sz="825" b="0">
                <a:solidFill>
                  <a:srgbClr val="62758C"/>
                </a:solidFill>
                <a:latin typeface="Arial"/>
                <a:ea typeface="Microsoft YaHei"/>
              </a:rPr>
              <a:t>and</a:t>
            </a:r>
            <a:r>
              <a:rPr sz="825" b="0">
                <a:solidFill>
                  <a:srgbClr val="62758C"/>
                </a:solidFill>
                <a:latin typeface="Microsoft YaHei"/>
                <a:ea typeface="Microsoft YaHei"/>
              </a:rPr>
              <a:t> </a:t>
            </a:r>
            <a:r>
              <a:rPr sz="825" b="0">
                <a:solidFill>
                  <a:srgbClr val="62758C"/>
                </a:solidFill>
                <a:latin typeface="Arial"/>
                <a:ea typeface="Microsoft YaHei"/>
              </a:rPr>
              <a:t>BVPE</a:t>
            </a:r>
            <a:r>
              <a:rPr sz="825" b="0">
                <a:solidFill>
                  <a:srgbClr val="62758C"/>
                </a:solidFill>
                <a:latin typeface="Microsoft YaHei"/>
                <a:ea typeface="Microsoft YaHei"/>
              </a:rPr>
              <a:t> </a:t>
            </a:r>
            <a:r>
              <a:rPr sz="825" b="0">
                <a:solidFill>
                  <a:srgbClr val="62758C"/>
                </a:solidFill>
                <a:latin typeface="Arial"/>
                <a:ea typeface="Microsoft YaHei"/>
              </a:rPr>
              <a:t>measurement</a:t>
            </a:r>
            <a:r>
              <a:rPr sz="825" b="0">
                <a:solidFill>
                  <a:srgbClr val="62758C"/>
                </a:solidFill>
                <a:latin typeface="Microsoft YaHei"/>
                <a:ea typeface="Microsoft YaHei"/>
              </a:rPr>
              <a:t> </a:t>
            </a:r>
            <a:r>
              <a:rPr sz="825" b="0">
                <a:solidFill>
                  <a:srgbClr val="62758C"/>
                </a:solidFill>
                <a:latin typeface="Arial"/>
                <a:ea typeface="Microsoft YaHei"/>
              </a:rPr>
              <a:t>workflows</a:t>
            </a:r>
          </a:p>
        </p:txBody>
      </p:sp>
      <p:sp>
        <p:nvSpPr>
          <p:cNvPr id="125" name="TextBox 124"/>
          <p:cNvSpPr txBox="1"/>
          <p:nvPr/>
        </p:nvSpPr>
        <p:spPr>
          <a:xfrm>
            <a:off x="11348256" y="6600825"/>
            <a:ext cx="405593"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62758C"/>
                </a:solidFill>
                <a:latin typeface="Arial"/>
                <a:ea typeface="Microsoft YaHei"/>
              </a:rPr>
              <a:t>06/22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295275"/>
            <a:ext cx="1508410"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06</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CONTROL</a:t>
            </a:r>
            <a:r>
              <a:rPr sz="975" b="1">
                <a:solidFill>
                  <a:srgbClr val="168D9D"/>
                </a:solidFill>
                <a:latin typeface="Microsoft YaHei"/>
                <a:ea typeface="Microsoft YaHei"/>
              </a:rPr>
              <a:t> </a:t>
            </a:r>
            <a:r>
              <a:rPr sz="975" b="1">
                <a:solidFill>
                  <a:srgbClr val="168D9D"/>
                </a:solidFill>
                <a:latin typeface="Arial"/>
                <a:ea typeface="Microsoft YaHei"/>
              </a:rPr>
              <a:t>PLANE</a:t>
            </a:r>
          </a:p>
        </p:txBody>
      </p:sp>
      <p:sp>
        <p:nvSpPr>
          <p:cNvPr id="4" name="TextBox 3"/>
          <p:cNvSpPr txBox="1"/>
          <p:nvPr/>
        </p:nvSpPr>
        <p:spPr>
          <a:xfrm>
            <a:off x="514350" y="676275"/>
            <a:ext cx="10222557" cy="480059"/>
          </a:xfrm>
          <a:prstGeom prst="rect">
            <a:avLst/>
          </a:prstGeom>
          <a:noFill/>
        </p:spPr>
        <p:txBody>
          <a:bodyPr wrap="none" lIns="0" rIns="0" tIns="0" bIns="0">
            <a:spAutoFit/>
          </a:bodyPr>
          <a:lstStyle/>
          <a:p>
            <a:pPr>
              <a:lnSpc>
                <a:spcPts val="3645"/>
              </a:lnSpc>
              <a:spcBef>
                <a:spcPts val="0"/>
              </a:spcBef>
              <a:spcAft>
                <a:spcPts val="0"/>
              </a:spcAft>
            </a:pPr>
            <a:r>
              <a:rPr sz="2700" b="1">
                <a:solidFill>
                  <a:srgbClr val="11233E"/>
                </a:solidFill>
                <a:latin typeface="Arial"/>
                <a:ea typeface="Microsoft YaHei"/>
              </a:rPr>
              <a:t>Orchestration</a:t>
            </a:r>
            <a:r>
              <a:rPr sz="2700" b="1">
                <a:solidFill>
                  <a:srgbClr val="11233E"/>
                </a:solidFill>
                <a:latin typeface="Microsoft YaHei"/>
                <a:ea typeface="Microsoft YaHei"/>
              </a:rPr>
              <a:t> </a:t>
            </a:r>
            <a:r>
              <a:rPr sz="2700" b="1">
                <a:solidFill>
                  <a:srgbClr val="11233E"/>
                </a:solidFill>
                <a:latin typeface="Arial"/>
                <a:ea typeface="Microsoft YaHei"/>
              </a:rPr>
              <a:t>travels</a:t>
            </a:r>
            <a:r>
              <a:rPr sz="2700" b="1">
                <a:solidFill>
                  <a:srgbClr val="11233E"/>
                </a:solidFill>
                <a:latin typeface="Microsoft YaHei"/>
                <a:ea typeface="Microsoft YaHei"/>
              </a:rPr>
              <a:t> </a:t>
            </a:r>
            <a:r>
              <a:rPr sz="2700" b="1">
                <a:solidFill>
                  <a:srgbClr val="11233E"/>
                </a:solidFill>
                <a:latin typeface="Arial"/>
                <a:ea typeface="Microsoft YaHei"/>
              </a:rPr>
              <a:t>over</a:t>
            </a:r>
            <a:r>
              <a:rPr sz="2700" b="1">
                <a:solidFill>
                  <a:srgbClr val="11233E"/>
                </a:solidFill>
                <a:latin typeface="Microsoft YaHei"/>
                <a:ea typeface="Microsoft YaHei"/>
              </a:rPr>
              <a:t> </a:t>
            </a:r>
            <a:r>
              <a:rPr sz="2700" b="1">
                <a:solidFill>
                  <a:srgbClr val="11233E"/>
                </a:solidFill>
                <a:latin typeface="Arial"/>
                <a:ea typeface="Microsoft YaHei"/>
              </a:rPr>
              <a:t>HTTP(S),</a:t>
            </a:r>
            <a:r>
              <a:rPr sz="2700" b="1">
                <a:solidFill>
                  <a:srgbClr val="11233E"/>
                </a:solidFill>
                <a:latin typeface="Microsoft YaHei"/>
                <a:ea typeface="Microsoft YaHei"/>
              </a:rPr>
              <a:t> </a:t>
            </a:r>
            <a:r>
              <a:rPr sz="2700" b="1">
                <a:solidFill>
                  <a:srgbClr val="11233E"/>
                </a:solidFill>
                <a:latin typeface="Arial"/>
                <a:ea typeface="Microsoft YaHei"/>
              </a:rPr>
              <a:t>not</a:t>
            </a:r>
            <a:r>
              <a:rPr sz="2700" b="1">
                <a:solidFill>
                  <a:srgbClr val="11233E"/>
                </a:solidFill>
                <a:latin typeface="Microsoft YaHei"/>
                <a:ea typeface="Microsoft YaHei"/>
              </a:rPr>
              <a:t> </a:t>
            </a:r>
            <a:r>
              <a:rPr sz="2700" b="1">
                <a:solidFill>
                  <a:srgbClr val="11233E"/>
                </a:solidFill>
                <a:latin typeface="Arial"/>
                <a:ea typeface="Microsoft YaHei"/>
              </a:rPr>
              <a:t>signal</a:t>
            </a:r>
            <a:r>
              <a:rPr sz="2700" b="1">
                <a:solidFill>
                  <a:srgbClr val="11233E"/>
                </a:solidFill>
                <a:latin typeface="Microsoft YaHei"/>
                <a:ea typeface="Microsoft YaHei"/>
              </a:rPr>
              <a:t> </a:t>
            </a:r>
            <a:r>
              <a:rPr sz="2700" b="1">
                <a:solidFill>
                  <a:srgbClr val="11233E"/>
                </a:solidFill>
                <a:latin typeface="Arial"/>
                <a:ea typeface="Microsoft YaHei"/>
              </a:rPr>
              <a:t>cables</a:t>
            </a:r>
          </a:p>
        </p:txBody>
      </p:sp>
      <p:sp>
        <p:nvSpPr>
          <p:cNvPr id="5" name="TextBox 4"/>
          <p:cNvSpPr txBox="1"/>
          <p:nvPr/>
        </p:nvSpPr>
        <p:spPr>
          <a:xfrm>
            <a:off x="533400" y="1247775"/>
            <a:ext cx="9421066"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62758C"/>
                </a:solidFill>
                <a:latin typeface="Arial"/>
                <a:ea typeface="Microsoft YaHei"/>
              </a:rPr>
              <a:t>Windows</a:t>
            </a:r>
            <a:r>
              <a:rPr sz="1425" b="0">
                <a:solidFill>
                  <a:srgbClr val="62758C"/>
                </a:solidFill>
                <a:latin typeface="Microsoft YaHei"/>
                <a:ea typeface="Microsoft YaHei"/>
              </a:rPr>
              <a:t> </a:t>
            </a:r>
            <a:r>
              <a:rPr sz="1425" b="0">
                <a:solidFill>
                  <a:srgbClr val="62758C"/>
                </a:solidFill>
                <a:latin typeface="Arial"/>
                <a:ea typeface="Microsoft YaHei"/>
              </a:rPr>
              <a:t>agents</a:t>
            </a:r>
            <a:r>
              <a:rPr sz="1425" b="0">
                <a:solidFill>
                  <a:srgbClr val="62758C"/>
                </a:solidFill>
                <a:latin typeface="Microsoft YaHei"/>
                <a:ea typeface="Microsoft YaHei"/>
              </a:rPr>
              <a:t> </a:t>
            </a:r>
            <a:r>
              <a:rPr sz="1425" b="0">
                <a:solidFill>
                  <a:srgbClr val="62758C"/>
                </a:solidFill>
                <a:latin typeface="Arial"/>
                <a:ea typeface="Microsoft YaHei"/>
              </a:rPr>
              <a:t>initiate</a:t>
            </a:r>
            <a:r>
              <a:rPr sz="1425" b="0">
                <a:solidFill>
                  <a:srgbClr val="62758C"/>
                </a:solidFill>
                <a:latin typeface="Microsoft YaHei"/>
                <a:ea typeface="Microsoft YaHei"/>
              </a:rPr>
              <a:t> </a:t>
            </a:r>
            <a:r>
              <a:rPr sz="1425" b="0">
                <a:solidFill>
                  <a:srgbClr val="62758C"/>
                </a:solidFill>
                <a:latin typeface="Arial"/>
                <a:ea typeface="Microsoft YaHei"/>
              </a:rPr>
              <a:t>outbound</a:t>
            </a:r>
            <a:r>
              <a:rPr sz="1425" b="0">
                <a:solidFill>
                  <a:srgbClr val="62758C"/>
                </a:solidFill>
                <a:latin typeface="Microsoft YaHei"/>
                <a:ea typeface="Microsoft YaHei"/>
              </a:rPr>
              <a:t> </a:t>
            </a:r>
            <a:r>
              <a:rPr sz="1425" b="0">
                <a:solidFill>
                  <a:srgbClr val="62758C"/>
                </a:solidFill>
                <a:latin typeface="Arial"/>
                <a:ea typeface="Microsoft YaHei"/>
              </a:rPr>
              <a:t>connections;</a:t>
            </a:r>
            <a:r>
              <a:rPr sz="1425" b="0">
                <a:solidFill>
                  <a:srgbClr val="62758C"/>
                </a:solidFill>
                <a:latin typeface="Microsoft YaHei"/>
                <a:ea typeface="Microsoft YaHei"/>
              </a:rPr>
              <a:t> </a:t>
            </a:r>
            <a:r>
              <a:rPr sz="1425" b="0">
                <a:solidFill>
                  <a:srgbClr val="62758C"/>
                </a:solidFill>
                <a:latin typeface="Arial"/>
                <a:ea typeface="Microsoft YaHei"/>
              </a:rPr>
              <a:t>device</a:t>
            </a:r>
            <a:r>
              <a:rPr sz="1425" b="0">
                <a:solidFill>
                  <a:srgbClr val="62758C"/>
                </a:solidFill>
                <a:latin typeface="Microsoft YaHei"/>
                <a:ea typeface="Microsoft YaHei"/>
              </a:rPr>
              <a:t> </a:t>
            </a:r>
            <a:r>
              <a:rPr sz="1425" b="0">
                <a:solidFill>
                  <a:srgbClr val="62758C"/>
                </a:solidFill>
                <a:latin typeface="Arial"/>
                <a:ea typeface="Microsoft YaHei"/>
              </a:rPr>
              <a:t>commands</a:t>
            </a:r>
            <a:r>
              <a:rPr sz="1425" b="0">
                <a:solidFill>
                  <a:srgbClr val="62758C"/>
                </a:solidFill>
                <a:latin typeface="Microsoft YaHei"/>
                <a:ea typeface="Microsoft YaHei"/>
              </a:rPr>
              <a:t> </a:t>
            </a:r>
            <a:r>
              <a:rPr sz="1425" b="0">
                <a:solidFill>
                  <a:srgbClr val="62758C"/>
                </a:solidFill>
                <a:latin typeface="Arial"/>
                <a:ea typeface="Microsoft YaHei"/>
              </a:rPr>
              <a:t>are</a:t>
            </a:r>
            <a:r>
              <a:rPr sz="1425" b="0">
                <a:solidFill>
                  <a:srgbClr val="62758C"/>
                </a:solidFill>
                <a:latin typeface="Microsoft YaHei"/>
                <a:ea typeface="Microsoft YaHei"/>
              </a:rPr>
              <a:t> </a:t>
            </a:r>
            <a:r>
              <a:rPr sz="1425" b="0">
                <a:solidFill>
                  <a:srgbClr val="62758C"/>
                </a:solidFill>
                <a:latin typeface="Arial"/>
                <a:ea typeface="Microsoft YaHei"/>
              </a:rPr>
              <a:t>durable,</a:t>
            </a:r>
            <a:r>
              <a:rPr sz="1425" b="0">
                <a:solidFill>
                  <a:srgbClr val="62758C"/>
                </a:solidFill>
                <a:latin typeface="Microsoft YaHei"/>
                <a:ea typeface="Microsoft YaHei"/>
              </a:rPr>
              <a:t> </a:t>
            </a:r>
            <a:r>
              <a:rPr sz="1425" b="0">
                <a:solidFill>
                  <a:srgbClr val="62758C"/>
                </a:solidFill>
                <a:latin typeface="Arial"/>
                <a:ea typeface="Microsoft YaHei"/>
              </a:rPr>
              <a:t>scoped</a:t>
            </a:r>
            <a:r>
              <a:rPr sz="1425" b="0">
                <a:solidFill>
                  <a:srgbClr val="62758C"/>
                </a:solidFill>
                <a:latin typeface="Microsoft YaHei"/>
                <a:ea typeface="Microsoft YaHei"/>
              </a:rPr>
              <a:t> </a:t>
            </a:r>
            <a:r>
              <a:rPr sz="1425" b="0">
                <a:solidFill>
                  <a:srgbClr val="62758C"/>
                </a:solidFill>
                <a:latin typeface="Arial"/>
                <a:ea typeface="Microsoft YaHei"/>
              </a:rPr>
              <a:t>and</a:t>
            </a:r>
            <a:r>
              <a:rPr sz="1425" b="0">
                <a:solidFill>
                  <a:srgbClr val="62758C"/>
                </a:solidFill>
                <a:latin typeface="Microsoft YaHei"/>
                <a:ea typeface="Microsoft YaHei"/>
              </a:rPr>
              <a:t> </a:t>
            </a:r>
            <a:r>
              <a:rPr sz="1425" b="0">
                <a:solidFill>
                  <a:srgbClr val="62758C"/>
                </a:solidFill>
                <a:latin typeface="Arial"/>
                <a:ea typeface="Microsoft YaHei"/>
              </a:rPr>
              <a:t>attributable.</a:t>
            </a:r>
          </a:p>
        </p:txBody>
      </p:sp>
      <p:sp>
        <p:nvSpPr>
          <p:cNvPr id="6" name="Rounded Rectangle 5"/>
          <p:cNvSpPr/>
          <p:nvPr/>
        </p:nvSpPr>
        <p:spPr>
          <a:xfrm>
            <a:off x="4295775" y="1838325"/>
            <a:ext cx="3600450" cy="942975"/>
          </a:xfrm>
          <a:prstGeom prst="roundRect">
            <a:avLst>
              <a:gd name="adj" fmla="val 10101"/>
            </a:avLst>
          </a:prstGeom>
          <a:solidFill>
            <a:srgbClr val="F1ECFC"/>
          </a:solidFill>
          <a:ln w="13334">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41603" y="1962150"/>
            <a:ext cx="2784992" cy="346709"/>
          </a:xfrm>
          <a:prstGeom prst="rect">
            <a:avLst/>
          </a:prstGeom>
          <a:noFill/>
        </p:spPr>
        <p:txBody>
          <a:bodyPr wrap="none" lIns="0" rIns="0" tIns="0" bIns="0">
            <a:spAutoFit/>
          </a:bodyPr>
          <a:lstStyle/>
          <a:p>
            <a:pPr>
              <a:lnSpc>
                <a:spcPts val="2632"/>
              </a:lnSpc>
              <a:spcBef>
                <a:spcPts val="0"/>
              </a:spcBef>
              <a:spcAft>
                <a:spcPts val="0"/>
              </a:spcAft>
            </a:pPr>
            <a:r>
              <a:rPr sz="1950" b="1">
                <a:solidFill>
                  <a:srgbClr val="7653CF"/>
                </a:solidFill>
                <a:latin typeface="Arial"/>
                <a:ea typeface="Microsoft YaHei"/>
              </a:rPr>
              <a:t>Central</a:t>
            </a:r>
            <a:r>
              <a:rPr sz="1950" b="1">
                <a:solidFill>
                  <a:srgbClr val="7653CF"/>
                </a:solidFill>
                <a:latin typeface="Microsoft YaHei"/>
                <a:ea typeface="Microsoft YaHei"/>
              </a:rPr>
              <a:t> </a:t>
            </a:r>
            <a:r>
              <a:rPr sz="1950" b="1">
                <a:solidFill>
                  <a:srgbClr val="7653CF"/>
                </a:solidFill>
                <a:latin typeface="Arial"/>
                <a:ea typeface="Microsoft YaHei"/>
              </a:rPr>
              <a:t>coordinator</a:t>
            </a:r>
          </a:p>
        </p:txBody>
      </p:sp>
      <p:sp>
        <p:nvSpPr>
          <p:cNvPr id="8" name="TextBox 7"/>
          <p:cNvSpPr txBox="1"/>
          <p:nvPr/>
        </p:nvSpPr>
        <p:spPr>
          <a:xfrm>
            <a:off x="4741180" y="2325052"/>
            <a:ext cx="2785839"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Registry</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reservation</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stage</a:t>
            </a:r>
            <a:r>
              <a:rPr sz="1200" b="0">
                <a:solidFill>
                  <a:srgbClr val="62758C"/>
                </a:solidFill>
                <a:latin typeface="Microsoft YaHei"/>
                <a:ea typeface="Microsoft YaHei"/>
              </a:rPr>
              <a:t> </a:t>
            </a:r>
            <a:r>
              <a:rPr sz="1200" b="0">
                <a:solidFill>
                  <a:srgbClr val="62758C"/>
                </a:solidFill>
                <a:latin typeface="Arial"/>
                <a:ea typeface="Microsoft YaHei"/>
              </a:rPr>
              <a:t>ledger</a:t>
            </a:r>
          </a:p>
        </p:txBody>
      </p:sp>
      <p:sp>
        <p:nvSpPr>
          <p:cNvPr id="9" name="Rounded Rectangle 8"/>
          <p:cNvSpPr/>
          <p:nvPr/>
        </p:nvSpPr>
        <p:spPr>
          <a:xfrm>
            <a:off x="523875" y="3886200"/>
            <a:ext cx="3476625" cy="1181100"/>
          </a:xfrm>
          <a:prstGeom prst="roundRect">
            <a:avLst>
              <a:gd name="adj" fmla="val 8064"/>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87711" y="4010025"/>
            <a:ext cx="1625151" cy="360045"/>
          </a:xfrm>
          <a:prstGeom prst="rect">
            <a:avLst/>
          </a:prstGeom>
          <a:noFill/>
        </p:spPr>
        <p:txBody>
          <a:bodyPr wrap="none" lIns="0" rIns="0" tIns="0" bIns="0">
            <a:spAutoFit/>
          </a:bodyPr>
          <a:lstStyle/>
          <a:p>
            <a:pPr>
              <a:lnSpc>
                <a:spcPts val="2733"/>
              </a:lnSpc>
              <a:spcBef>
                <a:spcPts val="0"/>
              </a:spcBef>
              <a:spcAft>
                <a:spcPts val="0"/>
              </a:spcAft>
            </a:pPr>
            <a:r>
              <a:rPr sz="2025" b="1">
                <a:solidFill>
                  <a:srgbClr val="168D9D"/>
                </a:solidFill>
                <a:latin typeface="Arial"/>
                <a:ea typeface="Microsoft YaHei"/>
              </a:rPr>
              <a:t>PC</a:t>
            </a:r>
            <a:r>
              <a:rPr sz="2025" b="1">
                <a:solidFill>
                  <a:srgbClr val="168D9D"/>
                </a:solidFill>
                <a:latin typeface="Microsoft YaHei"/>
                <a:ea typeface="Microsoft YaHei"/>
              </a:rPr>
              <a:t> </a:t>
            </a:r>
            <a:r>
              <a:rPr sz="2025" b="1">
                <a:solidFill>
                  <a:srgbClr val="168D9D"/>
                </a:solidFill>
                <a:latin typeface="Arial"/>
                <a:ea typeface="Microsoft YaHei"/>
              </a:rPr>
              <a:t>A</a:t>
            </a:r>
            <a:r>
              <a:rPr sz="2025" b="1">
                <a:solidFill>
                  <a:srgbClr val="168D9D"/>
                </a:solidFill>
                <a:latin typeface="Microsoft YaHei"/>
                <a:ea typeface="Microsoft YaHei"/>
              </a:rPr>
              <a:t> </a:t>
            </a:r>
            <a:r>
              <a:rPr sz="2025" b="1">
                <a:solidFill>
                  <a:srgbClr val="168D9D"/>
                </a:solidFill>
                <a:latin typeface="Arial"/>
                <a:ea typeface="Microsoft YaHei"/>
              </a:rPr>
              <a:t>agent</a:t>
            </a:r>
          </a:p>
        </p:txBody>
      </p:sp>
      <p:sp>
        <p:nvSpPr>
          <p:cNvPr id="11" name="TextBox 10"/>
          <p:cNvSpPr txBox="1"/>
          <p:nvPr/>
        </p:nvSpPr>
        <p:spPr>
          <a:xfrm>
            <a:off x="985725" y="4385786"/>
            <a:ext cx="2629123"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Poll</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heartbeat</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artifact</a:t>
            </a:r>
            <a:r>
              <a:rPr sz="1200" b="0">
                <a:solidFill>
                  <a:srgbClr val="62758C"/>
                </a:solidFill>
                <a:latin typeface="Microsoft YaHei"/>
                <a:ea typeface="Microsoft YaHei"/>
              </a:rPr>
              <a:t> </a:t>
            </a:r>
            <a:r>
              <a:rPr sz="1200" b="0">
                <a:solidFill>
                  <a:srgbClr val="62758C"/>
                </a:solidFill>
                <a:latin typeface="Arial"/>
                <a:ea typeface="Microsoft YaHei"/>
              </a:rPr>
              <a:t>outbox</a:t>
            </a:r>
          </a:p>
        </p:txBody>
      </p:sp>
      <p:sp>
        <p:nvSpPr>
          <p:cNvPr id="12" name="Rounded Rectangle 11"/>
          <p:cNvSpPr/>
          <p:nvPr/>
        </p:nvSpPr>
        <p:spPr>
          <a:xfrm>
            <a:off x="8191500" y="3886200"/>
            <a:ext cx="3476625" cy="1181100"/>
          </a:xfrm>
          <a:prstGeom prst="roundRect">
            <a:avLst>
              <a:gd name="adj" fmla="val 8064"/>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56843" y="4010025"/>
            <a:ext cx="1622138" cy="360045"/>
          </a:xfrm>
          <a:prstGeom prst="rect">
            <a:avLst/>
          </a:prstGeom>
          <a:noFill/>
        </p:spPr>
        <p:txBody>
          <a:bodyPr wrap="none" lIns="0" rIns="0" tIns="0" bIns="0">
            <a:spAutoFit/>
          </a:bodyPr>
          <a:lstStyle/>
          <a:p>
            <a:pPr>
              <a:lnSpc>
                <a:spcPts val="2733"/>
              </a:lnSpc>
              <a:spcBef>
                <a:spcPts val="0"/>
              </a:spcBef>
              <a:spcAft>
                <a:spcPts val="0"/>
              </a:spcAft>
            </a:pPr>
            <a:r>
              <a:rPr sz="2025" b="1">
                <a:solidFill>
                  <a:srgbClr val="168D9D"/>
                </a:solidFill>
                <a:latin typeface="Arial"/>
                <a:ea typeface="Microsoft YaHei"/>
              </a:rPr>
              <a:t>PC</a:t>
            </a:r>
            <a:r>
              <a:rPr sz="2025" b="1">
                <a:solidFill>
                  <a:srgbClr val="168D9D"/>
                </a:solidFill>
                <a:latin typeface="Microsoft YaHei"/>
                <a:ea typeface="Microsoft YaHei"/>
              </a:rPr>
              <a:t> </a:t>
            </a:r>
            <a:r>
              <a:rPr sz="2025" b="1">
                <a:solidFill>
                  <a:srgbClr val="168D9D"/>
                </a:solidFill>
                <a:latin typeface="Arial"/>
                <a:ea typeface="Microsoft YaHei"/>
              </a:rPr>
              <a:t>B</a:t>
            </a:r>
            <a:r>
              <a:rPr sz="2025" b="1">
                <a:solidFill>
                  <a:srgbClr val="168D9D"/>
                </a:solidFill>
                <a:latin typeface="Microsoft YaHei"/>
                <a:ea typeface="Microsoft YaHei"/>
              </a:rPr>
              <a:t> </a:t>
            </a:r>
            <a:r>
              <a:rPr sz="2025" b="1">
                <a:solidFill>
                  <a:srgbClr val="168D9D"/>
                </a:solidFill>
                <a:latin typeface="Arial"/>
                <a:ea typeface="Microsoft YaHei"/>
              </a:rPr>
              <a:t>agent</a:t>
            </a:r>
          </a:p>
        </p:txBody>
      </p:sp>
      <p:sp>
        <p:nvSpPr>
          <p:cNvPr id="14" name="TextBox 13"/>
          <p:cNvSpPr txBox="1"/>
          <p:nvPr/>
        </p:nvSpPr>
        <p:spPr>
          <a:xfrm>
            <a:off x="8653350" y="4385786"/>
            <a:ext cx="2629123"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Poll</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heartbeat</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artifact</a:t>
            </a:r>
            <a:r>
              <a:rPr sz="1200" b="0">
                <a:solidFill>
                  <a:srgbClr val="62758C"/>
                </a:solidFill>
                <a:latin typeface="Microsoft YaHei"/>
                <a:ea typeface="Microsoft YaHei"/>
              </a:rPr>
              <a:t> </a:t>
            </a:r>
            <a:r>
              <a:rPr sz="1200" b="0">
                <a:solidFill>
                  <a:srgbClr val="62758C"/>
                </a:solidFill>
                <a:latin typeface="Arial"/>
                <a:ea typeface="Microsoft YaHei"/>
              </a:rPr>
              <a:t>outbox</a:t>
            </a:r>
          </a:p>
        </p:txBody>
      </p:sp>
      <p:cxnSp>
        <p:nvCxnSpPr>
          <p:cNvPr id="15" name="Connector 14"/>
          <p:cNvCxnSpPr/>
          <p:nvPr/>
        </p:nvCxnSpPr>
        <p:spPr>
          <a:xfrm flipH="1">
            <a:off x="2286000" y="2162175"/>
            <a:ext cx="2009775" cy="0"/>
          </a:xfrm>
          <a:prstGeom prst="line">
            <a:avLst/>
          </a:prstGeom>
          <a:ln w="24765">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286000" y="2162175"/>
            <a:ext cx="0" cy="1724025"/>
          </a:xfrm>
          <a:prstGeom prst="line">
            <a:avLst/>
          </a:prstGeom>
          <a:ln w="24765">
            <a:solidFill>
              <a:srgbClr val="7653CF"/>
            </a:solidFill>
          </a:ln>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2247900" y="3797300"/>
            <a:ext cx="76200" cy="88900"/>
          </a:xfrm>
          <a:custGeom>
            <a:avLst/>
            <a:gdLst/>
            <a:ahLst/>
            <a:cxnLst/>
            <a:rect l="l" t="t" r="r" b="b"/>
            <a:pathLst>
              <a:path w="6" h="7">
                <a:moveTo>
                  <a:pt x="3" y="7"/>
                </a:moveTo>
                <a:lnTo>
                  <a:pt x="6" y="0"/>
                </a:lnTo>
                <a:lnTo>
                  <a:pt x="0" y="0"/>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7896225" y="2162175"/>
            <a:ext cx="1990725" cy="0"/>
          </a:xfrm>
          <a:prstGeom prst="line">
            <a:avLst/>
          </a:prstGeom>
          <a:ln w="24765">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886950" y="2162175"/>
            <a:ext cx="0" cy="1724025"/>
          </a:xfrm>
          <a:prstGeom prst="line">
            <a:avLst/>
          </a:prstGeom>
          <a:ln w="24765">
            <a:solidFill>
              <a:srgbClr val="7653CF"/>
            </a:solidFill>
          </a:ln>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9842500" y="3797300"/>
            <a:ext cx="88900" cy="88900"/>
          </a:xfrm>
          <a:custGeom>
            <a:avLst/>
            <a:gdLst/>
            <a:ahLst/>
            <a:cxnLst/>
            <a:rect l="l" t="t" r="r" b="b"/>
            <a:pathLst>
              <a:path w="7" h="7">
                <a:moveTo>
                  <a:pt x="3" y="7"/>
                </a:moveTo>
                <a:lnTo>
                  <a:pt x="7" y="0"/>
                </a:lnTo>
                <a:lnTo>
                  <a:pt x="0" y="0"/>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4000500" y="4476750"/>
            <a:ext cx="1228725" cy="0"/>
          </a:xfrm>
          <a:prstGeom prst="line">
            <a:avLst/>
          </a:prstGeom>
          <a:ln w="24765">
            <a:solidFill>
              <a:srgbClr val="27856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5229225" y="2781300"/>
            <a:ext cx="0" cy="1695450"/>
          </a:xfrm>
          <a:prstGeom prst="line">
            <a:avLst/>
          </a:prstGeom>
          <a:ln w="24765">
            <a:solidFill>
              <a:srgbClr val="278565"/>
            </a:solidFill>
          </a:ln>
        </p:spPr>
        <p:style>
          <a:lnRef idx="2">
            <a:schemeClr val="accent1"/>
          </a:lnRef>
          <a:fillRef idx="0">
            <a:schemeClr val="accent1"/>
          </a:fillRef>
          <a:effectRef idx="1">
            <a:schemeClr val="accent1"/>
          </a:effectRef>
          <a:fontRef idx="minor">
            <a:schemeClr val="tx1"/>
          </a:fontRef>
        </p:style>
      </p:cxnSp>
      <p:sp>
        <p:nvSpPr>
          <p:cNvPr id="23" name="Freeform 22"/>
          <p:cNvSpPr/>
          <p:nvPr/>
        </p:nvSpPr>
        <p:spPr>
          <a:xfrm>
            <a:off x="5194300" y="2781300"/>
            <a:ext cx="76200" cy="88900"/>
          </a:xfrm>
          <a:custGeom>
            <a:avLst/>
            <a:gdLst/>
            <a:ahLst/>
            <a:cxnLst/>
            <a:rect l="l" t="t" r="r" b="b"/>
            <a:pathLst>
              <a:path w="6" h="7">
                <a:moveTo>
                  <a:pt x="3" y="0"/>
                </a:moveTo>
                <a:lnTo>
                  <a:pt x="0" y="7"/>
                </a:lnTo>
                <a:lnTo>
                  <a:pt x="6" y="7"/>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flipH="1">
            <a:off x="6962775" y="4476750"/>
            <a:ext cx="1228725" cy="0"/>
          </a:xfrm>
          <a:prstGeom prst="line">
            <a:avLst/>
          </a:prstGeom>
          <a:ln w="24765">
            <a:solidFill>
              <a:srgbClr val="27856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6962775" y="2781300"/>
            <a:ext cx="0" cy="1695450"/>
          </a:xfrm>
          <a:prstGeom prst="line">
            <a:avLst/>
          </a:prstGeom>
          <a:ln w="24765">
            <a:solidFill>
              <a:srgbClr val="278565"/>
            </a:solidFill>
          </a:ln>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6921500" y="2781300"/>
            <a:ext cx="76200" cy="88900"/>
          </a:xfrm>
          <a:custGeom>
            <a:avLst/>
            <a:gdLst/>
            <a:ahLst/>
            <a:cxnLst/>
            <a:rect l="l" t="t" r="r" b="b"/>
            <a:pathLst>
              <a:path w="6" h="7">
                <a:moveTo>
                  <a:pt x="3" y="0"/>
                </a:moveTo>
                <a:lnTo>
                  <a:pt x="0" y="7"/>
                </a:lnTo>
                <a:lnTo>
                  <a:pt x="6" y="7"/>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6750" y="2867025"/>
            <a:ext cx="2090960"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7653CF"/>
                </a:solidFill>
                <a:latin typeface="Arial"/>
                <a:ea typeface="Microsoft YaHei"/>
              </a:rPr>
              <a:t>APPROVED</a:t>
            </a:r>
            <a:r>
              <a:rPr sz="1425" b="0">
                <a:solidFill>
                  <a:srgbClr val="7653CF"/>
                </a:solidFill>
                <a:latin typeface="Microsoft YaHei"/>
                <a:ea typeface="Microsoft YaHei"/>
              </a:rPr>
              <a:t> </a:t>
            </a:r>
            <a:r>
              <a:rPr sz="1425" b="0">
                <a:solidFill>
                  <a:srgbClr val="7653CF"/>
                </a:solidFill>
                <a:latin typeface="Arial"/>
                <a:ea typeface="Microsoft YaHei"/>
              </a:rPr>
              <a:t>COMMAND</a:t>
            </a:r>
          </a:p>
        </p:txBody>
      </p:sp>
      <p:sp>
        <p:nvSpPr>
          <p:cNvPr id="28" name="TextBox 27"/>
          <p:cNvSpPr txBox="1"/>
          <p:nvPr/>
        </p:nvSpPr>
        <p:spPr>
          <a:xfrm>
            <a:off x="666750" y="3111341"/>
            <a:ext cx="2643340"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7653CF"/>
                </a:solidFill>
                <a:latin typeface="Arial"/>
                <a:ea typeface="Microsoft YaHei"/>
              </a:rPr>
              <a:t>command_id</a:t>
            </a:r>
            <a:r>
              <a:rPr sz="1425" b="0">
                <a:solidFill>
                  <a:srgbClr val="7653CF"/>
                </a:solidFill>
                <a:latin typeface="Microsoft YaHei"/>
                <a:ea typeface="Microsoft YaHei"/>
              </a:rPr>
              <a:t> </a:t>
            </a:r>
            <a:r>
              <a:rPr sz="1425" b="0">
                <a:solidFill>
                  <a:srgbClr val="7653CF"/>
                </a:solidFill>
                <a:latin typeface="Arial"/>
                <a:ea typeface="Microsoft YaHei"/>
              </a:rPr>
              <a:t>/</a:t>
            </a:r>
            <a:r>
              <a:rPr sz="1425" b="0">
                <a:solidFill>
                  <a:srgbClr val="7653CF"/>
                </a:solidFill>
                <a:latin typeface="Microsoft YaHei"/>
                <a:ea typeface="Microsoft YaHei"/>
              </a:rPr>
              <a:t> </a:t>
            </a:r>
            <a:r>
              <a:rPr sz="1425" b="0">
                <a:solidFill>
                  <a:srgbClr val="7653CF"/>
                </a:solidFill>
                <a:latin typeface="Arial"/>
                <a:ea typeface="Microsoft YaHei"/>
              </a:rPr>
              <a:t>device</a:t>
            </a:r>
            <a:r>
              <a:rPr sz="1425" b="0">
                <a:solidFill>
                  <a:srgbClr val="7653CF"/>
                </a:solidFill>
                <a:latin typeface="Microsoft YaHei"/>
                <a:ea typeface="Microsoft YaHei"/>
              </a:rPr>
              <a:t> </a:t>
            </a:r>
            <a:r>
              <a:rPr sz="1425" b="0">
                <a:solidFill>
                  <a:srgbClr val="7653CF"/>
                </a:solidFill>
                <a:latin typeface="Arial"/>
                <a:ea typeface="Microsoft YaHei"/>
              </a:rPr>
              <a:t>/</a:t>
            </a:r>
            <a:r>
              <a:rPr sz="1425" b="0">
                <a:solidFill>
                  <a:srgbClr val="7653CF"/>
                </a:solidFill>
                <a:latin typeface="Microsoft YaHei"/>
                <a:ea typeface="Microsoft YaHei"/>
              </a:rPr>
              <a:t> </a:t>
            </a:r>
            <a:r>
              <a:rPr sz="1425" b="0">
                <a:solidFill>
                  <a:srgbClr val="7653CF"/>
                </a:solidFill>
                <a:latin typeface="Arial"/>
                <a:ea typeface="Microsoft YaHei"/>
              </a:rPr>
              <a:t>stage</a:t>
            </a:r>
          </a:p>
        </p:txBody>
      </p:sp>
      <p:sp>
        <p:nvSpPr>
          <p:cNvPr id="29" name="TextBox 28"/>
          <p:cNvSpPr txBox="1"/>
          <p:nvPr/>
        </p:nvSpPr>
        <p:spPr>
          <a:xfrm>
            <a:off x="666750" y="3355657"/>
            <a:ext cx="3084821"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7653CF"/>
                </a:solidFill>
                <a:latin typeface="Arial"/>
                <a:ea typeface="Microsoft YaHei"/>
              </a:rPr>
              <a:t>operation</a:t>
            </a:r>
            <a:r>
              <a:rPr sz="1425" b="0">
                <a:solidFill>
                  <a:srgbClr val="7653CF"/>
                </a:solidFill>
                <a:latin typeface="Microsoft YaHei"/>
                <a:ea typeface="Microsoft YaHei"/>
              </a:rPr>
              <a:t> </a:t>
            </a:r>
            <a:r>
              <a:rPr sz="1425" b="0">
                <a:solidFill>
                  <a:srgbClr val="7653CF"/>
                </a:solidFill>
                <a:latin typeface="Arial"/>
                <a:ea typeface="Microsoft YaHei"/>
              </a:rPr>
              <a:t>/</a:t>
            </a:r>
            <a:r>
              <a:rPr sz="1425" b="0">
                <a:solidFill>
                  <a:srgbClr val="7653CF"/>
                </a:solidFill>
                <a:latin typeface="Microsoft YaHei"/>
                <a:ea typeface="Microsoft YaHei"/>
              </a:rPr>
              <a:t> </a:t>
            </a:r>
            <a:r>
              <a:rPr sz="1425" b="0">
                <a:solidFill>
                  <a:srgbClr val="7653CF"/>
                </a:solidFill>
                <a:latin typeface="Arial"/>
                <a:ea typeface="Microsoft YaHei"/>
              </a:rPr>
              <a:t>parameters</a:t>
            </a:r>
            <a:r>
              <a:rPr sz="1425" b="0">
                <a:solidFill>
                  <a:srgbClr val="7653CF"/>
                </a:solidFill>
                <a:latin typeface="Microsoft YaHei"/>
                <a:ea typeface="Microsoft YaHei"/>
              </a:rPr>
              <a:t> </a:t>
            </a:r>
            <a:r>
              <a:rPr sz="1425" b="0">
                <a:solidFill>
                  <a:srgbClr val="7653CF"/>
                </a:solidFill>
                <a:latin typeface="Arial"/>
                <a:ea typeface="Microsoft YaHei"/>
              </a:rPr>
              <a:t>/</a:t>
            </a:r>
            <a:r>
              <a:rPr sz="1425" b="0">
                <a:solidFill>
                  <a:srgbClr val="7653CF"/>
                </a:solidFill>
                <a:latin typeface="Microsoft YaHei"/>
                <a:ea typeface="Microsoft YaHei"/>
              </a:rPr>
              <a:t> </a:t>
            </a:r>
            <a:r>
              <a:rPr sz="1425" b="0">
                <a:solidFill>
                  <a:srgbClr val="7653CF"/>
                </a:solidFill>
                <a:latin typeface="Arial"/>
                <a:ea typeface="Microsoft YaHei"/>
              </a:rPr>
              <a:t>deadline</a:t>
            </a:r>
          </a:p>
        </p:txBody>
      </p:sp>
      <p:sp>
        <p:nvSpPr>
          <p:cNvPr id="30" name="TextBox 29"/>
          <p:cNvSpPr txBox="1"/>
          <p:nvPr/>
        </p:nvSpPr>
        <p:spPr>
          <a:xfrm>
            <a:off x="8305800" y="2867025"/>
            <a:ext cx="2043949"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278565"/>
                </a:solidFill>
                <a:latin typeface="Arial"/>
                <a:ea typeface="Microsoft YaHei"/>
              </a:rPr>
              <a:t>OBSERVED</a:t>
            </a:r>
            <a:r>
              <a:rPr sz="1425" b="0">
                <a:solidFill>
                  <a:srgbClr val="278565"/>
                </a:solidFill>
                <a:latin typeface="Microsoft YaHei"/>
                <a:ea typeface="Microsoft YaHei"/>
              </a:rPr>
              <a:t> </a:t>
            </a:r>
            <a:r>
              <a:rPr sz="1425" b="0">
                <a:solidFill>
                  <a:srgbClr val="278565"/>
                </a:solidFill>
                <a:latin typeface="Arial"/>
                <a:ea typeface="Microsoft YaHei"/>
              </a:rPr>
              <a:t>EVIDENCE</a:t>
            </a:r>
          </a:p>
        </p:txBody>
      </p:sp>
      <p:sp>
        <p:nvSpPr>
          <p:cNvPr id="31" name="TextBox 30"/>
          <p:cNvSpPr txBox="1"/>
          <p:nvPr/>
        </p:nvSpPr>
        <p:spPr>
          <a:xfrm>
            <a:off x="8305800" y="3111341"/>
            <a:ext cx="2828027"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278565"/>
                </a:solidFill>
                <a:latin typeface="Arial"/>
                <a:ea typeface="Microsoft YaHei"/>
              </a:rPr>
              <a:t>readbacks</a:t>
            </a:r>
            <a:r>
              <a:rPr sz="1425" b="0">
                <a:solidFill>
                  <a:srgbClr val="278565"/>
                </a:solidFill>
                <a:latin typeface="Microsoft YaHei"/>
                <a:ea typeface="Microsoft YaHei"/>
              </a:rPr>
              <a:t> </a:t>
            </a:r>
            <a:r>
              <a:rPr sz="1425" b="0">
                <a:solidFill>
                  <a:srgbClr val="278565"/>
                </a:solidFill>
                <a:latin typeface="Arial"/>
                <a:ea typeface="Microsoft YaHei"/>
              </a:rPr>
              <a:t>/</a:t>
            </a:r>
            <a:r>
              <a:rPr sz="1425" b="0">
                <a:solidFill>
                  <a:srgbClr val="278565"/>
                </a:solidFill>
                <a:latin typeface="Microsoft YaHei"/>
                <a:ea typeface="Microsoft YaHei"/>
              </a:rPr>
              <a:t> </a:t>
            </a:r>
            <a:r>
              <a:rPr sz="1425" b="0">
                <a:solidFill>
                  <a:srgbClr val="278565"/>
                </a:solidFill>
                <a:latin typeface="Arial"/>
                <a:ea typeface="Microsoft YaHei"/>
              </a:rPr>
              <a:t>timestamps</a:t>
            </a:r>
            <a:r>
              <a:rPr sz="1425" b="0">
                <a:solidFill>
                  <a:srgbClr val="278565"/>
                </a:solidFill>
                <a:latin typeface="Microsoft YaHei"/>
                <a:ea typeface="Microsoft YaHei"/>
              </a:rPr>
              <a:t> </a:t>
            </a:r>
            <a:r>
              <a:rPr sz="1425" b="0">
                <a:solidFill>
                  <a:srgbClr val="278565"/>
                </a:solidFill>
                <a:latin typeface="Arial"/>
                <a:ea typeface="Microsoft YaHei"/>
              </a:rPr>
              <a:t>/</a:t>
            </a:r>
            <a:r>
              <a:rPr sz="1425" b="0">
                <a:solidFill>
                  <a:srgbClr val="278565"/>
                </a:solidFill>
                <a:latin typeface="Microsoft YaHei"/>
                <a:ea typeface="Microsoft YaHei"/>
              </a:rPr>
              <a:t> </a:t>
            </a:r>
            <a:r>
              <a:rPr sz="1425" b="0">
                <a:solidFill>
                  <a:srgbClr val="278565"/>
                </a:solidFill>
                <a:latin typeface="Arial"/>
                <a:ea typeface="Microsoft YaHei"/>
              </a:rPr>
              <a:t>flags</a:t>
            </a:r>
          </a:p>
        </p:txBody>
      </p:sp>
      <p:sp>
        <p:nvSpPr>
          <p:cNvPr id="32" name="TextBox 31"/>
          <p:cNvSpPr txBox="1"/>
          <p:nvPr/>
        </p:nvSpPr>
        <p:spPr>
          <a:xfrm>
            <a:off x="8305800" y="3355657"/>
            <a:ext cx="3004230"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278565"/>
                </a:solidFill>
                <a:latin typeface="Arial"/>
                <a:ea typeface="Microsoft YaHei"/>
              </a:rPr>
              <a:t>artifact_id</a:t>
            </a:r>
            <a:r>
              <a:rPr sz="1425" b="0">
                <a:solidFill>
                  <a:srgbClr val="278565"/>
                </a:solidFill>
                <a:latin typeface="Microsoft YaHei"/>
                <a:ea typeface="Microsoft YaHei"/>
              </a:rPr>
              <a:t> </a:t>
            </a:r>
            <a:r>
              <a:rPr sz="1425" b="0">
                <a:solidFill>
                  <a:srgbClr val="278565"/>
                </a:solidFill>
                <a:latin typeface="Arial"/>
                <a:ea typeface="Microsoft YaHei"/>
              </a:rPr>
              <a:t>/</a:t>
            </a:r>
            <a:r>
              <a:rPr sz="1425" b="0">
                <a:solidFill>
                  <a:srgbClr val="278565"/>
                </a:solidFill>
                <a:latin typeface="Microsoft YaHei"/>
                <a:ea typeface="Microsoft YaHei"/>
              </a:rPr>
              <a:t> </a:t>
            </a:r>
            <a:r>
              <a:rPr sz="1425" b="0">
                <a:solidFill>
                  <a:srgbClr val="278565"/>
                </a:solidFill>
                <a:latin typeface="Arial"/>
                <a:ea typeface="Microsoft YaHei"/>
              </a:rPr>
              <a:t>checksum</a:t>
            </a:r>
            <a:r>
              <a:rPr sz="1425" b="0">
                <a:solidFill>
                  <a:srgbClr val="278565"/>
                </a:solidFill>
                <a:latin typeface="Microsoft YaHei"/>
                <a:ea typeface="Microsoft YaHei"/>
              </a:rPr>
              <a:t> </a:t>
            </a:r>
            <a:r>
              <a:rPr sz="1425" b="0">
                <a:solidFill>
                  <a:srgbClr val="278565"/>
                </a:solidFill>
                <a:latin typeface="Arial"/>
                <a:ea typeface="Microsoft YaHei"/>
              </a:rPr>
              <a:t>/</a:t>
            </a:r>
            <a:r>
              <a:rPr sz="1425" b="0">
                <a:solidFill>
                  <a:srgbClr val="278565"/>
                </a:solidFill>
                <a:latin typeface="Microsoft YaHei"/>
                <a:ea typeface="Microsoft YaHei"/>
              </a:rPr>
              <a:t> </a:t>
            </a:r>
            <a:r>
              <a:rPr sz="1425" b="0">
                <a:solidFill>
                  <a:srgbClr val="278565"/>
                </a:solidFill>
                <a:latin typeface="Arial"/>
                <a:ea typeface="Microsoft YaHei"/>
              </a:rPr>
              <a:t>outcome</a:t>
            </a:r>
          </a:p>
        </p:txBody>
      </p:sp>
      <p:sp>
        <p:nvSpPr>
          <p:cNvPr id="33" name="Rounded Rectangle 32"/>
          <p:cNvSpPr/>
          <p:nvPr/>
        </p:nvSpPr>
        <p:spPr>
          <a:xfrm>
            <a:off x="4705350" y="5000625"/>
            <a:ext cx="2781300" cy="514350"/>
          </a:xfrm>
          <a:prstGeom prst="roundRect">
            <a:avLst>
              <a:gd name="adj" fmla="val 18518"/>
            </a:avLst>
          </a:prstGeom>
          <a:solidFill>
            <a:srgbClr val="EDF3FC"/>
          </a:solidFill>
          <a:ln w="13334">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4142" y="5129212"/>
            <a:ext cx="2639915" cy="233362"/>
          </a:xfrm>
          <a:prstGeom prst="rect">
            <a:avLst/>
          </a:prstGeom>
          <a:noFill/>
        </p:spPr>
        <p:txBody>
          <a:bodyPr wrap="none" lIns="0" rIns="0" tIns="0" bIns="0">
            <a:spAutoFit/>
          </a:bodyPr>
          <a:lstStyle/>
          <a:p>
            <a:pPr>
              <a:lnSpc>
                <a:spcPts val="1771"/>
              </a:lnSpc>
              <a:spcBef>
                <a:spcPts val="0"/>
              </a:spcBef>
              <a:spcAft>
                <a:spcPts val="0"/>
              </a:spcAft>
            </a:pPr>
            <a:r>
              <a:rPr sz="1312" b="1">
                <a:solidFill>
                  <a:srgbClr val="3B6CB0"/>
                </a:solidFill>
                <a:latin typeface="Arial"/>
                <a:ea typeface="Microsoft YaHei"/>
              </a:rPr>
              <a:t>Shared</a:t>
            </a:r>
            <a:r>
              <a:rPr sz="1312" b="1">
                <a:solidFill>
                  <a:srgbClr val="3B6CB0"/>
                </a:solidFill>
                <a:latin typeface="Microsoft YaHei"/>
                <a:ea typeface="Microsoft YaHei"/>
              </a:rPr>
              <a:t> </a:t>
            </a:r>
            <a:r>
              <a:rPr sz="1312" b="1">
                <a:solidFill>
                  <a:srgbClr val="3B6CB0"/>
                </a:solidFill>
                <a:latin typeface="Arial"/>
                <a:ea typeface="Microsoft YaHei"/>
              </a:rPr>
              <a:t>experiment</a:t>
            </a:r>
            <a:r>
              <a:rPr sz="1312" b="1">
                <a:solidFill>
                  <a:srgbClr val="3B6CB0"/>
                </a:solidFill>
                <a:latin typeface="Microsoft YaHei"/>
                <a:ea typeface="Microsoft YaHei"/>
              </a:rPr>
              <a:t> </a:t>
            </a:r>
            <a:r>
              <a:rPr sz="1312" b="1">
                <a:solidFill>
                  <a:srgbClr val="3B6CB0"/>
                </a:solidFill>
                <a:latin typeface="Arial"/>
                <a:ea typeface="Microsoft YaHei"/>
              </a:rPr>
              <a:t>identity</a:t>
            </a:r>
          </a:p>
        </p:txBody>
      </p:sp>
      <p:sp>
        <p:nvSpPr>
          <p:cNvPr id="35" name="Rounded Rectangle 34"/>
          <p:cNvSpPr/>
          <p:nvPr/>
        </p:nvSpPr>
        <p:spPr>
          <a:xfrm>
            <a:off x="514350" y="5886450"/>
            <a:ext cx="11163300" cy="514350"/>
          </a:xfrm>
          <a:prstGeom prst="roundRect">
            <a:avLst>
              <a:gd name="adj" fmla="val 16666"/>
            </a:avLst>
          </a:prstGeom>
          <a:solidFill>
            <a:srgbClr val="E9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5325" y="6000750"/>
            <a:ext cx="10818948"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No</a:t>
            </a:r>
            <a:r>
              <a:rPr sz="1575" b="1">
                <a:solidFill>
                  <a:srgbClr val="168D9D"/>
                </a:solidFill>
                <a:latin typeface="Microsoft YaHei"/>
                <a:ea typeface="Microsoft YaHei"/>
              </a:rPr>
              <a:t> </a:t>
            </a:r>
            <a:r>
              <a:rPr sz="1575" b="1">
                <a:solidFill>
                  <a:srgbClr val="168D9D"/>
                </a:solidFill>
                <a:latin typeface="Arial"/>
                <a:ea typeface="Microsoft YaHei"/>
              </a:rPr>
              <a:t>SSH</a:t>
            </a:r>
            <a:r>
              <a:rPr sz="1575" b="1">
                <a:solidFill>
                  <a:srgbClr val="168D9D"/>
                </a:solidFill>
                <a:latin typeface="Microsoft YaHei"/>
                <a:ea typeface="Microsoft YaHei"/>
              </a:rPr>
              <a:t> </a:t>
            </a:r>
            <a:r>
              <a:rPr sz="1575" b="1">
                <a:solidFill>
                  <a:srgbClr val="168D9D"/>
                </a:solidFill>
                <a:latin typeface="Arial"/>
                <a:ea typeface="Microsoft YaHei"/>
              </a:rPr>
              <a:t>dependency:</a:t>
            </a:r>
            <a:r>
              <a:rPr sz="1575" b="1">
                <a:solidFill>
                  <a:srgbClr val="168D9D"/>
                </a:solidFill>
                <a:latin typeface="Microsoft YaHei"/>
                <a:ea typeface="Microsoft YaHei"/>
              </a:rPr>
              <a:t> </a:t>
            </a:r>
            <a:r>
              <a:rPr sz="1575" b="1">
                <a:solidFill>
                  <a:srgbClr val="168D9D"/>
                </a:solidFill>
                <a:latin typeface="Arial"/>
                <a:ea typeface="Microsoft YaHei"/>
              </a:rPr>
              <a:t>the</a:t>
            </a:r>
            <a:r>
              <a:rPr sz="1575" b="1">
                <a:solidFill>
                  <a:srgbClr val="168D9D"/>
                </a:solidFill>
                <a:latin typeface="Microsoft YaHei"/>
                <a:ea typeface="Microsoft YaHei"/>
              </a:rPr>
              <a:t> </a:t>
            </a:r>
            <a:r>
              <a:rPr sz="1575" b="1">
                <a:solidFill>
                  <a:srgbClr val="168D9D"/>
                </a:solidFill>
                <a:latin typeface="Arial"/>
                <a:ea typeface="Microsoft YaHei"/>
              </a:rPr>
              <a:t>network</a:t>
            </a:r>
            <a:r>
              <a:rPr sz="1575" b="1">
                <a:solidFill>
                  <a:srgbClr val="168D9D"/>
                </a:solidFill>
                <a:latin typeface="Microsoft YaHei"/>
                <a:ea typeface="Microsoft YaHei"/>
              </a:rPr>
              <a:t> </a:t>
            </a:r>
            <a:r>
              <a:rPr sz="1575" b="1">
                <a:solidFill>
                  <a:srgbClr val="168D9D"/>
                </a:solidFill>
                <a:latin typeface="Arial"/>
                <a:ea typeface="Microsoft YaHei"/>
              </a:rPr>
              <a:t>coordinates</a:t>
            </a:r>
            <a:r>
              <a:rPr sz="1575" b="1">
                <a:solidFill>
                  <a:srgbClr val="168D9D"/>
                </a:solidFill>
                <a:latin typeface="Microsoft YaHei"/>
                <a:ea typeface="Microsoft YaHei"/>
              </a:rPr>
              <a:t> </a:t>
            </a:r>
            <a:r>
              <a:rPr sz="1575" b="1">
                <a:solidFill>
                  <a:srgbClr val="168D9D"/>
                </a:solidFill>
                <a:latin typeface="Arial"/>
                <a:ea typeface="Microsoft YaHei"/>
              </a:rPr>
              <a:t>state;</a:t>
            </a:r>
            <a:r>
              <a:rPr sz="1575" b="1">
                <a:solidFill>
                  <a:srgbClr val="168D9D"/>
                </a:solidFill>
                <a:latin typeface="Microsoft YaHei"/>
                <a:ea typeface="Microsoft YaHei"/>
              </a:rPr>
              <a:t> </a:t>
            </a:r>
            <a:r>
              <a:rPr sz="1575" b="1">
                <a:solidFill>
                  <a:srgbClr val="168D9D"/>
                </a:solidFill>
                <a:latin typeface="Arial"/>
                <a:ea typeface="Microsoft YaHei"/>
              </a:rPr>
              <a:t>physical</a:t>
            </a:r>
            <a:r>
              <a:rPr sz="1575" b="1">
                <a:solidFill>
                  <a:srgbClr val="168D9D"/>
                </a:solidFill>
                <a:latin typeface="Microsoft YaHei"/>
                <a:ea typeface="Microsoft YaHei"/>
              </a:rPr>
              <a:t> </a:t>
            </a:r>
            <a:r>
              <a:rPr sz="1575" b="1">
                <a:solidFill>
                  <a:srgbClr val="168D9D"/>
                </a:solidFill>
                <a:latin typeface="Arial"/>
                <a:ea typeface="Microsoft YaHei"/>
              </a:rPr>
              <a:t>references</a:t>
            </a:r>
            <a:r>
              <a:rPr sz="1575" b="1">
                <a:solidFill>
                  <a:srgbClr val="168D9D"/>
                </a:solidFill>
                <a:latin typeface="Microsoft YaHei"/>
                <a:ea typeface="Microsoft YaHei"/>
              </a:rPr>
              <a:t> </a:t>
            </a:r>
            <a:r>
              <a:rPr sz="1575" b="1">
                <a:solidFill>
                  <a:srgbClr val="168D9D"/>
                </a:solidFill>
                <a:latin typeface="Arial"/>
                <a:ea typeface="Microsoft YaHei"/>
              </a:rPr>
              <a:t>establish</a:t>
            </a:r>
            <a:r>
              <a:rPr sz="1575" b="1">
                <a:solidFill>
                  <a:srgbClr val="168D9D"/>
                </a:solidFill>
                <a:latin typeface="Microsoft YaHei"/>
                <a:ea typeface="Microsoft YaHei"/>
              </a:rPr>
              <a:t> </a:t>
            </a:r>
            <a:r>
              <a:rPr sz="1575" b="1">
                <a:solidFill>
                  <a:srgbClr val="168D9D"/>
                </a:solidFill>
                <a:latin typeface="Arial"/>
                <a:ea typeface="Microsoft YaHei"/>
              </a:rPr>
              <a:t>lock-in</a:t>
            </a:r>
            <a:r>
              <a:rPr sz="1575" b="1">
                <a:solidFill>
                  <a:srgbClr val="168D9D"/>
                </a:solidFill>
                <a:latin typeface="Microsoft YaHei"/>
                <a:ea typeface="Microsoft YaHei"/>
              </a:rPr>
              <a:t> </a:t>
            </a:r>
            <a:r>
              <a:rPr sz="1575" b="1">
                <a:solidFill>
                  <a:srgbClr val="168D9D"/>
                </a:solidFill>
                <a:latin typeface="Arial"/>
                <a:ea typeface="Microsoft YaHei"/>
              </a:rPr>
              <a:t>phase.</a:t>
            </a:r>
          </a:p>
        </p:txBody>
      </p:sp>
      <p:cxnSp>
        <p:nvCxnSpPr>
          <p:cNvPr id="37" name="Connector 36"/>
          <p:cNvCxnSpPr/>
          <p:nvPr/>
        </p:nvCxnSpPr>
        <p:spPr>
          <a:xfrm>
            <a:off x="514350" y="6543675"/>
            <a:ext cx="11163300" cy="0"/>
          </a:xfrm>
          <a:prstGeom prst="line">
            <a:avLst/>
          </a:prstGeom>
          <a:ln w="9525">
            <a:solidFill>
              <a:srgbClr val="D9E3EE"/>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23875" y="6619875"/>
            <a:ext cx="3609184"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LabOS</a:t>
            </a:r>
            <a:r>
              <a:rPr sz="825" b="0">
                <a:solidFill>
                  <a:srgbClr val="62758C"/>
                </a:solidFill>
                <a:latin typeface="Microsoft YaHei"/>
                <a:ea typeface="Microsoft YaHei"/>
              </a:rPr>
              <a:t>  </a:t>
            </a:r>
            <a:r>
              <a:rPr sz="825" b="0">
                <a:solidFill>
                  <a:srgbClr val="62758C"/>
                </a:solidFill>
                <a:latin typeface="Arial"/>
                <a:ea typeface="Microsoft YaHei"/>
              </a:rPr>
              <a:t>|</a:t>
            </a:r>
            <a:r>
              <a:rPr sz="825" b="0">
                <a:solidFill>
                  <a:srgbClr val="62758C"/>
                </a:solidFill>
                <a:latin typeface="Microsoft YaHei"/>
                <a:ea typeface="Microsoft YaHei"/>
              </a:rPr>
              <a:t>  </a:t>
            </a:r>
            <a:r>
              <a:rPr sz="825" b="0">
                <a:solidFill>
                  <a:srgbClr val="62758C"/>
                </a:solidFill>
                <a:latin typeface="Arial"/>
                <a:ea typeface="Microsoft YaHei"/>
              </a:rPr>
              <a:t>Cross-PC</a:t>
            </a:r>
            <a:r>
              <a:rPr sz="825" b="0">
                <a:solidFill>
                  <a:srgbClr val="62758C"/>
                </a:solidFill>
                <a:latin typeface="Microsoft YaHei"/>
                <a:ea typeface="Microsoft YaHei"/>
              </a:rPr>
              <a:t> </a:t>
            </a:r>
            <a:r>
              <a:rPr sz="825" b="0">
                <a:solidFill>
                  <a:srgbClr val="62758C"/>
                </a:solidFill>
                <a:latin typeface="Arial"/>
                <a:ea typeface="Microsoft YaHei"/>
              </a:rPr>
              <a:t>nonlinear</a:t>
            </a:r>
            <a:r>
              <a:rPr sz="825" b="0">
                <a:solidFill>
                  <a:srgbClr val="62758C"/>
                </a:solidFill>
                <a:latin typeface="Microsoft YaHei"/>
                <a:ea typeface="Microsoft YaHei"/>
              </a:rPr>
              <a:t> </a:t>
            </a:r>
            <a:r>
              <a:rPr sz="825" b="0">
                <a:solidFill>
                  <a:srgbClr val="62758C"/>
                </a:solidFill>
                <a:latin typeface="Arial"/>
                <a:ea typeface="Microsoft YaHei"/>
              </a:rPr>
              <a:t>Hall</a:t>
            </a:r>
            <a:r>
              <a:rPr sz="825" b="0">
                <a:solidFill>
                  <a:srgbClr val="62758C"/>
                </a:solidFill>
                <a:latin typeface="Microsoft YaHei"/>
                <a:ea typeface="Microsoft YaHei"/>
              </a:rPr>
              <a:t> </a:t>
            </a:r>
            <a:r>
              <a:rPr sz="825" b="0">
                <a:solidFill>
                  <a:srgbClr val="62758C"/>
                </a:solidFill>
                <a:latin typeface="Arial"/>
                <a:ea typeface="Microsoft YaHei"/>
              </a:rPr>
              <a:t>and</a:t>
            </a:r>
            <a:r>
              <a:rPr sz="825" b="0">
                <a:solidFill>
                  <a:srgbClr val="62758C"/>
                </a:solidFill>
                <a:latin typeface="Microsoft YaHei"/>
                <a:ea typeface="Microsoft YaHei"/>
              </a:rPr>
              <a:t> </a:t>
            </a:r>
            <a:r>
              <a:rPr sz="825" b="0">
                <a:solidFill>
                  <a:srgbClr val="62758C"/>
                </a:solidFill>
                <a:latin typeface="Arial"/>
                <a:ea typeface="Microsoft YaHei"/>
              </a:rPr>
              <a:t>BVPE</a:t>
            </a:r>
            <a:r>
              <a:rPr sz="825" b="0">
                <a:solidFill>
                  <a:srgbClr val="62758C"/>
                </a:solidFill>
                <a:latin typeface="Microsoft YaHei"/>
                <a:ea typeface="Microsoft YaHei"/>
              </a:rPr>
              <a:t> </a:t>
            </a:r>
            <a:r>
              <a:rPr sz="825" b="0">
                <a:solidFill>
                  <a:srgbClr val="62758C"/>
                </a:solidFill>
                <a:latin typeface="Arial"/>
                <a:ea typeface="Microsoft YaHei"/>
              </a:rPr>
              <a:t>measurement</a:t>
            </a:r>
            <a:r>
              <a:rPr sz="825" b="0">
                <a:solidFill>
                  <a:srgbClr val="62758C"/>
                </a:solidFill>
                <a:latin typeface="Microsoft YaHei"/>
                <a:ea typeface="Microsoft YaHei"/>
              </a:rPr>
              <a:t> </a:t>
            </a:r>
            <a:r>
              <a:rPr sz="825" b="0">
                <a:solidFill>
                  <a:srgbClr val="62758C"/>
                </a:solidFill>
                <a:latin typeface="Arial"/>
                <a:ea typeface="Microsoft YaHei"/>
              </a:rPr>
              <a:t>workflows</a:t>
            </a:r>
          </a:p>
        </p:txBody>
      </p:sp>
      <p:sp>
        <p:nvSpPr>
          <p:cNvPr id="39" name="TextBox 38"/>
          <p:cNvSpPr txBox="1"/>
          <p:nvPr/>
        </p:nvSpPr>
        <p:spPr>
          <a:xfrm>
            <a:off x="11348256" y="6600825"/>
            <a:ext cx="405593"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62758C"/>
                </a:solidFill>
                <a:latin typeface="Arial"/>
                <a:ea typeface="Microsoft YaHei"/>
              </a:rPr>
              <a:t>07/22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295275"/>
            <a:ext cx="3403029"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07</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FIGURE</a:t>
            </a:r>
            <a:r>
              <a:rPr sz="975" b="1">
                <a:solidFill>
                  <a:srgbClr val="168D9D"/>
                </a:solidFill>
                <a:latin typeface="Microsoft YaHei"/>
                <a:ea typeface="Microsoft YaHei"/>
              </a:rPr>
              <a:t> </a:t>
            </a:r>
            <a:r>
              <a:rPr sz="975" b="1">
                <a:solidFill>
                  <a:srgbClr val="168D9D"/>
                </a:solidFill>
                <a:latin typeface="Arial"/>
                <a:ea typeface="Microsoft YaHei"/>
              </a:rPr>
              <a:t>3</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TIMING</a:t>
            </a:r>
            <a:r>
              <a:rPr sz="975" b="1">
                <a:solidFill>
                  <a:srgbClr val="168D9D"/>
                </a:solidFill>
                <a:latin typeface="Microsoft YaHei"/>
                <a:ea typeface="Microsoft YaHei"/>
              </a:rPr>
              <a:t> </a:t>
            </a:r>
            <a:r>
              <a:rPr sz="975" b="1">
                <a:solidFill>
                  <a:srgbClr val="168D9D"/>
                </a:solidFill>
                <a:latin typeface="Arial"/>
                <a:ea typeface="Microsoft YaHei"/>
              </a:rPr>
              <a:t>AND</a:t>
            </a:r>
            <a:r>
              <a:rPr sz="975" b="1">
                <a:solidFill>
                  <a:srgbClr val="168D9D"/>
                </a:solidFill>
                <a:latin typeface="Microsoft YaHei"/>
                <a:ea typeface="Microsoft YaHei"/>
              </a:rPr>
              <a:t> </a:t>
            </a:r>
            <a:r>
              <a:rPr sz="975" b="1">
                <a:solidFill>
                  <a:srgbClr val="168D9D"/>
                </a:solidFill>
                <a:latin typeface="Arial"/>
                <a:ea typeface="Microsoft YaHei"/>
              </a:rPr>
              <a:t>SYNCHRONIZATION</a:t>
            </a:r>
          </a:p>
        </p:txBody>
      </p:sp>
      <p:sp>
        <p:nvSpPr>
          <p:cNvPr id="4" name="TextBox 3"/>
          <p:cNvSpPr txBox="1"/>
          <p:nvPr/>
        </p:nvSpPr>
        <p:spPr>
          <a:xfrm>
            <a:off x="514350" y="676275"/>
            <a:ext cx="9532404" cy="480059"/>
          </a:xfrm>
          <a:prstGeom prst="rect">
            <a:avLst/>
          </a:prstGeom>
          <a:noFill/>
        </p:spPr>
        <p:txBody>
          <a:bodyPr wrap="none" lIns="0" rIns="0" tIns="0" bIns="0">
            <a:spAutoFit/>
          </a:bodyPr>
          <a:lstStyle/>
          <a:p>
            <a:pPr>
              <a:lnSpc>
                <a:spcPts val="3645"/>
              </a:lnSpc>
              <a:spcBef>
                <a:spcPts val="0"/>
              </a:spcBef>
              <a:spcAft>
                <a:spcPts val="0"/>
              </a:spcAft>
            </a:pPr>
            <a:r>
              <a:rPr sz="2700" b="1">
                <a:solidFill>
                  <a:srgbClr val="11233E"/>
                </a:solidFill>
                <a:latin typeface="Arial"/>
                <a:ea typeface="Microsoft YaHei"/>
              </a:rPr>
              <a:t>A</a:t>
            </a:r>
            <a:r>
              <a:rPr sz="2700" b="1">
                <a:solidFill>
                  <a:srgbClr val="11233E"/>
                </a:solidFill>
                <a:latin typeface="Microsoft YaHei"/>
                <a:ea typeface="Microsoft YaHei"/>
              </a:rPr>
              <a:t> </a:t>
            </a:r>
            <a:r>
              <a:rPr sz="2700" b="1">
                <a:solidFill>
                  <a:srgbClr val="11233E"/>
                </a:solidFill>
                <a:latin typeface="Arial"/>
                <a:ea typeface="Microsoft YaHei"/>
              </a:rPr>
              <a:t>point</a:t>
            </a:r>
            <a:r>
              <a:rPr sz="2700" b="1">
                <a:solidFill>
                  <a:srgbClr val="11233E"/>
                </a:solidFill>
                <a:latin typeface="Microsoft YaHei"/>
                <a:ea typeface="Microsoft YaHei"/>
              </a:rPr>
              <a:t> </a:t>
            </a:r>
            <a:r>
              <a:rPr sz="2700" b="1">
                <a:solidFill>
                  <a:srgbClr val="11233E"/>
                </a:solidFill>
                <a:latin typeface="Arial"/>
                <a:ea typeface="Microsoft YaHei"/>
              </a:rPr>
              <a:t>barrier</a:t>
            </a:r>
            <a:r>
              <a:rPr sz="2700" b="1">
                <a:solidFill>
                  <a:srgbClr val="11233E"/>
                </a:solidFill>
                <a:latin typeface="Microsoft YaHei"/>
                <a:ea typeface="Microsoft YaHei"/>
              </a:rPr>
              <a:t> </a:t>
            </a:r>
            <a:r>
              <a:rPr sz="2700" b="1">
                <a:solidFill>
                  <a:srgbClr val="11233E"/>
                </a:solidFill>
                <a:latin typeface="Arial"/>
                <a:ea typeface="Microsoft YaHei"/>
              </a:rPr>
              <a:t>links</a:t>
            </a:r>
            <a:r>
              <a:rPr sz="2700" b="1">
                <a:solidFill>
                  <a:srgbClr val="11233E"/>
                </a:solidFill>
                <a:latin typeface="Microsoft YaHei"/>
                <a:ea typeface="Microsoft YaHei"/>
              </a:rPr>
              <a:t> </a:t>
            </a:r>
            <a:r>
              <a:rPr sz="2700" b="1">
                <a:solidFill>
                  <a:srgbClr val="11233E"/>
                </a:solidFill>
                <a:latin typeface="Arial"/>
                <a:ea typeface="Microsoft YaHei"/>
              </a:rPr>
              <a:t>conditions</a:t>
            </a:r>
            <a:r>
              <a:rPr sz="2700" b="1">
                <a:solidFill>
                  <a:srgbClr val="11233E"/>
                </a:solidFill>
                <a:latin typeface="Microsoft YaHei"/>
                <a:ea typeface="Microsoft YaHei"/>
              </a:rPr>
              <a:t> </a:t>
            </a:r>
            <a:r>
              <a:rPr sz="2700" b="1">
                <a:solidFill>
                  <a:srgbClr val="11233E"/>
                </a:solidFill>
                <a:latin typeface="Arial"/>
                <a:ea typeface="Microsoft YaHei"/>
              </a:rPr>
              <a:t>before</a:t>
            </a:r>
            <a:r>
              <a:rPr sz="2700" b="1">
                <a:solidFill>
                  <a:srgbClr val="11233E"/>
                </a:solidFill>
                <a:latin typeface="Microsoft YaHei"/>
                <a:ea typeface="Microsoft YaHei"/>
              </a:rPr>
              <a:t> </a:t>
            </a:r>
            <a:r>
              <a:rPr sz="2700" b="1">
                <a:solidFill>
                  <a:srgbClr val="11233E"/>
                </a:solidFill>
                <a:latin typeface="Arial"/>
                <a:ea typeface="Microsoft YaHei"/>
              </a:rPr>
              <a:t>acquisition</a:t>
            </a:r>
          </a:p>
        </p:txBody>
      </p:sp>
      <p:sp>
        <p:nvSpPr>
          <p:cNvPr id="5" name="TextBox 4"/>
          <p:cNvSpPr txBox="1"/>
          <p:nvPr/>
        </p:nvSpPr>
        <p:spPr>
          <a:xfrm>
            <a:off x="533400" y="1247775"/>
            <a:ext cx="10219990"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62758C"/>
                </a:solidFill>
                <a:latin typeface="Arial"/>
                <a:ea typeface="Microsoft YaHei"/>
              </a:rPr>
              <a:t>A</a:t>
            </a:r>
            <a:r>
              <a:rPr sz="1425" b="0">
                <a:solidFill>
                  <a:srgbClr val="62758C"/>
                </a:solidFill>
                <a:latin typeface="Microsoft YaHei"/>
                <a:ea typeface="Microsoft YaHei"/>
              </a:rPr>
              <a:t> </a:t>
            </a:r>
            <a:r>
              <a:rPr sz="1425" b="0">
                <a:solidFill>
                  <a:srgbClr val="62758C"/>
                </a:solidFill>
                <a:latin typeface="Arial"/>
                <a:ea typeface="Microsoft YaHei"/>
              </a:rPr>
              <a:t>shared</a:t>
            </a:r>
            <a:r>
              <a:rPr sz="1425" b="0">
                <a:solidFill>
                  <a:srgbClr val="62758C"/>
                </a:solidFill>
                <a:latin typeface="Microsoft YaHei"/>
                <a:ea typeface="Microsoft YaHei"/>
              </a:rPr>
              <a:t> </a:t>
            </a:r>
            <a:r>
              <a:rPr sz="1425" b="0">
                <a:solidFill>
                  <a:srgbClr val="62758C"/>
                </a:solidFill>
                <a:latin typeface="Arial"/>
                <a:ea typeface="Microsoft YaHei"/>
              </a:rPr>
              <a:t>point_id</a:t>
            </a:r>
            <a:r>
              <a:rPr sz="1425" b="0">
                <a:solidFill>
                  <a:srgbClr val="62758C"/>
                </a:solidFill>
                <a:latin typeface="Microsoft YaHei"/>
                <a:ea typeface="Microsoft YaHei"/>
              </a:rPr>
              <a:t> </a:t>
            </a:r>
            <a:r>
              <a:rPr sz="1425" b="0">
                <a:solidFill>
                  <a:srgbClr val="62758C"/>
                </a:solidFill>
                <a:latin typeface="Arial"/>
                <a:ea typeface="Microsoft YaHei"/>
              </a:rPr>
              <a:t>provides</a:t>
            </a:r>
            <a:r>
              <a:rPr sz="1425" b="0">
                <a:solidFill>
                  <a:srgbClr val="62758C"/>
                </a:solidFill>
                <a:latin typeface="Microsoft YaHei"/>
                <a:ea typeface="Microsoft YaHei"/>
              </a:rPr>
              <a:t> </a:t>
            </a:r>
            <a:r>
              <a:rPr sz="1425" b="0">
                <a:solidFill>
                  <a:srgbClr val="62758C"/>
                </a:solidFill>
                <a:latin typeface="Arial"/>
                <a:ea typeface="Microsoft YaHei"/>
              </a:rPr>
              <a:t>correspondence;</a:t>
            </a:r>
            <a:r>
              <a:rPr sz="1425" b="0">
                <a:solidFill>
                  <a:srgbClr val="62758C"/>
                </a:solidFill>
                <a:latin typeface="Microsoft YaHei"/>
                <a:ea typeface="Microsoft YaHei"/>
              </a:rPr>
              <a:t> </a:t>
            </a:r>
            <a:r>
              <a:rPr sz="1425" b="0">
                <a:solidFill>
                  <a:srgbClr val="62758C"/>
                </a:solidFill>
                <a:latin typeface="Arial"/>
                <a:ea typeface="Microsoft YaHei"/>
              </a:rPr>
              <a:t>acquisition</a:t>
            </a:r>
            <a:r>
              <a:rPr sz="1425" b="0">
                <a:solidFill>
                  <a:srgbClr val="62758C"/>
                </a:solidFill>
                <a:latin typeface="Microsoft YaHei"/>
                <a:ea typeface="Microsoft YaHei"/>
              </a:rPr>
              <a:t> </a:t>
            </a:r>
            <a:r>
              <a:rPr sz="1425" b="0">
                <a:solidFill>
                  <a:srgbClr val="62758C"/>
                </a:solidFill>
                <a:latin typeface="Arial"/>
                <a:ea typeface="Microsoft YaHei"/>
              </a:rPr>
              <a:t>intervals</a:t>
            </a:r>
            <a:r>
              <a:rPr sz="1425" b="0">
                <a:solidFill>
                  <a:srgbClr val="62758C"/>
                </a:solidFill>
                <a:latin typeface="Microsoft YaHei"/>
                <a:ea typeface="Microsoft YaHei"/>
              </a:rPr>
              <a:t> </a:t>
            </a:r>
            <a:r>
              <a:rPr sz="1425" b="0">
                <a:solidFill>
                  <a:srgbClr val="62758C"/>
                </a:solidFill>
                <a:latin typeface="Arial"/>
                <a:ea typeface="Microsoft YaHei"/>
              </a:rPr>
              <a:t>and</a:t>
            </a:r>
            <a:r>
              <a:rPr sz="1425" b="0">
                <a:solidFill>
                  <a:srgbClr val="62758C"/>
                </a:solidFill>
                <a:latin typeface="Microsoft YaHei"/>
                <a:ea typeface="Microsoft YaHei"/>
              </a:rPr>
              <a:t> </a:t>
            </a:r>
            <a:r>
              <a:rPr sz="1425" b="0">
                <a:solidFill>
                  <a:srgbClr val="62758C"/>
                </a:solidFill>
                <a:latin typeface="Arial"/>
                <a:ea typeface="Microsoft YaHei"/>
              </a:rPr>
              <a:t>physical</a:t>
            </a:r>
            <a:r>
              <a:rPr sz="1425" b="0">
                <a:solidFill>
                  <a:srgbClr val="62758C"/>
                </a:solidFill>
                <a:latin typeface="Microsoft YaHei"/>
                <a:ea typeface="Microsoft YaHei"/>
              </a:rPr>
              <a:t> </a:t>
            </a:r>
            <a:r>
              <a:rPr sz="1425" b="0">
                <a:solidFill>
                  <a:srgbClr val="62758C"/>
                </a:solidFill>
                <a:latin typeface="Arial"/>
                <a:ea typeface="Microsoft YaHei"/>
              </a:rPr>
              <a:t>references</a:t>
            </a:r>
            <a:r>
              <a:rPr sz="1425" b="0">
                <a:solidFill>
                  <a:srgbClr val="62758C"/>
                </a:solidFill>
                <a:latin typeface="Microsoft YaHei"/>
                <a:ea typeface="Microsoft YaHei"/>
              </a:rPr>
              <a:t> </a:t>
            </a:r>
            <a:r>
              <a:rPr sz="1425" b="0">
                <a:solidFill>
                  <a:srgbClr val="62758C"/>
                </a:solidFill>
                <a:latin typeface="Arial"/>
                <a:ea typeface="Microsoft YaHei"/>
              </a:rPr>
              <a:t>provide</a:t>
            </a:r>
            <a:r>
              <a:rPr sz="1425" b="0">
                <a:solidFill>
                  <a:srgbClr val="62758C"/>
                </a:solidFill>
                <a:latin typeface="Microsoft YaHei"/>
                <a:ea typeface="Microsoft YaHei"/>
              </a:rPr>
              <a:t> </a:t>
            </a:r>
            <a:r>
              <a:rPr sz="1425" b="0">
                <a:solidFill>
                  <a:srgbClr val="62758C"/>
                </a:solidFill>
                <a:latin typeface="Arial"/>
                <a:ea typeface="Microsoft YaHei"/>
              </a:rPr>
              <a:t>timing</a:t>
            </a:r>
            <a:r>
              <a:rPr sz="1425" b="0">
                <a:solidFill>
                  <a:srgbClr val="62758C"/>
                </a:solidFill>
                <a:latin typeface="Microsoft YaHei"/>
                <a:ea typeface="Microsoft YaHei"/>
              </a:rPr>
              <a:t> </a:t>
            </a:r>
            <a:r>
              <a:rPr sz="1425" b="0">
                <a:solidFill>
                  <a:srgbClr val="62758C"/>
                </a:solidFill>
                <a:latin typeface="Arial"/>
                <a:ea typeface="Microsoft YaHei"/>
              </a:rPr>
              <a:t>context.</a:t>
            </a:r>
          </a:p>
        </p:txBody>
      </p:sp>
      <p:sp>
        <p:nvSpPr>
          <p:cNvPr id="6" name="TextBox 5"/>
          <p:cNvSpPr txBox="1"/>
          <p:nvPr/>
        </p:nvSpPr>
        <p:spPr>
          <a:xfrm>
            <a:off x="514350" y="2143125"/>
            <a:ext cx="1289563" cy="253365"/>
          </a:xfrm>
          <a:prstGeom prst="rect">
            <a:avLst/>
          </a:prstGeom>
          <a:noFill/>
        </p:spPr>
        <p:txBody>
          <a:bodyPr wrap="none" lIns="0" rIns="0" tIns="0" bIns="0">
            <a:spAutoFit/>
          </a:bodyPr>
          <a:lstStyle/>
          <a:p>
            <a:pPr>
              <a:lnSpc>
                <a:spcPts val="1923"/>
              </a:lnSpc>
              <a:spcBef>
                <a:spcPts val="0"/>
              </a:spcBef>
              <a:spcAft>
                <a:spcPts val="0"/>
              </a:spcAft>
            </a:pPr>
            <a:r>
              <a:rPr sz="1425" b="1">
                <a:solidFill>
                  <a:srgbClr val="7653CF"/>
                </a:solidFill>
                <a:latin typeface="Arial"/>
                <a:ea typeface="Microsoft YaHei"/>
              </a:rPr>
              <a:t>Coordinator</a:t>
            </a:r>
          </a:p>
        </p:txBody>
      </p:sp>
      <p:cxnSp>
        <p:nvCxnSpPr>
          <p:cNvPr id="7" name="Connector 6"/>
          <p:cNvCxnSpPr/>
          <p:nvPr/>
        </p:nvCxnSpPr>
        <p:spPr>
          <a:xfrm>
            <a:off x="2066925" y="2286000"/>
            <a:ext cx="9458325" cy="0"/>
          </a:xfrm>
          <a:prstGeom prst="line">
            <a:avLst/>
          </a:prstGeom>
          <a:ln w="13334">
            <a:solidFill>
              <a:srgbClr val="D9E3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14350" y="2876550"/>
            <a:ext cx="529079" cy="253365"/>
          </a:xfrm>
          <a:prstGeom prst="rect">
            <a:avLst/>
          </a:prstGeom>
          <a:noFill/>
        </p:spPr>
        <p:txBody>
          <a:bodyPr wrap="none" lIns="0" rIns="0" tIns="0" bIns="0">
            <a:spAutoFit/>
          </a:bodyPr>
          <a:lstStyle/>
          <a:p>
            <a:pPr>
              <a:lnSpc>
                <a:spcPts val="1923"/>
              </a:lnSpc>
              <a:spcBef>
                <a:spcPts val="0"/>
              </a:spcBef>
              <a:spcAft>
                <a:spcPts val="0"/>
              </a:spcAft>
            </a:pPr>
            <a:r>
              <a:rPr sz="1425" b="1">
                <a:solidFill>
                  <a:srgbClr val="168D9D"/>
                </a:solidFill>
                <a:latin typeface="Arial"/>
                <a:ea typeface="Microsoft YaHei"/>
              </a:rPr>
              <a:t>PC</a:t>
            </a:r>
            <a:r>
              <a:rPr sz="1425" b="1">
                <a:solidFill>
                  <a:srgbClr val="168D9D"/>
                </a:solidFill>
                <a:latin typeface="Microsoft YaHei"/>
                <a:ea typeface="Microsoft YaHei"/>
              </a:rPr>
              <a:t> </a:t>
            </a:r>
            <a:r>
              <a:rPr sz="1425" b="1">
                <a:solidFill>
                  <a:srgbClr val="168D9D"/>
                </a:solidFill>
                <a:latin typeface="Arial"/>
                <a:ea typeface="Microsoft YaHei"/>
              </a:rPr>
              <a:t>A</a:t>
            </a:r>
          </a:p>
        </p:txBody>
      </p:sp>
      <p:cxnSp>
        <p:nvCxnSpPr>
          <p:cNvPr id="9" name="Connector 8"/>
          <p:cNvCxnSpPr/>
          <p:nvPr/>
        </p:nvCxnSpPr>
        <p:spPr>
          <a:xfrm>
            <a:off x="2066925" y="3019425"/>
            <a:ext cx="9458325" cy="0"/>
          </a:xfrm>
          <a:prstGeom prst="line">
            <a:avLst/>
          </a:prstGeom>
          <a:ln w="13334">
            <a:solidFill>
              <a:srgbClr val="D9E3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14350" y="3609975"/>
            <a:ext cx="526958" cy="253365"/>
          </a:xfrm>
          <a:prstGeom prst="rect">
            <a:avLst/>
          </a:prstGeom>
          <a:noFill/>
        </p:spPr>
        <p:txBody>
          <a:bodyPr wrap="none" lIns="0" rIns="0" tIns="0" bIns="0">
            <a:spAutoFit/>
          </a:bodyPr>
          <a:lstStyle/>
          <a:p>
            <a:pPr>
              <a:lnSpc>
                <a:spcPts val="1923"/>
              </a:lnSpc>
              <a:spcBef>
                <a:spcPts val="0"/>
              </a:spcBef>
              <a:spcAft>
                <a:spcPts val="0"/>
              </a:spcAft>
            </a:pPr>
            <a:r>
              <a:rPr sz="1425" b="1">
                <a:solidFill>
                  <a:srgbClr val="168D9D"/>
                </a:solidFill>
                <a:latin typeface="Arial"/>
                <a:ea typeface="Microsoft YaHei"/>
              </a:rPr>
              <a:t>PC</a:t>
            </a:r>
            <a:r>
              <a:rPr sz="1425" b="1">
                <a:solidFill>
                  <a:srgbClr val="168D9D"/>
                </a:solidFill>
                <a:latin typeface="Microsoft YaHei"/>
                <a:ea typeface="Microsoft YaHei"/>
              </a:rPr>
              <a:t> </a:t>
            </a:r>
            <a:r>
              <a:rPr sz="1425" b="1">
                <a:solidFill>
                  <a:srgbClr val="168D9D"/>
                </a:solidFill>
                <a:latin typeface="Arial"/>
                <a:ea typeface="Microsoft YaHei"/>
              </a:rPr>
              <a:t>B</a:t>
            </a:r>
          </a:p>
        </p:txBody>
      </p:sp>
      <p:cxnSp>
        <p:nvCxnSpPr>
          <p:cNvPr id="11" name="Connector 10"/>
          <p:cNvCxnSpPr/>
          <p:nvPr/>
        </p:nvCxnSpPr>
        <p:spPr>
          <a:xfrm>
            <a:off x="2066925" y="3752850"/>
            <a:ext cx="9458325" cy="0"/>
          </a:xfrm>
          <a:prstGeom prst="line">
            <a:avLst/>
          </a:prstGeom>
          <a:ln w="13334">
            <a:solidFill>
              <a:srgbClr val="D9E3E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14350" y="4343400"/>
            <a:ext cx="1427945" cy="253365"/>
          </a:xfrm>
          <a:prstGeom prst="rect">
            <a:avLst/>
          </a:prstGeom>
          <a:noFill/>
        </p:spPr>
        <p:txBody>
          <a:bodyPr wrap="none" lIns="0" rIns="0" tIns="0" bIns="0">
            <a:spAutoFit/>
          </a:bodyPr>
          <a:lstStyle/>
          <a:p>
            <a:pPr>
              <a:lnSpc>
                <a:spcPts val="1923"/>
              </a:lnSpc>
              <a:spcBef>
                <a:spcPts val="0"/>
              </a:spcBef>
              <a:spcAft>
                <a:spcPts val="0"/>
              </a:spcAft>
            </a:pPr>
            <a:r>
              <a:rPr sz="1425" b="1">
                <a:solidFill>
                  <a:srgbClr val="BC7D1D"/>
                </a:solidFill>
                <a:latin typeface="Arial"/>
                <a:ea typeface="Microsoft YaHei"/>
              </a:rPr>
              <a:t>Electrical</a:t>
            </a:r>
            <a:r>
              <a:rPr sz="1425" b="1">
                <a:solidFill>
                  <a:srgbClr val="BC7D1D"/>
                </a:solidFill>
                <a:latin typeface="Microsoft YaHei"/>
                <a:ea typeface="Microsoft YaHei"/>
              </a:rPr>
              <a:t> </a:t>
            </a:r>
            <a:r>
              <a:rPr sz="1425" b="1">
                <a:solidFill>
                  <a:srgbClr val="BC7D1D"/>
                </a:solidFill>
                <a:latin typeface="Arial"/>
                <a:ea typeface="Microsoft YaHei"/>
              </a:rPr>
              <a:t>ref.</a:t>
            </a:r>
          </a:p>
        </p:txBody>
      </p:sp>
      <p:cxnSp>
        <p:nvCxnSpPr>
          <p:cNvPr id="13" name="Connector 12"/>
          <p:cNvCxnSpPr/>
          <p:nvPr/>
        </p:nvCxnSpPr>
        <p:spPr>
          <a:xfrm>
            <a:off x="2066925" y="4486275"/>
            <a:ext cx="9458325" cy="0"/>
          </a:xfrm>
          <a:prstGeom prst="line">
            <a:avLst/>
          </a:prstGeom>
          <a:ln w="13334">
            <a:solidFill>
              <a:srgbClr val="D9E3E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14350" y="5076825"/>
            <a:ext cx="1206410" cy="253365"/>
          </a:xfrm>
          <a:prstGeom prst="rect">
            <a:avLst/>
          </a:prstGeom>
          <a:noFill/>
        </p:spPr>
        <p:txBody>
          <a:bodyPr wrap="none" lIns="0" rIns="0" tIns="0" bIns="0">
            <a:spAutoFit/>
          </a:bodyPr>
          <a:lstStyle/>
          <a:p>
            <a:pPr>
              <a:lnSpc>
                <a:spcPts val="1923"/>
              </a:lnSpc>
              <a:spcBef>
                <a:spcPts val="0"/>
              </a:spcBef>
              <a:spcAft>
                <a:spcPts val="0"/>
              </a:spcAft>
            </a:pPr>
            <a:r>
              <a:rPr sz="1425" b="1">
                <a:solidFill>
                  <a:srgbClr val="BC7D1D"/>
                </a:solidFill>
                <a:latin typeface="Arial"/>
                <a:ea typeface="Microsoft YaHei"/>
              </a:rPr>
              <a:t>Optical</a:t>
            </a:r>
            <a:r>
              <a:rPr sz="1425" b="1">
                <a:solidFill>
                  <a:srgbClr val="BC7D1D"/>
                </a:solidFill>
                <a:latin typeface="Microsoft YaHei"/>
                <a:ea typeface="Microsoft YaHei"/>
              </a:rPr>
              <a:t> </a:t>
            </a:r>
            <a:r>
              <a:rPr sz="1425" b="1">
                <a:solidFill>
                  <a:srgbClr val="BC7D1D"/>
                </a:solidFill>
                <a:latin typeface="Arial"/>
                <a:ea typeface="Microsoft YaHei"/>
              </a:rPr>
              <a:t>ref.</a:t>
            </a:r>
          </a:p>
        </p:txBody>
      </p:sp>
      <p:cxnSp>
        <p:nvCxnSpPr>
          <p:cNvPr id="15" name="Connector 14"/>
          <p:cNvCxnSpPr/>
          <p:nvPr/>
        </p:nvCxnSpPr>
        <p:spPr>
          <a:xfrm>
            <a:off x="2066925" y="5219700"/>
            <a:ext cx="9458325" cy="0"/>
          </a:xfrm>
          <a:prstGeom prst="line">
            <a:avLst/>
          </a:prstGeom>
          <a:ln w="13334">
            <a:solidFill>
              <a:srgbClr val="D9E3EE"/>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133600" y="2038350"/>
            <a:ext cx="1781175" cy="485775"/>
          </a:xfrm>
          <a:prstGeom prst="roundRect">
            <a:avLst>
              <a:gd name="adj" fmla="val 19607"/>
            </a:avLst>
          </a:prstGeom>
          <a:solidFill>
            <a:srgbClr val="F1ECFC"/>
          </a:solidFill>
          <a:ln w="13334">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00088" y="2171938"/>
            <a:ext cx="1324398"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7653CF"/>
                </a:solidFill>
                <a:latin typeface="Arial"/>
                <a:ea typeface="Microsoft YaHei"/>
              </a:rPr>
              <a:t>Issue</a:t>
            </a:r>
            <a:r>
              <a:rPr sz="1275" b="1">
                <a:solidFill>
                  <a:srgbClr val="7653CF"/>
                </a:solidFill>
                <a:latin typeface="Microsoft YaHei"/>
                <a:ea typeface="Microsoft YaHei"/>
              </a:rPr>
              <a:t> </a:t>
            </a:r>
            <a:r>
              <a:rPr sz="1275" b="1">
                <a:solidFill>
                  <a:srgbClr val="7653CF"/>
                </a:solidFill>
                <a:latin typeface="Arial"/>
                <a:ea typeface="Microsoft YaHei"/>
              </a:rPr>
              <a:t>point_id</a:t>
            </a:r>
          </a:p>
        </p:txBody>
      </p:sp>
      <p:sp>
        <p:nvSpPr>
          <p:cNvPr id="18" name="Rounded Rectangle 17"/>
          <p:cNvSpPr/>
          <p:nvPr/>
        </p:nvSpPr>
        <p:spPr>
          <a:xfrm>
            <a:off x="4772025" y="2038350"/>
            <a:ext cx="1933575" cy="485775"/>
          </a:xfrm>
          <a:prstGeom prst="roundRect">
            <a:avLst>
              <a:gd name="adj" fmla="val 19607"/>
            </a:avLst>
          </a:prstGeom>
          <a:solidFill>
            <a:srgbClr val="F1ECFC"/>
          </a:solidFill>
          <a:ln w="13334">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5828" y="2171938"/>
            <a:ext cx="1682167"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7653CF"/>
                </a:solidFill>
                <a:latin typeface="Arial"/>
                <a:ea typeface="Microsoft YaHei"/>
              </a:rPr>
              <a:t>Join</a:t>
            </a:r>
            <a:r>
              <a:rPr sz="1275" b="1">
                <a:solidFill>
                  <a:srgbClr val="7653CF"/>
                </a:solidFill>
                <a:latin typeface="Microsoft YaHei"/>
                <a:ea typeface="Microsoft YaHei"/>
              </a:rPr>
              <a:t> </a:t>
            </a:r>
            <a:r>
              <a:rPr sz="1275" b="1">
                <a:solidFill>
                  <a:srgbClr val="7653CF"/>
                </a:solidFill>
                <a:latin typeface="Arial"/>
                <a:ea typeface="Microsoft YaHei"/>
              </a:rPr>
              <a:t>READY</a:t>
            </a:r>
            <a:r>
              <a:rPr sz="1275" b="1">
                <a:solidFill>
                  <a:srgbClr val="7653CF"/>
                </a:solidFill>
                <a:latin typeface="Microsoft YaHei"/>
                <a:ea typeface="Microsoft YaHei"/>
              </a:rPr>
              <a:t> </a:t>
            </a:r>
            <a:r>
              <a:rPr sz="1275" b="1">
                <a:solidFill>
                  <a:srgbClr val="7653CF"/>
                </a:solidFill>
                <a:latin typeface="Arial"/>
                <a:ea typeface="Microsoft YaHei"/>
              </a:rPr>
              <a:t>states</a:t>
            </a:r>
          </a:p>
        </p:txBody>
      </p:sp>
      <p:sp>
        <p:nvSpPr>
          <p:cNvPr id="20" name="Rounded Rectangle 19"/>
          <p:cNvSpPr/>
          <p:nvPr/>
        </p:nvSpPr>
        <p:spPr>
          <a:xfrm>
            <a:off x="7610475" y="2038350"/>
            <a:ext cx="2057400" cy="485775"/>
          </a:xfrm>
          <a:prstGeom prst="roundRect">
            <a:avLst>
              <a:gd name="adj" fmla="val 19607"/>
            </a:avLst>
          </a:prstGeom>
          <a:solidFill>
            <a:srgbClr val="F1ECFC"/>
          </a:solidFill>
          <a:ln w="13334">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58707" y="2171938"/>
            <a:ext cx="1837134"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7653CF"/>
                </a:solidFill>
                <a:latin typeface="Arial"/>
                <a:ea typeface="Microsoft YaHei"/>
              </a:rPr>
              <a:t>Release</a:t>
            </a:r>
            <a:r>
              <a:rPr sz="1275" b="1">
                <a:solidFill>
                  <a:srgbClr val="7653CF"/>
                </a:solidFill>
                <a:latin typeface="Microsoft YaHei"/>
                <a:ea typeface="Microsoft YaHei"/>
              </a:rPr>
              <a:t> </a:t>
            </a:r>
            <a:r>
              <a:rPr sz="1275" b="1">
                <a:solidFill>
                  <a:srgbClr val="7653CF"/>
                </a:solidFill>
                <a:latin typeface="Arial"/>
                <a:ea typeface="Microsoft YaHei"/>
              </a:rPr>
              <a:t>acquisition</a:t>
            </a:r>
          </a:p>
        </p:txBody>
      </p:sp>
      <p:sp>
        <p:nvSpPr>
          <p:cNvPr id="22" name="Rounded Rectangle 21"/>
          <p:cNvSpPr/>
          <p:nvPr/>
        </p:nvSpPr>
        <p:spPr>
          <a:xfrm>
            <a:off x="10191750" y="2038350"/>
            <a:ext cx="1333500" cy="485775"/>
          </a:xfrm>
          <a:prstGeom prst="roundRect">
            <a:avLst>
              <a:gd name="adj" fmla="val 19607"/>
            </a:avLst>
          </a:prstGeom>
          <a:solidFill>
            <a:srgbClr val="F1ECFC"/>
          </a:solidFill>
          <a:ln w="13334">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01294" y="2171938"/>
            <a:ext cx="1190611" cy="220027"/>
          </a:xfrm>
          <a:prstGeom prst="rect">
            <a:avLst/>
          </a:prstGeom>
          <a:noFill/>
        </p:spPr>
        <p:txBody>
          <a:bodyPr wrap="none" lIns="0" rIns="0" tIns="0" bIns="0">
            <a:spAutoFit/>
          </a:bodyPr>
          <a:lstStyle/>
          <a:p>
            <a:pPr>
              <a:lnSpc>
                <a:spcPts val="1670"/>
              </a:lnSpc>
              <a:spcBef>
                <a:spcPts val="0"/>
              </a:spcBef>
              <a:spcAft>
                <a:spcPts val="0"/>
              </a:spcAft>
            </a:pPr>
            <a:r>
              <a:rPr sz="1237" b="1">
                <a:solidFill>
                  <a:srgbClr val="7653CF"/>
                </a:solidFill>
                <a:latin typeface="Arial"/>
                <a:ea typeface="Microsoft YaHei"/>
              </a:rPr>
              <a:t>QC</a:t>
            </a:r>
            <a:r>
              <a:rPr sz="1237" b="1">
                <a:solidFill>
                  <a:srgbClr val="7653CF"/>
                </a:solidFill>
                <a:latin typeface="Microsoft YaHei"/>
                <a:ea typeface="Microsoft YaHei"/>
              </a:rPr>
              <a:t> </a:t>
            </a:r>
            <a:r>
              <a:rPr sz="1237" b="1">
                <a:solidFill>
                  <a:srgbClr val="7653CF"/>
                </a:solidFill>
                <a:latin typeface="Arial"/>
                <a:ea typeface="Microsoft YaHei"/>
              </a:rPr>
              <a:t>+</a:t>
            </a:r>
            <a:r>
              <a:rPr sz="1237" b="1">
                <a:solidFill>
                  <a:srgbClr val="7653CF"/>
                </a:solidFill>
                <a:latin typeface="Microsoft YaHei"/>
                <a:ea typeface="Microsoft YaHei"/>
              </a:rPr>
              <a:t> </a:t>
            </a:r>
            <a:r>
              <a:rPr sz="1237" b="1">
                <a:solidFill>
                  <a:srgbClr val="7653CF"/>
                </a:solidFill>
                <a:latin typeface="Arial"/>
                <a:ea typeface="Microsoft YaHei"/>
              </a:rPr>
              <a:t>archive</a:t>
            </a:r>
          </a:p>
        </p:txBody>
      </p:sp>
      <p:sp>
        <p:nvSpPr>
          <p:cNvPr id="24" name="Rounded Rectangle 23"/>
          <p:cNvSpPr/>
          <p:nvPr/>
        </p:nvSpPr>
        <p:spPr>
          <a:xfrm>
            <a:off x="2409825" y="2771775"/>
            <a:ext cx="2352675" cy="485775"/>
          </a:xfrm>
          <a:prstGeom prst="roundRect">
            <a:avLst>
              <a:gd name="adj" fmla="val 19607"/>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26692" y="2911792"/>
            <a:ext cx="2195140"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168D9D"/>
                </a:solidFill>
                <a:latin typeface="Arial"/>
                <a:ea typeface="Microsoft YaHei"/>
              </a:rPr>
              <a:t>Set</a:t>
            </a:r>
            <a:r>
              <a:rPr sz="1200" b="1">
                <a:solidFill>
                  <a:srgbClr val="168D9D"/>
                </a:solidFill>
                <a:latin typeface="Microsoft YaHei"/>
                <a:ea typeface="Microsoft YaHei"/>
              </a:rPr>
              <a:t> </a:t>
            </a:r>
            <a:r>
              <a:rPr sz="1200" b="1">
                <a:solidFill>
                  <a:srgbClr val="168D9D"/>
                </a:solidFill>
                <a:latin typeface="Arial"/>
                <a:ea typeface="Microsoft YaHei"/>
              </a:rPr>
              <a:t>source</a:t>
            </a:r>
            <a:r>
              <a:rPr sz="1200" b="1">
                <a:solidFill>
                  <a:srgbClr val="168D9D"/>
                </a:solidFill>
                <a:latin typeface="Microsoft YaHei"/>
                <a:ea typeface="Microsoft YaHei"/>
              </a:rPr>
              <a:t> </a:t>
            </a:r>
            <a:r>
              <a:rPr sz="1200" b="1">
                <a:solidFill>
                  <a:srgbClr val="168D9D"/>
                </a:solidFill>
                <a:latin typeface="Arial"/>
                <a:ea typeface="Microsoft YaHei"/>
              </a:rPr>
              <a:t>/</a:t>
            </a:r>
            <a:r>
              <a:rPr sz="1200" b="1">
                <a:solidFill>
                  <a:srgbClr val="168D9D"/>
                </a:solidFill>
                <a:latin typeface="Microsoft YaHei"/>
                <a:ea typeface="Microsoft YaHei"/>
              </a:rPr>
              <a:t> </a:t>
            </a:r>
            <a:r>
              <a:rPr sz="1200" b="1">
                <a:solidFill>
                  <a:srgbClr val="168D9D"/>
                </a:solidFill>
                <a:latin typeface="Arial"/>
                <a:ea typeface="Microsoft YaHei"/>
              </a:rPr>
              <a:t>band</a:t>
            </a:r>
            <a:r>
              <a:rPr sz="1200" b="1">
                <a:solidFill>
                  <a:srgbClr val="168D9D"/>
                </a:solidFill>
                <a:latin typeface="Microsoft YaHei"/>
                <a:ea typeface="Microsoft YaHei"/>
              </a:rPr>
              <a:t> </a:t>
            </a:r>
            <a:r>
              <a:rPr sz="1200" b="1">
                <a:solidFill>
                  <a:srgbClr val="168D9D"/>
                </a:solidFill>
                <a:latin typeface="Arial"/>
                <a:ea typeface="Microsoft YaHei"/>
              </a:rPr>
              <a:t>/</a:t>
            </a:r>
            <a:r>
              <a:rPr sz="1200" b="1">
                <a:solidFill>
                  <a:srgbClr val="168D9D"/>
                </a:solidFill>
                <a:latin typeface="Microsoft YaHei"/>
                <a:ea typeface="Microsoft YaHei"/>
              </a:rPr>
              <a:t> </a:t>
            </a:r>
            <a:r>
              <a:rPr sz="1200" b="1">
                <a:solidFill>
                  <a:srgbClr val="168D9D"/>
                </a:solidFill>
                <a:latin typeface="Arial"/>
                <a:ea typeface="Microsoft YaHei"/>
              </a:rPr>
              <a:t>optics</a:t>
            </a:r>
          </a:p>
        </p:txBody>
      </p:sp>
      <p:sp>
        <p:nvSpPr>
          <p:cNvPr id="26" name="Rounded Rectangle 25"/>
          <p:cNvSpPr/>
          <p:nvPr/>
        </p:nvSpPr>
        <p:spPr>
          <a:xfrm>
            <a:off x="5162550" y="2771775"/>
            <a:ext cx="1533525" cy="485775"/>
          </a:xfrm>
          <a:prstGeom prst="roundRect">
            <a:avLst>
              <a:gd name="adj" fmla="val 19607"/>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71189" y="2911792"/>
            <a:ext cx="1392445"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Readback</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READY</a:t>
            </a:r>
          </a:p>
        </p:txBody>
      </p:sp>
      <p:sp>
        <p:nvSpPr>
          <p:cNvPr id="28" name="Rounded Rectangle 27"/>
          <p:cNvSpPr/>
          <p:nvPr/>
        </p:nvSpPr>
        <p:spPr>
          <a:xfrm>
            <a:off x="7610475" y="2771775"/>
            <a:ext cx="2800350" cy="485775"/>
          </a:xfrm>
          <a:prstGeom prst="roundRect">
            <a:avLst>
              <a:gd name="adj" fmla="val 19607"/>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3271" y="2898933"/>
            <a:ext cx="2010956" cy="240029"/>
          </a:xfrm>
          <a:prstGeom prst="rect">
            <a:avLst/>
          </a:prstGeom>
          <a:noFill/>
        </p:spPr>
        <p:txBody>
          <a:bodyPr wrap="none" lIns="0" rIns="0" tIns="0" bIns="0">
            <a:spAutoFit/>
          </a:bodyPr>
          <a:lstStyle/>
          <a:p>
            <a:pPr>
              <a:lnSpc>
                <a:spcPts val="1822"/>
              </a:lnSpc>
              <a:spcBef>
                <a:spcPts val="0"/>
              </a:spcBef>
              <a:spcAft>
                <a:spcPts val="0"/>
              </a:spcAft>
            </a:pPr>
            <a:r>
              <a:rPr sz="1350" b="1">
                <a:solidFill>
                  <a:srgbClr val="168D9D"/>
                </a:solidFill>
                <a:latin typeface="Arial"/>
                <a:ea typeface="Microsoft YaHei"/>
              </a:rPr>
              <a:t>Reference</a:t>
            </a:r>
            <a:r>
              <a:rPr sz="1350" b="1">
                <a:solidFill>
                  <a:srgbClr val="168D9D"/>
                </a:solidFill>
                <a:latin typeface="Microsoft YaHei"/>
                <a:ea typeface="Microsoft YaHei"/>
              </a:rPr>
              <a:t> </a:t>
            </a:r>
            <a:r>
              <a:rPr sz="1350" b="1">
                <a:solidFill>
                  <a:srgbClr val="168D9D"/>
                </a:solidFill>
                <a:latin typeface="Arial"/>
                <a:ea typeface="Microsoft YaHei"/>
              </a:rPr>
              <a:t>spectrum</a:t>
            </a:r>
          </a:p>
        </p:txBody>
      </p:sp>
      <p:sp>
        <p:nvSpPr>
          <p:cNvPr id="30" name="Rounded Rectangle 29"/>
          <p:cNvSpPr/>
          <p:nvPr/>
        </p:nvSpPr>
        <p:spPr>
          <a:xfrm>
            <a:off x="2409825" y="3505200"/>
            <a:ext cx="2352675" cy="485775"/>
          </a:xfrm>
          <a:prstGeom prst="roundRect">
            <a:avLst>
              <a:gd name="adj" fmla="val 19607"/>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66119" y="3645217"/>
            <a:ext cx="1716285"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168D9D"/>
                </a:solidFill>
                <a:latin typeface="Arial"/>
                <a:ea typeface="Microsoft YaHei"/>
              </a:rPr>
              <a:t>Set</a:t>
            </a:r>
            <a:r>
              <a:rPr sz="1200" b="1">
                <a:solidFill>
                  <a:srgbClr val="168D9D"/>
                </a:solidFill>
                <a:latin typeface="Microsoft YaHei"/>
                <a:ea typeface="Microsoft YaHei"/>
              </a:rPr>
              <a:t> </a:t>
            </a:r>
            <a:r>
              <a:rPr sz="1200" b="1">
                <a:solidFill>
                  <a:srgbClr val="168D9D"/>
                </a:solidFill>
                <a:latin typeface="Arial"/>
                <a:ea typeface="Microsoft YaHei"/>
              </a:rPr>
              <a:t>T</a:t>
            </a:r>
            <a:r>
              <a:rPr sz="1200" b="1">
                <a:solidFill>
                  <a:srgbClr val="168D9D"/>
                </a:solidFill>
                <a:latin typeface="Microsoft YaHei"/>
                <a:ea typeface="Microsoft YaHei"/>
              </a:rPr>
              <a:t> </a:t>
            </a:r>
            <a:r>
              <a:rPr sz="1200" b="1">
                <a:solidFill>
                  <a:srgbClr val="168D9D"/>
                </a:solidFill>
                <a:latin typeface="Arial"/>
                <a:ea typeface="Microsoft YaHei"/>
              </a:rPr>
              <a:t>/</a:t>
            </a:r>
            <a:r>
              <a:rPr sz="1200" b="1">
                <a:solidFill>
                  <a:srgbClr val="168D9D"/>
                </a:solidFill>
                <a:latin typeface="Microsoft YaHei"/>
                <a:ea typeface="Microsoft YaHei"/>
              </a:rPr>
              <a:t> </a:t>
            </a:r>
            <a:r>
              <a:rPr sz="1200" b="1">
                <a:solidFill>
                  <a:srgbClr val="168D9D"/>
                </a:solidFill>
                <a:latin typeface="Arial"/>
                <a:ea typeface="Microsoft YaHei"/>
              </a:rPr>
              <a:t>B</a:t>
            </a:r>
            <a:r>
              <a:rPr sz="1200" b="1">
                <a:solidFill>
                  <a:srgbClr val="168D9D"/>
                </a:solidFill>
                <a:latin typeface="Microsoft YaHei"/>
                <a:ea typeface="Microsoft YaHei"/>
              </a:rPr>
              <a:t> </a:t>
            </a:r>
            <a:r>
              <a:rPr sz="1200" b="1">
                <a:solidFill>
                  <a:srgbClr val="168D9D"/>
                </a:solidFill>
                <a:latin typeface="Arial"/>
                <a:ea typeface="Microsoft YaHei"/>
              </a:rPr>
              <a:t>/</a:t>
            </a:r>
            <a:r>
              <a:rPr sz="1200" b="1">
                <a:solidFill>
                  <a:srgbClr val="168D9D"/>
                </a:solidFill>
                <a:latin typeface="Microsoft YaHei"/>
                <a:ea typeface="Microsoft YaHei"/>
              </a:rPr>
              <a:t> </a:t>
            </a:r>
            <a:r>
              <a:rPr sz="1200" b="1">
                <a:solidFill>
                  <a:srgbClr val="168D9D"/>
                </a:solidFill>
                <a:latin typeface="Arial"/>
                <a:ea typeface="Microsoft YaHei"/>
              </a:rPr>
              <a:t>Vg;</a:t>
            </a:r>
            <a:r>
              <a:rPr sz="1200" b="1">
                <a:solidFill>
                  <a:srgbClr val="168D9D"/>
                </a:solidFill>
                <a:latin typeface="Microsoft YaHei"/>
                <a:ea typeface="Microsoft YaHei"/>
              </a:rPr>
              <a:t> </a:t>
            </a:r>
            <a:r>
              <a:rPr sz="1200" b="1">
                <a:solidFill>
                  <a:srgbClr val="168D9D"/>
                </a:solidFill>
                <a:latin typeface="Arial"/>
                <a:ea typeface="Microsoft YaHei"/>
              </a:rPr>
              <a:t>settle</a:t>
            </a:r>
          </a:p>
        </p:txBody>
      </p:sp>
      <p:sp>
        <p:nvSpPr>
          <p:cNvPr id="32" name="Rounded Rectangle 31"/>
          <p:cNvSpPr/>
          <p:nvPr/>
        </p:nvSpPr>
        <p:spPr>
          <a:xfrm>
            <a:off x="5162550" y="3505200"/>
            <a:ext cx="1533525" cy="485775"/>
          </a:xfrm>
          <a:prstGeom prst="roundRect">
            <a:avLst>
              <a:gd name="adj" fmla="val 19607"/>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71189" y="3645217"/>
            <a:ext cx="1392445"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Readback</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READY</a:t>
            </a:r>
          </a:p>
        </p:txBody>
      </p:sp>
      <p:sp>
        <p:nvSpPr>
          <p:cNvPr id="34" name="Rounded Rectangle 33"/>
          <p:cNvSpPr/>
          <p:nvPr/>
        </p:nvSpPr>
        <p:spPr>
          <a:xfrm>
            <a:off x="7610475" y="3505200"/>
            <a:ext cx="2800350" cy="485775"/>
          </a:xfrm>
          <a:prstGeom prst="roundRect">
            <a:avLst>
              <a:gd name="adj" fmla="val 19607"/>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61601" y="3632358"/>
            <a:ext cx="1374297" cy="240029"/>
          </a:xfrm>
          <a:prstGeom prst="rect">
            <a:avLst/>
          </a:prstGeom>
          <a:noFill/>
        </p:spPr>
        <p:txBody>
          <a:bodyPr wrap="none" lIns="0" rIns="0" tIns="0" bIns="0">
            <a:spAutoFit/>
          </a:bodyPr>
          <a:lstStyle/>
          <a:p>
            <a:pPr>
              <a:lnSpc>
                <a:spcPts val="1822"/>
              </a:lnSpc>
              <a:spcBef>
                <a:spcPts val="0"/>
              </a:spcBef>
              <a:spcAft>
                <a:spcPts val="0"/>
              </a:spcAft>
            </a:pPr>
            <a:r>
              <a:rPr sz="1350" b="1">
                <a:solidFill>
                  <a:srgbClr val="168D9D"/>
                </a:solidFill>
                <a:latin typeface="Arial"/>
                <a:ea typeface="Microsoft YaHei"/>
              </a:rPr>
              <a:t>Lock-ins</a:t>
            </a:r>
            <a:r>
              <a:rPr sz="1350" b="1">
                <a:solidFill>
                  <a:srgbClr val="168D9D"/>
                </a:solidFill>
                <a:latin typeface="Microsoft YaHei"/>
                <a:ea typeface="Microsoft YaHei"/>
              </a:rPr>
              <a:t> </a:t>
            </a:r>
            <a:r>
              <a:rPr sz="1350" b="1">
                <a:solidFill>
                  <a:srgbClr val="168D9D"/>
                </a:solidFill>
                <a:latin typeface="Arial"/>
                <a:ea typeface="Microsoft YaHei"/>
              </a:rPr>
              <a:t>+</a:t>
            </a:r>
            <a:r>
              <a:rPr sz="1350" b="1">
                <a:solidFill>
                  <a:srgbClr val="168D9D"/>
                </a:solidFill>
                <a:latin typeface="Microsoft YaHei"/>
                <a:ea typeface="Microsoft YaHei"/>
              </a:rPr>
              <a:t> </a:t>
            </a:r>
            <a:r>
              <a:rPr sz="1350" b="1">
                <a:solidFill>
                  <a:srgbClr val="168D9D"/>
                </a:solidFill>
                <a:latin typeface="Arial"/>
                <a:ea typeface="Microsoft YaHei"/>
              </a:rPr>
              <a:t>PD</a:t>
            </a:r>
          </a:p>
        </p:txBody>
      </p:sp>
      <p:cxnSp>
        <p:nvCxnSpPr>
          <p:cNvPr id="36" name="Connector 35"/>
          <p:cNvCxnSpPr/>
          <p:nvPr/>
        </p:nvCxnSpPr>
        <p:spPr>
          <a:xfrm>
            <a:off x="7134225" y="1828800"/>
            <a:ext cx="0" cy="2276475"/>
          </a:xfrm>
          <a:prstGeom prst="line">
            <a:avLst/>
          </a:prstGeom>
          <a:ln w="19050">
            <a:solidFill>
              <a:srgbClr val="7653CF"/>
            </a:solidFill>
            <a:prstDash val="dash"/>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919912" y="4143375"/>
            <a:ext cx="676275"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7653CF"/>
                </a:solidFill>
                <a:latin typeface="Arial"/>
                <a:ea typeface="Microsoft YaHei"/>
              </a:rPr>
              <a:t>Barrier</a:t>
            </a:r>
          </a:p>
        </p:txBody>
      </p:sp>
      <p:cxnSp>
        <p:nvCxnSpPr>
          <p:cNvPr id="38" name="Connector 37"/>
          <p:cNvCxnSpPr/>
          <p:nvPr/>
        </p:nvCxnSpPr>
        <p:spPr>
          <a:xfrm>
            <a:off x="2247900" y="4486275"/>
            <a:ext cx="9258300" cy="0"/>
          </a:xfrm>
          <a:prstGeom prst="line">
            <a:avLst/>
          </a:prstGeom>
          <a:ln w="22859">
            <a:solidFill>
              <a:srgbClr val="BC7D1D"/>
            </a:solidFill>
          </a:ln>
        </p:spPr>
        <p:style>
          <a:lnRef idx="2">
            <a:schemeClr val="accent1"/>
          </a:lnRef>
          <a:fillRef idx="0">
            <a:schemeClr val="accent1"/>
          </a:fillRef>
          <a:effectRef idx="1">
            <a:schemeClr val="accent1"/>
          </a:effectRef>
          <a:fontRef idx="minor">
            <a:schemeClr val="tx1"/>
          </a:fontRef>
        </p:style>
      </p:cxnSp>
      <p:sp>
        <p:nvSpPr>
          <p:cNvPr id="39" name="Freeform 38"/>
          <p:cNvSpPr/>
          <p:nvPr/>
        </p:nvSpPr>
        <p:spPr>
          <a:xfrm>
            <a:off x="11417300" y="4445000"/>
            <a:ext cx="88900" cy="76200"/>
          </a:xfrm>
          <a:custGeom>
            <a:avLst/>
            <a:gdLst/>
            <a:ahLst/>
            <a:cxnLst/>
            <a:rect l="l" t="t" r="r" b="b"/>
            <a:pathLst>
              <a:path w="7" h="6">
                <a:moveTo>
                  <a:pt x="7" y="3"/>
                </a:moveTo>
                <a:lnTo>
                  <a:pt x="0" y="0"/>
                </a:lnTo>
                <a:lnTo>
                  <a:pt x="0" y="6"/>
                </a:lnTo>
                <a:close/>
              </a:path>
            </a:pathLst>
          </a:custGeom>
          <a:solidFill>
            <a:srgbClr val="BC7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2247900" y="5219700"/>
            <a:ext cx="9258300" cy="0"/>
          </a:xfrm>
          <a:prstGeom prst="line">
            <a:avLst/>
          </a:prstGeom>
          <a:ln w="22859">
            <a:solidFill>
              <a:srgbClr val="BC7D1D"/>
            </a:solidFill>
          </a:ln>
        </p:spPr>
        <p:style>
          <a:lnRef idx="2">
            <a:schemeClr val="accent1"/>
          </a:lnRef>
          <a:fillRef idx="0">
            <a:schemeClr val="accent1"/>
          </a:fillRef>
          <a:effectRef idx="1">
            <a:schemeClr val="accent1"/>
          </a:effectRef>
          <a:fontRef idx="minor">
            <a:schemeClr val="tx1"/>
          </a:fontRef>
        </p:style>
      </p:cxnSp>
      <p:sp>
        <p:nvSpPr>
          <p:cNvPr id="41" name="Freeform 40"/>
          <p:cNvSpPr/>
          <p:nvPr/>
        </p:nvSpPr>
        <p:spPr>
          <a:xfrm>
            <a:off x="11417300" y="5181600"/>
            <a:ext cx="88900" cy="76200"/>
          </a:xfrm>
          <a:custGeom>
            <a:avLst/>
            <a:gdLst/>
            <a:ahLst/>
            <a:cxnLst/>
            <a:rect l="l" t="t" r="r" b="b"/>
            <a:pathLst>
              <a:path w="7" h="6">
                <a:moveTo>
                  <a:pt x="7" y="3"/>
                </a:moveTo>
                <a:lnTo>
                  <a:pt x="0" y="0"/>
                </a:lnTo>
                <a:lnTo>
                  <a:pt x="0" y="6"/>
                </a:lnTo>
                <a:close/>
              </a:path>
            </a:pathLst>
          </a:custGeom>
          <a:solidFill>
            <a:srgbClr val="BC7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28900" y="4600575"/>
            <a:ext cx="4768974"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BC7D1D"/>
                </a:solidFill>
                <a:latin typeface="Arial"/>
                <a:ea typeface="Microsoft YaHei"/>
              </a:rPr>
              <a:t>f_I:</a:t>
            </a:r>
            <a:r>
              <a:rPr sz="1350" b="0">
                <a:solidFill>
                  <a:srgbClr val="BC7D1D"/>
                </a:solidFill>
                <a:latin typeface="Microsoft YaHei"/>
                <a:ea typeface="Microsoft YaHei"/>
              </a:rPr>
              <a:t> </a:t>
            </a:r>
            <a:r>
              <a:rPr sz="1350" b="0">
                <a:solidFill>
                  <a:srgbClr val="BC7D1D"/>
                </a:solidFill>
                <a:latin typeface="Arial"/>
                <a:ea typeface="Microsoft YaHei"/>
              </a:rPr>
              <a:t>master</a:t>
            </a:r>
            <a:r>
              <a:rPr sz="1350" b="0">
                <a:solidFill>
                  <a:srgbClr val="BC7D1D"/>
                </a:solidFill>
                <a:latin typeface="Microsoft YaHei"/>
                <a:ea typeface="Microsoft YaHei"/>
              </a:rPr>
              <a:t> </a:t>
            </a:r>
            <a:r>
              <a:rPr sz="1350" b="0">
                <a:solidFill>
                  <a:srgbClr val="BC7D1D"/>
                </a:solidFill>
                <a:latin typeface="Arial"/>
                <a:ea typeface="Microsoft YaHei"/>
              </a:rPr>
              <a:t>oscillator</a:t>
            </a:r>
            <a:r>
              <a:rPr sz="1350" b="0">
                <a:solidFill>
                  <a:srgbClr val="BC7D1D"/>
                </a:solidFill>
                <a:latin typeface="Microsoft YaHei"/>
                <a:ea typeface="Microsoft YaHei"/>
              </a:rPr>
              <a:t> </a:t>
            </a:r>
            <a:r>
              <a:rPr sz="1350" b="0">
                <a:solidFill>
                  <a:srgbClr val="BC7D1D"/>
                </a:solidFill>
                <a:latin typeface="Arial"/>
                <a:ea typeface="Microsoft YaHei"/>
              </a:rPr>
              <a:t>-&gt;</a:t>
            </a:r>
            <a:r>
              <a:rPr sz="1350" b="0">
                <a:solidFill>
                  <a:srgbClr val="BC7D1D"/>
                </a:solidFill>
                <a:latin typeface="Microsoft YaHei"/>
                <a:ea typeface="Microsoft YaHei"/>
              </a:rPr>
              <a:t> </a:t>
            </a:r>
            <a:r>
              <a:rPr sz="1350" b="0">
                <a:solidFill>
                  <a:srgbClr val="BC7D1D"/>
                </a:solidFill>
                <a:latin typeface="Arial"/>
                <a:ea typeface="Microsoft YaHei"/>
              </a:rPr>
              <a:t>follower</a:t>
            </a:r>
            <a:r>
              <a:rPr sz="1350" b="0">
                <a:solidFill>
                  <a:srgbClr val="BC7D1D"/>
                </a:solidFill>
                <a:latin typeface="Microsoft YaHei"/>
                <a:ea typeface="Microsoft YaHei"/>
              </a:rPr>
              <a:t> </a:t>
            </a:r>
            <a:r>
              <a:rPr sz="1350" b="0">
                <a:solidFill>
                  <a:srgbClr val="BC7D1D"/>
                </a:solidFill>
                <a:latin typeface="Arial"/>
                <a:ea typeface="Microsoft YaHei"/>
              </a:rPr>
              <a:t>REF;</a:t>
            </a:r>
            <a:r>
              <a:rPr sz="1350" b="0">
                <a:solidFill>
                  <a:srgbClr val="BC7D1D"/>
                </a:solidFill>
                <a:latin typeface="Microsoft YaHei"/>
                <a:ea typeface="Microsoft YaHei"/>
              </a:rPr>
              <a:t> </a:t>
            </a:r>
            <a:r>
              <a:rPr sz="1350" b="0">
                <a:solidFill>
                  <a:srgbClr val="BC7D1D"/>
                </a:solidFill>
                <a:latin typeface="Arial"/>
                <a:ea typeface="Microsoft YaHei"/>
              </a:rPr>
              <a:t>select</a:t>
            </a:r>
            <a:r>
              <a:rPr sz="1350" b="0">
                <a:solidFill>
                  <a:srgbClr val="BC7D1D"/>
                </a:solidFill>
                <a:latin typeface="Microsoft YaHei"/>
                <a:ea typeface="Microsoft YaHei"/>
              </a:rPr>
              <a:t> </a:t>
            </a:r>
            <a:r>
              <a:rPr sz="1350" b="0">
                <a:solidFill>
                  <a:srgbClr val="BC7D1D"/>
                </a:solidFill>
                <a:latin typeface="Arial"/>
                <a:ea typeface="Microsoft YaHei"/>
              </a:rPr>
              <a:t>harmonic</a:t>
            </a:r>
            <a:r>
              <a:rPr sz="1350" b="0">
                <a:solidFill>
                  <a:srgbClr val="BC7D1D"/>
                </a:solidFill>
                <a:latin typeface="Microsoft YaHei"/>
                <a:ea typeface="Microsoft YaHei"/>
              </a:rPr>
              <a:t> </a:t>
            </a:r>
            <a:r>
              <a:rPr sz="1350" b="0">
                <a:solidFill>
                  <a:srgbClr val="BC7D1D"/>
                </a:solidFill>
                <a:latin typeface="Arial"/>
                <a:ea typeface="Microsoft YaHei"/>
              </a:rPr>
              <a:t>n</a:t>
            </a:r>
          </a:p>
        </p:txBody>
      </p:sp>
      <p:sp>
        <p:nvSpPr>
          <p:cNvPr id="43" name="TextBox 42"/>
          <p:cNvSpPr txBox="1"/>
          <p:nvPr/>
        </p:nvSpPr>
        <p:spPr>
          <a:xfrm>
            <a:off x="2628900" y="5334000"/>
            <a:ext cx="3945796"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BC7D1D"/>
                </a:solidFill>
                <a:latin typeface="Arial"/>
                <a:ea typeface="Microsoft YaHei"/>
              </a:rPr>
              <a:t>fchop:</a:t>
            </a:r>
            <a:r>
              <a:rPr sz="1350" b="0">
                <a:solidFill>
                  <a:srgbClr val="BC7D1D"/>
                </a:solidFill>
                <a:latin typeface="Microsoft YaHei"/>
                <a:ea typeface="Microsoft YaHei"/>
              </a:rPr>
              <a:t> </a:t>
            </a:r>
            <a:r>
              <a:rPr sz="1350" b="0">
                <a:solidFill>
                  <a:srgbClr val="BC7D1D"/>
                </a:solidFill>
                <a:latin typeface="Arial"/>
                <a:ea typeface="Microsoft YaHei"/>
              </a:rPr>
              <a:t>chopper</a:t>
            </a:r>
            <a:r>
              <a:rPr sz="1350" b="0">
                <a:solidFill>
                  <a:srgbClr val="BC7D1D"/>
                </a:solidFill>
                <a:latin typeface="Microsoft YaHei"/>
                <a:ea typeface="Microsoft YaHei"/>
              </a:rPr>
              <a:t> </a:t>
            </a:r>
            <a:r>
              <a:rPr sz="1350" b="0">
                <a:solidFill>
                  <a:srgbClr val="BC7D1D"/>
                </a:solidFill>
                <a:latin typeface="Arial"/>
                <a:ea typeface="Microsoft YaHei"/>
              </a:rPr>
              <a:t>controller</a:t>
            </a:r>
            <a:r>
              <a:rPr sz="1350" b="0">
                <a:solidFill>
                  <a:srgbClr val="BC7D1D"/>
                </a:solidFill>
                <a:latin typeface="Microsoft YaHei"/>
                <a:ea typeface="Microsoft YaHei"/>
              </a:rPr>
              <a:t> </a:t>
            </a:r>
            <a:r>
              <a:rPr sz="1350" b="0">
                <a:solidFill>
                  <a:srgbClr val="BC7D1D"/>
                </a:solidFill>
                <a:latin typeface="Arial"/>
                <a:ea typeface="Microsoft YaHei"/>
              </a:rPr>
              <a:t>-&gt;</a:t>
            </a:r>
            <a:r>
              <a:rPr sz="1350" b="0">
                <a:solidFill>
                  <a:srgbClr val="BC7D1D"/>
                </a:solidFill>
                <a:latin typeface="Microsoft YaHei"/>
                <a:ea typeface="Microsoft YaHei"/>
              </a:rPr>
              <a:t> </a:t>
            </a:r>
            <a:r>
              <a:rPr sz="1350" b="0">
                <a:solidFill>
                  <a:srgbClr val="BC7D1D"/>
                </a:solidFill>
                <a:latin typeface="Arial"/>
                <a:ea typeface="Microsoft YaHei"/>
              </a:rPr>
              <a:t>BVPE</a:t>
            </a:r>
            <a:r>
              <a:rPr sz="1350" b="0">
                <a:solidFill>
                  <a:srgbClr val="BC7D1D"/>
                </a:solidFill>
                <a:latin typeface="Microsoft YaHei"/>
                <a:ea typeface="Microsoft YaHei"/>
              </a:rPr>
              <a:t> </a:t>
            </a:r>
            <a:r>
              <a:rPr sz="1350" b="0">
                <a:solidFill>
                  <a:srgbClr val="BC7D1D"/>
                </a:solidFill>
                <a:latin typeface="Arial"/>
                <a:ea typeface="Microsoft YaHei"/>
              </a:rPr>
              <a:t>lock-in</a:t>
            </a:r>
            <a:r>
              <a:rPr sz="1350" b="0">
                <a:solidFill>
                  <a:srgbClr val="BC7D1D"/>
                </a:solidFill>
                <a:latin typeface="Microsoft YaHei"/>
                <a:ea typeface="Microsoft YaHei"/>
              </a:rPr>
              <a:t> </a:t>
            </a:r>
            <a:r>
              <a:rPr sz="1350" b="0">
                <a:solidFill>
                  <a:srgbClr val="BC7D1D"/>
                </a:solidFill>
                <a:latin typeface="Arial"/>
                <a:ea typeface="Microsoft YaHei"/>
              </a:rPr>
              <a:t>REF</a:t>
            </a:r>
          </a:p>
        </p:txBody>
      </p:sp>
      <p:sp>
        <p:nvSpPr>
          <p:cNvPr id="44" name="Rounded Rectangle 43"/>
          <p:cNvSpPr/>
          <p:nvPr/>
        </p:nvSpPr>
        <p:spPr>
          <a:xfrm>
            <a:off x="514350" y="5886450"/>
            <a:ext cx="11163300" cy="514350"/>
          </a:xfrm>
          <a:prstGeom prst="roundRect">
            <a:avLst>
              <a:gd name="adj" fmla="val 16666"/>
            </a:avLst>
          </a:prstGeom>
          <a:solidFill>
            <a:srgbClr val="E9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5325" y="6000750"/>
            <a:ext cx="10838043" cy="286702"/>
          </a:xfrm>
          <a:prstGeom prst="rect">
            <a:avLst/>
          </a:prstGeom>
          <a:noFill/>
        </p:spPr>
        <p:txBody>
          <a:bodyPr wrap="none" lIns="0" rIns="0" tIns="0" bIns="0">
            <a:spAutoFit/>
          </a:bodyPr>
          <a:lstStyle/>
          <a:p>
            <a:pPr>
              <a:lnSpc>
                <a:spcPts val="2176"/>
              </a:lnSpc>
              <a:spcBef>
                <a:spcPts val="0"/>
              </a:spcBef>
              <a:spcAft>
                <a:spcPts val="0"/>
              </a:spcAft>
            </a:pPr>
            <a:r>
              <a:rPr sz="1612" b="1">
                <a:solidFill>
                  <a:srgbClr val="168D9D"/>
                </a:solidFill>
                <a:latin typeface="Arial"/>
                <a:ea typeface="Microsoft YaHei"/>
              </a:rPr>
              <a:t>Store</a:t>
            </a:r>
            <a:r>
              <a:rPr sz="1612" b="1">
                <a:solidFill>
                  <a:srgbClr val="168D9D"/>
                </a:solidFill>
                <a:latin typeface="Microsoft YaHei"/>
                <a:ea typeface="Microsoft YaHei"/>
              </a:rPr>
              <a:t> </a:t>
            </a:r>
            <a:r>
              <a:rPr sz="1612" b="1">
                <a:solidFill>
                  <a:srgbClr val="168D9D"/>
                </a:solidFill>
                <a:latin typeface="Arial"/>
                <a:ea typeface="Microsoft YaHei"/>
              </a:rPr>
              <a:t>conditions</a:t>
            </a:r>
            <a:r>
              <a:rPr sz="1612" b="1">
                <a:solidFill>
                  <a:srgbClr val="168D9D"/>
                </a:solidFill>
                <a:latin typeface="Microsoft YaHei"/>
                <a:ea typeface="Microsoft YaHei"/>
              </a:rPr>
              <a:t> </a:t>
            </a:r>
            <a:r>
              <a:rPr sz="1612" b="1">
                <a:solidFill>
                  <a:srgbClr val="168D9D"/>
                </a:solidFill>
                <a:latin typeface="Arial"/>
                <a:ea typeface="Microsoft YaHei"/>
              </a:rPr>
              <a:t>AND</a:t>
            </a:r>
            <a:r>
              <a:rPr sz="1612" b="1">
                <a:solidFill>
                  <a:srgbClr val="168D9D"/>
                </a:solidFill>
                <a:latin typeface="Microsoft YaHei"/>
                <a:ea typeface="Microsoft YaHei"/>
              </a:rPr>
              <a:t> </a:t>
            </a:r>
            <a:r>
              <a:rPr sz="1612" b="1">
                <a:solidFill>
                  <a:srgbClr val="168D9D"/>
                </a:solidFill>
                <a:latin typeface="Arial"/>
                <a:ea typeface="Microsoft YaHei"/>
              </a:rPr>
              <a:t>time</a:t>
            </a:r>
            <a:r>
              <a:rPr sz="1612" b="1">
                <a:solidFill>
                  <a:srgbClr val="168D9D"/>
                </a:solidFill>
                <a:latin typeface="Microsoft YaHei"/>
                <a:ea typeface="Microsoft YaHei"/>
              </a:rPr>
              <a:t> </a:t>
            </a:r>
            <a:r>
              <a:rPr sz="1612" b="1">
                <a:solidFill>
                  <a:srgbClr val="168D9D"/>
                </a:solidFill>
                <a:latin typeface="Arial"/>
                <a:ea typeface="Microsoft YaHei"/>
              </a:rPr>
              <a:t>windows.</a:t>
            </a:r>
            <a:r>
              <a:rPr sz="1612" b="1">
                <a:solidFill>
                  <a:srgbClr val="168D9D"/>
                </a:solidFill>
                <a:latin typeface="Microsoft YaHei"/>
                <a:ea typeface="Microsoft YaHei"/>
              </a:rPr>
              <a:t> </a:t>
            </a:r>
            <a:r>
              <a:rPr sz="1612" b="1">
                <a:solidFill>
                  <a:srgbClr val="168D9D"/>
                </a:solidFill>
                <a:latin typeface="Arial"/>
                <a:ea typeface="Microsoft YaHei"/>
              </a:rPr>
              <a:t>Shared</a:t>
            </a:r>
            <a:r>
              <a:rPr sz="1612" b="1">
                <a:solidFill>
                  <a:srgbClr val="168D9D"/>
                </a:solidFill>
                <a:latin typeface="Microsoft YaHei"/>
                <a:ea typeface="Microsoft YaHei"/>
              </a:rPr>
              <a:t> </a:t>
            </a:r>
            <a:r>
              <a:rPr sz="1612" b="1">
                <a:solidFill>
                  <a:srgbClr val="168D9D"/>
                </a:solidFill>
                <a:latin typeface="Arial"/>
                <a:ea typeface="Microsoft YaHei"/>
              </a:rPr>
              <a:t>coordination</a:t>
            </a:r>
            <a:r>
              <a:rPr sz="1612" b="1">
                <a:solidFill>
                  <a:srgbClr val="168D9D"/>
                </a:solidFill>
                <a:latin typeface="Microsoft YaHei"/>
                <a:ea typeface="Microsoft YaHei"/>
              </a:rPr>
              <a:t> </a:t>
            </a:r>
            <a:r>
              <a:rPr sz="1612" b="1">
                <a:solidFill>
                  <a:srgbClr val="168D9D"/>
                </a:solidFill>
                <a:latin typeface="Arial"/>
                <a:ea typeface="Microsoft YaHei"/>
              </a:rPr>
              <a:t>is</a:t>
            </a:r>
            <a:r>
              <a:rPr sz="1612" b="1">
                <a:solidFill>
                  <a:srgbClr val="168D9D"/>
                </a:solidFill>
                <a:latin typeface="Microsoft YaHei"/>
                <a:ea typeface="Microsoft YaHei"/>
              </a:rPr>
              <a:t> </a:t>
            </a:r>
            <a:r>
              <a:rPr sz="1612" b="1">
                <a:solidFill>
                  <a:srgbClr val="168D9D"/>
                </a:solidFill>
                <a:latin typeface="Arial"/>
                <a:ea typeface="Microsoft YaHei"/>
              </a:rPr>
              <a:t>not</a:t>
            </a:r>
            <a:r>
              <a:rPr sz="1612" b="1">
                <a:solidFill>
                  <a:srgbClr val="168D9D"/>
                </a:solidFill>
                <a:latin typeface="Microsoft YaHei"/>
                <a:ea typeface="Microsoft YaHei"/>
              </a:rPr>
              <a:t> </a:t>
            </a:r>
            <a:r>
              <a:rPr sz="1612" b="1">
                <a:solidFill>
                  <a:srgbClr val="168D9D"/>
                </a:solidFill>
                <a:latin typeface="Arial"/>
                <a:ea typeface="Microsoft YaHei"/>
              </a:rPr>
              <a:t>a</a:t>
            </a:r>
            <a:r>
              <a:rPr sz="1612" b="1">
                <a:solidFill>
                  <a:srgbClr val="168D9D"/>
                </a:solidFill>
                <a:latin typeface="Microsoft YaHei"/>
                <a:ea typeface="Microsoft YaHei"/>
              </a:rPr>
              <a:t> </a:t>
            </a:r>
            <a:r>
              <a:rPr sz="1612" b="1">
                <a:solidFill>
                  <a:srgbClr val="168D9D"/>
                </a:solidFill>
                <a:latin typeface="Arial"/>
                <a:ea typeface="Microsoft YaHei"/>
              </a:rPr>
              <a:t>claim</a:t>
            </a:r>
            <a:r>
              <a:rPr sz="1612" b="1">
                <a:solidFill>
                  <a:srgbClr val="168D9D"/>
                </a:solidFill>
                <a:latin typeface="Microsoft YaHei"/>
                <a:ea typeface="Microsoft YaHei"/>
              </a:rPr>
              <a:t> </a:t>
            </a:r>
            <a:r>
              <a:rPr sz="1612" b="1">
                <a:solidFill>
                  <a:srgbClr val="168D9D"/>
                </a:solidFill>
                <a:latin typeface="Arial"/>
                <a:ea typeface="Microsoft YaHei"/>
              </a:rPr>
              <a:t>of</a:t>
            </a:r>
            <a:r>
              <a:rPr sz="1612" b="1">
                <a:solidFill>
                  <a:srgbClr val="168D9D"/>
                </a:solidFill>
                <a:latin typeface="Microsoft YaHei"/>
                <a:ea typeface="Microsoft YaHei"/>
              </a:rPr>
              <a:t> </a:t>
            </a:r>
            <a:r>
              <a:rPr sz="1612" b="1">
                <a:solidFill>
                  <a:srgbClr val="168D9D"/>
                </a:solidFill>
                <a:latin typeface="Arial"/>
                <a:ea typeface="Microsoft YaHei"/>
              </a:rPr>
              <a:t>zero-skew</a:t>
            </a:r>
            <a:r>
              <a:rPr sz="1612" b="1">
                <a:solidFill>
                  <a:srgbClr val="168D9D"/>
                </a:solidFill>
                <a:latin typeface="Microsoft YaHei"/>
                <a:ea typeface="Microsoft YaHei"/>
              </a:rPr>
              <a:t> </a:t>
            </a:r>
            <a:r>
              <a:rPr sz="1612" b="1">
                <a:solidFill>
                  <a:srgbClr val="168D9D"/>
                </a:solidFill>
                <a:latin typeface="Arial"/>
                <a:ea typeface="Microsoft YaHei"/>
              </a:rPr>
              <a:t>sampling.</a:t>
            </a:r>
          </a:p>
        </p:txBody>
      </p:sp>
      <p:cxnSp>
        <p:nvCxnSpPr>
          <p:cNvPr id="46" name="Connector 45"/>
          <p:cNvCxnSpPr/>
          <p:nvPr/>
        </p:nvCxnSpPr>
        <p:spPr>
          <a:xfrm>
            <a:off x="514350" y="6543675"/>
            <a:ext cx="11163300" cy="0"/>
          </a:xfrm>
          <a:prstGeom prst="line">
            <a:avLst/>
          </a:prstGeom>
          <a:ln w="9525">
            <a:solidFill>
              <a:srgbClr val="D9E3EE"/>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23875" y="6619875"/>
            <a:ext cx="3609184"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LabOS</a:t>
            </a:r>
            <a:r>
              <a:rPr sz="825" b="0">
                <a:solidFill>
                  <a:srgbClr val="62758C"/>
                </a:solidFill>
                <a:latin typeface="Microsoft YaHei"/>
                <a:ea typeface="Microsoft YaHei"/>
              </a:rPr>
              <a:t>  </a:t>
            </a:r>
            <a:r>
              <a:rPr sz="825" b="0">
                <a:solidFill>
                  <a:srgbClr val="62758C"/>
                </a:solidFill>
                <a:latin typeface="Arial"/>
                <a:ea typeface="Microsoft YaHei"/>
              </a:rPr>
              <a:t>|</a:t>
            </a:r>
            <a:r>
              <a:rPr sz="825" b="0">
                <a:solidFill>
                  <a:srgbClr val="62758C"/>
                </a:solidFill>
                <a:latin typeface="Microsoft YaHei"/>
                <a:ea typeface="Microsoft YaHei"/>
              </a:rPr>
              <a:t>  </a:t>
            </a:r>
            <a:r>
              <a:rPr sz="825" b="0">
                <a:solidFill>
                  <a:srgbClr val="62758C"/>
                </a:solidFill>
                <a:latin typeface="Arial"/>
                <a:ea typeface="Microsoft YaHei"/>
              </a:rPr>
              <a:t>Cross-PC</a:t>
            </a:r>
            <a:r>
              <a:rPr sz="825" b="0">
                <a:solidFill>
                  <a:srgbClr val="62758C"/>
                </a:solidFill>
                <a:latin typeface="Microsoft YaHei"/>
                <a:ea typeface="Microsoft YaHei"/>
              </a:rPr>
              <a:t> </a:t>
            </a:r>
            <a:r>
              <a:rPr sz="825" b="0">
                <a:solidFill>
                  <a:srgbClr val="62758C"/>
                </a:solidFill>
                <a:latin typeface="Arial"/>
                <a:ea typeface="Microsoft YaHei"/>
              </a:rPr>
              <a:t>nonlinear</a:t>
            </a:r>
            <a:r>
              <a:rPr sz="825" b="0">
                <a:solidFill>
                  <a:srgbClr val="62758C"/>
                </a:solidFill>
                <a:latin typeface="Microsoft YaHei"/>
                <a:ea typeface="Microsoft YaHei"/>
              </a:rPr>
              <a:t> </a:t>
            </a:r>
            <a:r>
              <a:rPr sz="825" b="0">
                <a:solidFill>
                  <a:srgbClr val="62758C"/>
                </a:solidFill>
                <a:latin typeface="Arial"/>
                <a:ea typeface="Microsoft YaHei"/>
              </a:rPr>
              <a:t>Hall</a:t>
            </a:r>
            <a:r>
              <a:rPr sz="825" b="0">
                <a:solidFill>
                  <a:srgbClr val="62758C"/>
                </a:solidFill>
                <a:latin typeface="Microsoft YaHei"/>
                <a:ea typeface="Microsoft YaHei"/>
              </a:rPr>
              <a:t> </a:t>
            </a:r>
            <a:r>
              <a:rPr sz="825" b="0">
                <a:solidFill>
                  <a:srgbClr val="62758C"/>
                </a:solidFill>
                <a:latin typeface="Arial"/>
                <a:ea typeface="Microsoft YaHei"/>
              </a:rPr>
              <a:t>and</a:t>
            </a:r>
            <a:r>
              <a:rPr sz="825" b="0">
                <a:solidFill>
                  <a:srgbClr val="62758C"/>
                </a:solidFill>
                <a:latin typeface="Microsoft YaHei"/>
                <a:ea typeface="Microsoft YaHei"/>
              </a:rPr>
              <a:t> </a:t>
            </a:r>
            <a:r>
              <a:rPr sz="825" b="0">
                <a:solidFill>
                  <a:srgbClr val="62758C"/>
                </a:solidFill>
                <a:latin typeface="Arial"/>
                <a:ea typeface="Microsoft YaHei"/>
              </a:rPr>
              <a:t>BVPE</a:t>
            </a:r>
            <a:r>
              <a:rPr sz="825" b="0">
                <a:solidFill>
                  <a:srgbClr val="62758C"/>
                </a:solidFill>
                <a:latin typeface="Microsoft YaHei"/>
                <a:ea typeface="Microsoft YaHei"/>
              </a:rPr>
              <a:t> </a:t>
            </a:r>
            <a:r>
              <a:rPr sz="825" b="0">
                <a:solidFill>
                  <a:srgbClr val="62758C"/>
                </a:solidFill>
                <a:latin typeface="Arial"/>
                <a:ea typeface="Microsoft YaHei"/>
              </a:rPr>
              <a:t>measurement</a:t>
            </a:r>
            <a:r>
              <a:rPr sz="825" b="0">
                <a:solidFill>
                  <a:srgbClr val="62758C"/>
                </a:solidFill>
                <a:latin typeface="Microsoft YaHei"/>
                <a:ea typeface="Microsoft YaHei"/>
              </a:rPr>
              <a:t> </a:t>
            </a:r>
            <a:r>
              <a:rPr sz="825" b="0">
                <a:solidFill>
                  <a:srgbClr val="62758C"/>
                </a:solidFill>
                <a:latin typeface="Arial"/>
                <a:ea typeface="Microsoft YaHei"/>
              </a:rPr>
              <a:t>workflows</a:t>
            </a:r>
          </a:p>
        </p:txBody>
      </p:sp>
      <p:sp>
        <p:nvSpPr>
          <p:cNvPr id="48" name="TextBox 47"/>
          <p:cNvSpPr txBox="1"/>
          <p:nvPr/>
        </p:nvSpPr>
        <p:spPr>
          <a:xfrm>
            <a:off x="11348256" y="6600825"/>
            <a:ext cx="405593"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62758C"/>
                </a:solidFill>
                <a:latin typeface="Arial"/>
                <a:ea typeface="Microsoft YaHei"/>
              </a:rPr>
              <a:t>08/22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295275"/>
            <a:ext cx="2090411"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08</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PREPARATION</a:t>
            </a:r>
            <a:r>
              <a:rPr sz="975" b="1">
                <a:solidFill>
                  <a:srgbClr val="168D9D"/>
                </a:solidFill>
                <a:latin typeface="Microsoft YaHei"/>
                <a:ea typeface="Microsoft YaHei"/>
              </a:rPr>
              <a:t> </a:t>
            </a:r>
            <a:r>
              <a:rPr sz="975" b="1">
                <a:solidFill>
                  <a:srgbClr val="168D9D"/>
                </a:solidFill>
                <a:latin typeface="Arial"/>
                <a:ea typeface="Microsoft YaHei"/>
              </a:rPr>
              <a:t>MANIFEST</a:t>
            </a:r>
          </a:p>
        </p:txBody>
      </p:sp>
      <p:sp>
        <p:nvSpPr>
          <p:cNvPr id="4" name="TextBox 3"/>
          <p:cNvSpPr txBox="1"/>
          <p:nvPr/>
        </p:nvSpPr>
        <p:spPr>
          <a:xfrm>
            <a:off x="514350" y="676275"/>
            <a:ext cx="10337080" cy="480059"/>
          </a:xfrm>
          <a:prstGeom prst="rect">
            <a:avLst/>
          </a:prstGeom>
          <a:noFill/>
        </p:spPr>
        <p:txBody>
          <a:bodyPr wrap="none" lIns="0" rIns="0" tIns="0" bIns="0">
            <a:spAutoFit/>
          </a:bodyPr>
          <a:lstStyle/>
          <a:p>
            <a:pPr>
              <a:lnSpc>
                <a:spcPts val="3645"/>
              </a:lnSpc>
              <a:spcBef>
                <a:spcPts val="0"/>
              </a:spcBef>
              <a:spcAft>
                <a:spcPts val="0"/>
              </a:spcAft>
            </a:pPr>
            <a:r>
              <a:rPr sz="2700" b="1">
                <a:solidFill>
                  <a:srgbClr val="11233E"/>
                </a:solidFill>
                <a:latin typeface="Arial"/>
                <a:ea typeface="Microsoft YaHei"/>
              </a:rPr>
              <a:t>Translate</a:t>
            </a:r>
            <a:r>
              <a:rPr sz="2700" b="1">
                <a:solidFill>
                  <a:srgbClr val="11233E"/>
                </a:solidFill>
                <a:latin typeface="Microsoft YaHei"/>
                <a:ea typeface="Microsoft YaHei"/>
              </a:rPr>
              <a:t> </a:t>
            </a:r>
            <a:r>
              <a:rPr sz="2700" b="1">
                <a:solidFill>
                  <a:srgbClr val="11233E"/>
                </a:solidFill>
                <a:latin typeface="Arial"/>
                <a:ea typeface="Microsoft YaHei"/>
              </a:rPr>
              <a:t>the</a:t>
            </a:r>
            <a:r>
              <a:rPr sz="2700" b="1">
                <a:solidFill>
                  <a:srgbClr val="11233E"/>
                </a:solidFill>
                <a:latin typeface="Microsoft YaHei"/>
                <a:ea typeface="Microsoft YaHei"/>
              </a:rPr>
              <a:t> </a:t>
            </a:r>
            <a:r>
              <a:rPr sz="2700" b="1">
                <a:solidFill>
                  <a:srgbClr val="11233E"/>
                </a:solidFill>
                <a:latin typeface="Arial"/>
                <a:ea typeface="Microsoft YaHei"/>
              </a:rPr>
              <a:t>apparatus</a:t>
            </a:r>
            <a:r>
              <a:rPr sz="2700" b="1">
                <a:solidFill>
                  <a:srgbClr val="11233E"/>
                </a:solidFill>
                <a:latin typeface="Microsoft YaHei"/>
                <a:ea typeface="Microsoft YaHei"/>
              </a:rPr>
              <a:t> </a:t>
            </a:r>
            <a:r>
              <a:rPr sz="2700" b="1">
                <a:solidFill>
                  <a:srgbClr val="11233E"/>
                </a:solidFill>
                <a:latin typeface="Arial"/>
                <a:ea typeface="Microsoft YaHei"/>
              </a:rPr>
              <a:t>into</a:t>
            </a:r>
            <a:r>
              <a:rPr sz="2700" b="1">
                <a:solidFill>
                  <a:srgbClr val="11233E"/>
                </a:solidFill>
                <a:latin typeface="Microsoft YaHei"/>
                <a:ea typeface="Microsoft YaHei"/>
              </a:rPr>
              <a:t> </a:t>
            </a:r>
            <a:r>
              <a:rPr sz="2700" b="1">
                <a:solidFill>
                  <a:srgbClr val="11233E"/>
                </a:solidFill>
                <a:latin typeface="Arial"/>
                <a:ea typeface="Microsoft YaHei"/>
              </a:rPr>
              <a:t>a</a:t>
            </a:r>
            <a:r>
              <a:rPr sz="2700" b="1">
                <a:solidFill>
                  <a:srgbClr val="11233E"/>
                </a:solidFill>
                <a:latin typeface="Microsoft YaHei"/>
                <a:ea typeface="Microsoft YaHei"/>
              </a:rPr>
              <a:t> </a:t>
            </a:r>
            <a:r>
              <a:rPr sz="2700" b="1">
                <a:solidFill>
                  <a:srgbClr val="11233E"/>
                </a:solidFill>
                <a:latin typeface="Arial"/>
                <a:ea typeface="Microsoft YaHei"/>
              </a:rPr>
              <a:t>reproducible</a:t>
            </a:r>
            <a:r>
              <a:rPr sz="2700" b="1">
                <a:solidFill>
                  <a:srgbClr val="11233E"/>
                </a:solidFill>
                <a:latin typeface="Microsoft YaHei"/>
                <a:ea typeface="Microsoft YaHei"/>
              </a:rPr>
              <a:t> </a:t>
            </a:r>
            <a:r>
              <a:rPr sz="2700" b="1">
                <a:solidFill>
                  <a:srgbClr val="11233E"/>
                </a:solidFill>
                <a:latin typeface="Arial"/>
                <a:ea typeface="Microsoft YaHei"/>
              </a:rPr>
              <a:t>run</a:t>
            </a:r>
            <a:r>
              <a:rPr sz="2700" b="1">
                <a:solidFill>
                  <a:srgbClr val="11233E"/>
                </a:solidFill>
                <a:latin typeface="Microsoft YaHei"/>
                <a:ea typeface="Microsoft YaHei"/>
              </a:rPr>
              <a:t> </a:t>
            </a:r>
            <a:r>
              <a:rPr sz="2700" b="1">
                <a:solidFill>
                  <a:srgbClr val="11233E"/>
                </a:solidFill>
                <a:latin typeface="Arial"/>
                <a:ea typeface="Microsoft YaHei"/>
              </a:rPr>
              <a:t>setup</a:t>
            </a:r>
          </a:p>
        </p:txBody>
      </p:sp>
      <p:sp>
        <p:nvSpPr>
          <p:cNvPr id="5" name="TextBox 4"/>
          <p:cNvSpPr txBox="1"/>
          <p:nvPr/>
        </p:nvSpPr>
        <p:spPr>
          <a:xfrm>
            <a:off x="533400" y="1247775"/>
            <a:ext cx="9696240"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62758C"/>
                </a:solidFill>
                <a:latin typeface="Arial"/>
                <a:ea typeface="Microsoft YaHei"/>
              </a:rPr>
              <a:t>Reusable</a:t>
            </a:r>
            <a:r>
              <a:rPr sz="1425" b="0">
                <a:solidFill>
                  <a:srgbClr val="62758C"/>
                </a:solidFill>
                <a:latin typeface="Microsoft YaHei"/>
                <a:ea typeface="Microsoft YaHei"/>
              </a:rPr>
              <a:t> </a:t>
            </a:r>
            <a:r>
              <a:rPr sz="1425" b="0">
                <a:solidFill>
                  <a:srgbClr val="62758C"/>
                </a:solidFill>
                <a:latin typeface="Arial"/>
                <a:ea typeface="Microsoft YaHei"/>
              </a:rPr>
              <a:t>device</a:t>
            </a:r>
            <a:r>
              <a:rPr sz="1425" b="0">
                <a:solidFill>
                  <a:srgbClr val="62758C"/>
                </a:solidFill>
                <a:latin typeface="Microsoft YaHei"/>
                <a:ea typeface="Microsoft YaHei"/>
              </a:rPr>
              <a:t> </a:t>
            </a:r>
            <a:r>
              <a:rPr sz="1425" b="0">
                <a:solidFill>
                  <a:srgbClr val="62758C"/>
                </a:solidFill>
                <a:latin typeface="Arial"/>
                <a:ea typeface="Microsoft YaHei"/>
              </a:rPr>
              <a:t>capabilities</a:t>
            </a:r>
            <a:r>
              <a:rPr sz="1425" b="0">
                <a:solidFill>
                  <a:srgbClr val="62758C"/>
                </a:solidFill>
                <a:latin typeface="Microsoft YaHei"/>
                <a:ea typeface="Microsoft YaHei"/>
              </a:rPr>
              <a:t> </a:t>
            </a:r>
            <a:r>
              <a:rPr sz="1425" b="0">
                <a:solidFill>
                  <a:srgbClr val="62758C"/>
                </a:solidFill>
                <a:latin typeface="Arial"/>
                <a:ea typeface="Microsoft YaHei"/>
              </a:rPr>
              <a:t>are</a:t>
            </a:r>
            <a:r>
              <a:rPr sz="1425" b="0">
                <a:solidFill>
                  <a:srgbClr val="62758C"/>
                </a:solidFill>
                <a:latin typeface="Microsoft YaHei"/>
                <a:ea typeface="Microsoft YaHei"/>
              </a:rPr>
              <a:t> </a:t>
            </a:r>
            <a:r>
              <a:rPr sz="1425" b="0">
                <a:solidFill>
                  <a:srgbClr val="62758C"/>
                </a:solidFill>
                <a:latin typeface="Arial"/>
                <a:ea typeface="Microsoft YaHei"/>
              </a:rPr>
              <a:t>combined</a:t>
            </a:r>
            <a:r>
              <a:rPr sz="1425" b="0">
                <a:solidFill>
                  <a:srgbClr val="62758C"/>
                </a:solidFill>
                <a:latin typeface="Microsoft YaHei"/>
                <a:ea typeface="Microsoft YaHei"/>
              </a:rPr>
              <a:t> </a:t>
            </a:r>
            <a:r>
              <a:rPr sz="1425" b="0">
                <a:solidFill>
                  <a:srgbClr val="62758C"/>
                </a:solidFill>
                <a:latin typeface="Arial"/>
                <a:ea typeface="Microsoft YaHei"/>
              </a:rPr>
              <a:t>with</a:t>
            </a:r>
            <a:r>
              <a:rPr sz="1425" b="0">
                <a:solidFill>
                  <a:srgbClr val="62758C"/>
                </a:solidFill>
                <a:latin typeface="Microsoft YaHei"/>
                <a:ea typeface="Microsoft YaHei"/>
              </a:rPr>
              <a:t> </a:t>
            </a:r>
            <a:r>
              <a:rPr sz="1425" b="0">
                <a:solidFill>
                  <a:srgbClr val="62758C"/>
                </a:solidFill>
                <a:latin typeface="Arial"/>
                <a:ea typeface="Microsoft YaHei"/>
              </a:rPr>
              <a:t>sample-specific</a:t>
            </a:r>
            <a:r>
              <a:rPr sz="1425" b="0">
                <a:solidFill>
                  <a:srgbClr val="62758C"/>
                </a:solidFill>
                <a:latin typeface="Microsoft YaHei"/>
                <a:ea typeface="Microsoft YaHei"/>
              </a:rPr>
              <a:t> </a:t>
            </a:r>
            <a:r>
              <a:rPr sz="1425" b="0">
                <a:solidFill>
                  <a:srgbClr val="62758C"/>
                </a:solidFill>
                <a:latin typeface="Arial"/>
                <a:ea typeface="Microsoft YaHei"/>
              </a:rPr>
              <a:t>wiring,</a:t>
            </a:r>
            <a:r>
              <a:rPr sz="1425" b="0">
                <a:solidFill>
                  <a:srgbClr val="62758C"/>
                </a:solidFill>
                <a:latin typeface="Microsoft YaHei"/>
                <a:ea typeface="Microsoft YaHei"/>
              </a:rPr>
              <a:t> </a:t>
            </a:r>
            <a:r>
              <a:rPr sz="1425" b="0">
                <a:solidFill>
                  <a:srgbClr val="62758C"/>
                </a:solidFill>
                <a:latin typeface="Arial"/>
                <a:ea typeface="Microsoft YaHei"/>
              </a:rPr>
              <a:t>calibration</a:t>
            </a:r>
            <a:r>
              <a:rPr sz="1425" b="0">
                <a:solidFill>
                  <a:srgbClr val="62758C"/>
                </a:solidFill>
                <a:latin typeface="Microsoft YaHei"/>
                <a:ea typeface="Microsoft YaHei"/>
              </a:rPr>
              <a:t> </a:t>
            </a:r>
            <a:r>
              <a:rPr sz="1425" b="0">
                <a:solidFill>
                  <a:srgbClr val="62758C"/>
                </a:solidFill>
                <a:latin typeface="Arial"/>
                <a:ea typeface="Microsoft YaHei"/>
              </a:rPr>
              <a:t>and</a:t>
            </a:r>
            <a:r>
              <a:rPr sz="1425" b="0">
                <a:solidFill>
                  <a:srgbClr val="62758C"/>
                </a:solidFill>
                <a:latin typeface="Microsoft YaHei"/>
                <a:ea typeface="Microsoft YaHei"/>
              </a:rPr>
              <a:t> </a:t>
            </a:r>
            <a:r>
              <a:rPr sz="1425" b="0">
                <a:solidFill>
                  <a:srgbClr val="62758C"/>
                </a:solidFill>
                <a:latin typeface="Arial"/>
                <a:ea typeface="Microsoft YaHei"/>
              </a:rPr>
              <a:t>experimental</a:t>
            </a:r>
            <a:r>
              <a:rPr sz="1425" b="0">
                <a:solidFill>
                  <a:srgbClr val="62758C"/>
                </a:solidFill>
                <a:latin typeface="Microsoft YaHei"/>
                <a:ea typeface="Microsoft YaHei"/>
              </a:rPr>
              <a:t> </a:t>
            </a:r>
            <a:r>
              <a:rPr sz="1425" b="0">
                <a:solidFill>
                  <a:srgbClr val="62758C"/>
                </a:solidFill>
                <a:latin typeface="Arial"/>
                <a:ea typeface="Microsoft YaHei"/>
              </a:rPr>
              <a:t>limits.</a:t>
            </a:r>
          </a:p>
        </p:txBody>
      </p:sp>
      <p:sp>
        <p:nvSpPr>
          <p:cNvPr id="6" name="Rounded Rectangle 5"/>
          <p:cNvSpPr/>
          <p:nvPr/>
        </p:nvSpPr>
        <p:spPr>
          <a:xfrm>
            <a:off x="514350" y="1857375"/>
            <a:ext cx="11163300" cy="3733800"/>
          </a:xfrm>
          <a:prstGeom prst="roundRect">
            <a:avLst>
              <a:gd name="adj" fmla="val 2551"/>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8650" y="1952625"/>
            <a:ext cx="713700"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168D9D"/>
                </a:solidFill>
                <a:latin typeface="Arial"/>
                <a:ea typeface="Microsoft YaHei"/>
              </a:rPr>
              <a:t>Record</a:t>
            </a:r>
          </a:p>
        </p:txBody>
      </p:sp>
      <p:sp>
        <p:nvSpPr>
          <p:cNvPr id="8" name="TextBox 7"/>
          <p:cNvSpPr txBox="1"/>
          <p:nvPr/>
        </p:nvSpPr>
        <p:spPr>
          <a:xfrm>
            <a:off x="2749677" y="1952625"/>
            <a:ext cx="2072036"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168D9D"/>
                </a:solidFill>
                <a:latin typeface="Arial"/>
                <a:ea typeface="Microsoft YaHei"/>
              </a:rPr>
              <a:t>Configuration</a:t>
            </a:r>
            <a:r>
              <a:rPr sz="1275" b="1">
                <a:solidFill>
                  <a:srgbClr val="168D9D"/>
                </a:solidFill>
                <a:latin typeface="Microsoft YaHei"/>
                <a:ea typeface="Microsoft YaHei"/>
              </a:rPr>
              <a:t> </a:t>
            </a:r>
            <a:r>
              <a:rPr sz="1275" b="1">
                <a:solidFill>
                  <a:srgbClr val="168D9D"/>
                </a:solidFill>
                <a:latin typeface="Arial"/>
                <a:ea typeface="Microsoft YaHei"/>
              </a:rPr>
              <a:t>content</a:t>
            </a:r>
          </a:p>
        </p:txBody>
      </p:sp>
      <p:sp>
        <p:nvSpPr>
          <p:cNvPr id="9" name="TextBox 8"/>
          <p:cNvSpPr txBox="1"/>
          <p:nvPr/>
        </p:nvSpPr>
        <p:spPr>
          <a:xfrm>
            <a:off x="9559290" y="1952625"/>
            <a:ext cx="793635"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168D9D"/>
                </a:solidFill>
                <a:latin typeface="Arial"/>
                <a:ea typeface="Microsoft YaHei"/>
              </a:rPr>
              <a:t>Used</a:t>
            </a:r>
            <a:r>
              <a:rPr sz="1275" b="1">
                <a:solidFill>
                  <a:srgbClr val="168D9D"/>
                </a:solidFill>
                <a:latin typeface="Microsoft YaHei"/>
                <a:ea typeface="Microsoft YaHei"/>
              </a:rPr>
              <a:t> </a:t>
            </a:r>
            <a:r>
              <a:rPr sz="1275" b="1">
                <a:solidFill>
                  <a:srgbClr val="168D9D"/>
                </a:solidFill>
                <a:latin typeface="Arial"/>
                <a:ea typeface="Microsoft YaHei"/>
              </a:rPr>
              <a:t>by</a:t>
            </a:r>
          </a:p>
        </p:txBody>
      </p:sp>
      <p:sp>
        <p:nvSpPr>
          <p:cNvPr id="10" name="Rectangle 9"/>
          <p:cNvSpPr/>
          <p:nvPr/>
        </p:nvSpPr>
        <p:spPr>
          <a:xfrm>
            <a:off x="523875" y="2324100"/>
            <a:ext cx="11144250" cy="466725"/>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8650" y="2409825"/>
            <a:ext cx="1507433"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Device</a:t>
            </a:r>
            <a:r>
              <a:rPr sz="1275" b="0">
                <a:solidFill>
                  <a:srgbClr val="23364D"/>
                </a:solidFill>
                <a:latin typeface="Microsoft YaHei"/>
                <a:ea typeface="Microsoft YaHei"/>
              </a:rPr>
              <a:t> </a:t>
            </a:r>
            <a:r>
              <a:rPr sz="1275" b="0">
                <a:solidFill>
                  <a:srgbClr val="23364D"/>
                </a:solidFill>
                <a:latin typeface="Arial"/>
                <a:ea typeface="Microsoft YaHei"/>
              </a:rPr>
              <a:t>ownership</a:t>
            </a:r>
          </a:p>
        </p:txBody>
      </p:sp>
      <p:sp>
        <p:nvSpPr>
          <p:cNvPr id="12" name="TextBox 11"/>
          <p:cNvSpPr txBox="1"/>
          <p:nvPr/>
        </p:nvSpPr>
        <p:spPr>
          <a:xfrm>
            <a:off x="2749677" y="2409825"/>
            <a:ext cx="4277790"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PC</a:t>
            </a:r>
            <a:r>
              <a:rPr sz="1275" b="0">
                <a:solidFill>
                  <a:srgbClr val="23364D"/>
                </a:solidFill>
                <a:latin typeface="Microsoft YaHei"/>
                <a:ea typeface="Microsoft YaHei"/>
              </a:rPr>
              <a:t> </a:t>
            </a:r>
            <a:r>
              <a:rPr sz="1275" b="0">
                <a:solidFill>
                  <a:srgbClr val="23364D"/>
                </a:solidFill>
                <a:latin typeface="Arial"/>
                <a:ea typeface="Microsoft YaHei"/>
              </a:rPr>
              <a:t>A/B,</a:t>
            </a:r>
            <a:r>
              <a:rPr sz="1275" b="0">
                <a:solidFill>
                  <a:srgbClr val="23364D"/>
                </a:solidFill>
                <a:latin typeface="Microsoft YaHei"/>
                <a:ea typeface="Microsoft YaHei"/>
              </a:rPr>
              <a:t> </a:t>
            </a:r>
            <a:r>
              <a:rPr sz="1275" b="0">
                <a:solidFill>
                  <a:srgbClr val="23364D"/>
                </a:solidFill>
                <a:latin typeface="Arial"/>
                <a:ea typeface="Microsoft YaHei"/>
              </a:rPr>
              <a:t>resource</a:t>
            </a:r>
            <a:r>
              <a:rPr sz="1275" b="0">
                <a:solidFill>
                  <a:srgbClr val="23364D"/>
                </a:solidFill>
                <a:latin typeface="Microsoft YaHei"/>
                <a:ea typeface="Microsoft YaHei"/>
              </a:rPr>
              <a:t> </a:t>
            </a:r>
            <a:r>
              <a:rPr sz="1275" b="0">
                <a:solidFill>
                  <a:srgbClr val="23364D"/>
                </a:solidFill>
                <a:latin typeface="Arial"/>
                <a:ea typeface="Microsoft YaHei"/>
              </a:rPr>
              <a:t>IDs,</a:t>
            </a:r>
            <a:r>
              <a:rPr sz="1275" b="0">
                <a:solidFill>
                  <a:srgbClr val="23364D"/>
                </a:solidFill>
                <a:latin typeface="Microsoft YaHei"/>
                <a:ea typeface="Microsoft YaHei"/>
              </a:rPr>
              <a:t> </a:t>
            </a:r>
            <a:r>
              <a:rPr sz="1275" b="0">
                <a:solidFill>
                  <a:srgbClr val="23364D"/>
                </a:solidFill>
                <a:latin typeface="Arial"/>
                <a:ea typeface="Microsoft YaHei"/>
              </a:rPr>
              <a:t>connection</a:t>
            </a:r>
            <a:r>
              <a:rPr sz="1275" b="0">
                <a:solidFill>
                  <a:srgbClr val="23364D"/>
                </a:solidFill>
                <a:latin typeface="Microsoft YaHei"/>
                <a:ea typeface="Microsoft YaHei"/>
              </a:rPr>
              <a:t> </a:t>
            </a:r>
            <a:r>
              <a:rPr sz="1275" b="0">
                <a:solidFill>
                  <a:srgbClr val="23364D"/>
                </a:solidFill>
                <a:latin typeface="Arial"/>
                <a:ea typeface="Microsoft YaHei"/>
              </a:rPr>
              <a:t>and</a:t>
            </a:r>
            <a:r>
              <a:rPr sz="1275" b="0">
                <a:solidFill>
                  <a:srgbClr val="23364D"/>
                </a:solidFill>
                <a:latin typeface="Microsoft YaHei"/>
                <a:ea typeface="Microsoft YaHei"/>
              </a:rPr>
              <a:t> </a:t>
            </a:r>
            <a:r>
              <a:rPr sz="1275" b="0">
                <a:solidFill>
                  <a:srgbClr val="23364D"/>
                </a:solidFill>
                <a:latin typeface="Arial"/>
                <a:ea typeface="Microsoft YaHei"/>
              </a:rPr>
              <a:t>driver</a:t>
            </a:r>
            <a:r>
              <a:rPr sz="1275" b="0">
                <a:solidFill>
                  <a:srgbClr val="23364D"/>
                </a:solidFill>
                <a:latin typeface="Microsoft YaHei"/>
                <a:ea typeface="Microsoft YaHei"/>
              </a:rPr>
              <a:t> </a:t>
            </a:r>
            <a:r>
              <a:rPr sz="1275" b="0">
                <a:solidFill>
                  <a:srgbClr val="23364D"/>
                </a:solidFill>
                <a:latin typeface="Arial"/>
                <a:ea typeface="Microsoft YaHei"/>
              </a:rPr>
              <a:t>versions</a:t>
            </a:r>
          </a:p>
        </p:txBody>
      </p:sp>
      <p:sp>
        <p:nvSpPr>
          <p:cNvPr id="13" name="TextBox 12"/>
          <p:cNvSpPr txBox="1"/>
          <p:nvPr/>
        </p:nvSpPr>
        <p:spPr>
          <a:xfrm>
            <a:off x="9559290" y="2409825"/>
            <a:ext cx="1419038"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Dispatch</a:t>
            </a:r>
            <a:r>
              <a:rPr sz="1275" b="0">
                <a:solidFill>
                  <a:srgbClr val="23364D"/>
                </a:solidFill>
                <a:latin typeface="Microsoft YaHei"/>
                <a:ea typeface="Microsoft YaHei"/>
              </a:rPr>
              <a:t> </a:t>
            </a:r>
            <a:r>
              <a:rPr sz="1275" b="0">
                <a:solidFill>
                  <a:srgbClr val="23364D"/>
                </a:solidFill>
                <a:latin typeface="Arial"/>
                <a:ea typeface="Microsoft YaHei"/>
              </a:rPr>
              <a:t>+</a:t>
            </a:r>
            <a:r>
              <a:rPr sz="1275" b="0">
                <a:solidFill>
                  <a:srgbClr val="23364D"/>
                </a:solidFill>
                <a:latin typeface="Microsoft YaHei"/>
                <a:ea typeface="Microsoft YaHei"/>
              </a:rPr>
              <a:t> </a:t>
            </a:r>
            <a:r>
              <a:rPr sz="1275" b="0">
                <a:solidFill>
                  <a:srgbClr val="23364D"/>
                </a:solidFill>
                <a:latin typeface="Arial"/>
                <a:ea typeface="Microsoft YaHei"/>
              </a:rPr>
              <a:t>locks</a:t>
            </a:r>
          </a:p>
        </p:txBody>
      </p:sp>
      <p:sp>
        <p:nvSpPr>
          <p:cNvPr id="14" name="TextBox 13"/>
          <p:cNvSpPr txBox="1"/>
          <p:nvPr/>
        </p:nvSpPr>
        <p:spPr>
          <a:xfrm>
            <a:off x="628650" y="2876550"/>
            <a:ext cx="1567127"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Sample</a:t>
            </a:r>
            <a:r>
              <a:rPr sz="1275" b="0">
                <a:solidFill>
                  <a:srgbClr val="23364D"/>
                </a:solidFill>
                <a:latin typeface="Microsoft YaHei"/>
                <a:ea typeface="Microsoft YaHei"/>
              </a:rPr>
              <a:t> </a:t>
            </a:r>
            <a:r>
              <a:rPr sz="1275" b="0">
                <a:solidFill>
                  <a:srgbClr val="23364D"/>
                </a:solidFill>
                <a:latin typeface="Arial"/>
                <a:ea typeface="Microsoft YaHei"/>
              </a:rPr>
              <a:t>and</a:t>
            </a:r>
            <a:r>
              <a:rPr sz="1275" b="0">
                <a:solidFill>
                  <a:srgbClr val="23364D"/>
                </a:solidFill>
                <a:latin typeface="Microsoft YaHei"/>
                <a:ea typeface="Microsoft YaHei"/>
              </a:rPr>
              <a:t> </a:t>
            </a:r>
            <a:r>
              <a:rPr sz="1275" b="0">
                <a:solidFill>
                  <a:srgbClr val="23364D"/>
                </a:solidFill>
                <a:latin typeface="Arial"/>
                <a:ea typeface="Microsoft YaHei"/>
              </a:rPr>
              <a:t>wiring</a:t>
            </a:r>
          </a:p>
        </p:txBody>
      </p:sp>
      <p:sp>
        <p:nvSpPr>
          <p:cNvPr id="15" name="TextBox 14"/>
          <p:cNvSpPr txBox="1"/>
          <p:nvPr/>
        </p:nvSpPr>
        <p:spPr>
          <a:xfrm>
            <a:off x="2749677" y="2876550"/>
            <a:ext cx="4697783"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Sample</a:t>
            </a:r>
            <a:r>
              <a:rPr sz="1275" b="0">
                <a:solidFill>
                  <a:srgbClr val="23364D"/>
                </a:solidFill>
                <a:latin typeface="Microsoft YaHei"/>
                <a:ea typeface="Microsoft YaHei"/>
              </a:rPr>
              <a:t> </a:t>
            </a:r>
            <a:r>
              <a:rPr sz="1275" b="0">
                <a:solidFill>
                  <a:srgbClr val="23364D"/>
                </a:solidFill>
                <a:latin typeface="Arial"/>
                <a:ea typeface="Microsoft YaHei"/>
              </a:rPr>
              <a:t>ID,</a:t>
            </a:r>
            <a:r>
              <a:rPr sz="1275" b="0">
                <a:solidFill>
                  <a:srgbClr val="23364D"/>
                </a:solidFill>
                <a:latin typeface="Microsoft YaHei"/>
                <a:ea typeface="Microsoft YaHei"/>
              </a:rPr>
              <a:t> </a:t>
            </a:r>
            <a:r>
              <a:rPr sz="1275" b="0">
                <a:solidFill>
                  <a:srgbClr val="23364D"/>
                </a:solidFill>
                <a:latin typeface="Arial"/>
                <a:ea typeface="Microsoft YaHei"/>
              </a:rPr>
              <a:t>contacts,</a:t>
            </a:r>
            <a:r>
              <a:rPr sz="1275" b="0">
                <a:solidFill>
                  <a:srgbClr val="23364D"/>
                </a:solidFill>
                <a:latin typeface="Microsoft YaHei"/>
                <a:ea typeface="Microsoft YaHei"/>
              </a:rPr>
              <a:t> </a:t>
            </a:r>
            <a:r>
              <a:rPr sz="1275" b="0">
                <a:solidFill>
                  <a:srgbClr val="23364D"/>
                </a:solidFill>
                <a:latin typeface="Arial"/>
                <a:ea typeface="Microsoft YaHei"/>
              </a:rPr>
              <a:t>Vxx/Vxy</a:t>
            </a:r>
            <a:r>
              <a:rPr sz="1275" b="0">
                <a:solidFill>
                  <a:srgbClr val="23364D"/>
                </a:solidFill>
                <a:latin typeface="Microsoft YaHei"/>
                <a:ea typeface="Microsoft YaHei"/>
              </a:rPr>
              <a:t> </a:t>
            </a:r>
            <a:r>
              <a:rPr sz="1275" b="0">
                <a:solidFill>
                  <a:srgbClr val="23364D"/>
                </a:solidFill>
                <a:latin typeface="Arial"/>
                <a:ea typeface="Microsoft YaHei"/>
              </a:rPr>
              <a:t>mapping,</a:t>
            </a:r>
            <a:r>
              <a:rPr sz="1275" b="0">
                <a:solidFill>
                  <a:srgbClr val="23364D"/>
                </a:solidFill>
                <a:latin typeface="Microsoft YaHei"/>
                <a:ea typeface="Microsoft YaHei"/>
              </a:rPr>
              <a:t> </a:t>
            </a:r>
            <a:r>
              <a:rPr sz="1275" b="0">
                <a:solidFill>
                  <a:srgbClr val="23364D"/>
                </a:solidFill>
                <a:latin typeface="Arial"/>
                <a:ea typeface="Microsoft YaHei"/>
              </a:rPr>
              <a:t>gate,</a:t>
            </a:r>
            <a:r>
              <a:rPr sz="1275" b="0">
                <a:solidFill>
                  <a:srgbClr val="23364D"/>
                </a:solidFill>
                <a:latin typeface="Microsoft YaHei"/>
                <a:ea typeface="Microsoft YaHei"/>
              </a:rPr>
              <a:t> </a:t>
            </a:r>
            <a:r>
              <a:rPr sz="1275" b="0">
                <a:solidFill>
                  <a:srgbClr val="23364D"/>
                </a:solidFill>
                <a:latin typeface="Arial"/>
                <a:ea typeface="Microsoft YaHei"/>
              </a:rPr>
              <a:t>optical</a:t>
            </a:r>
            <a:r>
              <a:rPr sz="1275" b="0">
                <a:solidFill>
                  <a:srgbClr val="23364D"/>
                </a:solidFill>
                <a:latin typeface="Microsoft YaHei"/>
                <a:ea typeface="Microsoft YaHei"/>
              </a:rPr>
              <a:t> </a:t>
            </a:r>
            <a:r>
              <a:rPr sz="1275" b="0">
                <a:solidFill>
                  <a:srgbClr val="23364D"/>
                </a:solidFill>
                <a:latin typeface="Arial"/>
                <a:ea typeface="Microsoft YaHei"/>
              </a:rPr>
              <a:t>path</a:t>
            </a:r>
          </a:p>
        </p:txBody>
      </p:sp>
      <p:sp>
        <p:nvSpPr>
          <p:cNvPr id="16" name="TextBox 15"/>
          <p:cNvSpPr txBox="1"/>
          <p:nvPr/>
        </p:nvSpPr>
        <p:spPr>
          <a:xfrm>
            <a:off x="9559290" y="2876550"/>
            <a:ext cx="853171"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All</a:t>
            </a:r>
            <a:r>
              <a:rPr sz="1275" b="0">
                <a:solidFill>
                  <a:srgbClr val="23364D"/>
                </a:solidFill>
                <a:latin typeface="Microsoft YaHei"/>
                <a:ea typeface="Microsoft YaHei"/>
              </a:rPr>
              <a:t> </a:t>
            </a:r>
            <a:r>
              <a:rPr sz="1275" b="0">
                <a:solidFill>
                  <a:srgbClr val="23364D"/>
                </a:solidFill>
                <a:latin typeface="Arial"/>
                <a:ea typeface="Microsoft YaHei"/>
              </a:rPr>
              <a:t>stages</a:t>
            </a:r>
          </a:p>
        </p:txBody>
      </p:sp>
      <p:sp>
        <p:nvSpPr>
          <p:cNvPr id="17" name="Rectangle 16"/>
          <p:cNvSpPr/>
          <p:nvPr/>
        </p:nvSpPr>
        <p:spPr>
          <a:xfrm>
            <a:off x="523875" y="3257550"/>
            <a:ext cx="11144250" cy="466725"/>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650" y="3343275"/>
            <a:ext cx="1761785"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Electrical</a:t>
            </a:r>
            <a:r>
              <a:rPr sz="1275" b="0">
                <a:solidFill>
                  <a:srgbClr val="23364D"/>
                </a:solidFill>
                <a:latin typeface="Microsoft YaHei"/>
                <a:ea typeface="Microsoft YaHei"/>
              </a:rPr>
              <a:t> </a:t>
            </a:r>
            <a:r>
              <a:rPr sz="1275" b="0">
                <a:solidFill>
                  <a:srgbClr val="23364D"/>
                </a:solidFill>
                <a:latin typeface="Arial"/>
                <a:ea typeface="Microsoft YaHei"/>
              </a:rPr>
              <a:t>convention</a:t>
            </a:r>
          </a:p>
        </p:txBody>
      </p:sp>
      <p:sp>
        <p:nvSpPr>
          <p:cNvPr id="19" name="TextBox 18"/>
          <p:cNvSpPr txBox="1"/>
          <p:nvPr/>
        </p:nvSpPr>
        <p:spPr>
          <a:xfrm>
            <a:off x="2749677" y="3343275"/>
            <a:ext cx="4555940"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Rs</a:t>
            </a:r>
            <a:r>
              <a:rPr sz="1275" b="0">
                <a:solidFill>
                  <a:srgbClr val="23364D"/>
                </a:solidFill>
                <a:latin typeface="Microsoft YaHei"/>
                <a:ea typeface="Microsoft YaHei"/>
              </a:rPr>
              <a:t> </a:t>
            </a:r>
            <a:r>
              <a:rPr sz="1275" b="0">
                <a:solidFill>
                  <a:srgbClr val="23364D"/>
                </a:solidFill>
                <a:latin typeface="Arial"/>
                <a:ea typeface="Microsoft YaHei"/>
              </a:rPr>
              <a:t>calibration,</a:t>
            </a:r>
            <a:r>
              <a:rPr sz="1275" b="0">
                <a:solidFill>
                  <a:srgbClr val="23364D"/>
                </a:solidFill>
                <a:latin typeface="Microsoft YaHei"/>
                <a:ea typeface="Microsoft YaHei"/>
              </a:rPr>
              <a:t> </a:t>
            </a:r>
            <a:r>
              <a:rPr sz="1275" b="0">
                <a:solidFill>
                  <a:srgbClr val="23364D"/>
                </a:solidFill>
                <a:latin typeface="Arial"/>
                <a:ea typeface="Microsoft YaHei"/>
              </a:rPr>
              <a:t>actual</a:t>
            </a:r>
            <a:r>
              <a:rPr sz="1275" b="0">
                <a:solidFill>
                  <a:srgbClr val="23364D"/>
                </a:solidFill>
                <a:latin typeface="Microsoft YaHei"/>
                <a:ea typeface="Microsoft YaHei"/>
              </a:rPr>
              <a:t> </a:t>
            </a:r>
            <a:r>
              <a:rPr sz="1275" b="0">
                <a:solidFill>
                  <a:srgbClr val="23364D"/>
                </a:solidFill>
                <a:latin typeface="Arial"/>
                <a:ea typeface="Microsoft YaHei"/>
              </a:rPr>
              <a:t>I,</a:t>
            </a:r>
            <a:r>
              <a:rPr sz="1275" b="0">
                <a:solidFill>
                  <a:srgbClr val="23364D"/>
                </a:solidFill>
                <a:latin typeface="Microsoft YaHei"/>
                <a:ea typeface="Microsoft YaHei"/>
              </a:rPr>
              <a:t> </a:t>
            </a:r>
            <a:r>
              <a:rPr sz="1275" b="0">
                <a:solidFill>
                  <a:srgbClr val="23364D"/>
                </a:solidFill>
                <a:latin typeface="Arial"/>
                <a:ea typeface="Microsoft YaHei"/>
              </a:rPr>
              <a:t>RMS/peak,</a:t>
            </a:r>
            <a:r>
              <a:rPr sz="1275" b="0">
                <a:solidFill>
                  <a:srgbClr val="23364D"/>
                </a:solidFill>
                <a:latin typeface="Microsoft YaHei"/>
                <a:ea typeface="Microsoft YaHei"/>
              </a:rPr>
              <a:t> </a:t>
            </a:r>
            <a:r>
              <a:rPr sz="1275" b="0">
                <a:solidFill>
                  <a:srgbClr val="23364D"/>
                </a:solidFill>
                <a:latin typeface="Arial"/>
                <a:ea typeface="Microsoft YaHei"/>
              </a:rPr>
              <a:t>f_I,</a:t>
            </a:r>
            <a:r>
              <a:rPr sz="1275" b="0">
                <a:solidFill>
                  <a:srgbClr val="23364D"/>
                </a:solidFill>
                <a:latin typeface="Microsoft YaHei"/>
                <a:ea typeface="Microsoft YaHei"/>
              </a:rPr>
              <a:t> </a:t>
            </a:r>
            <a:r>
              <a:rPr sz="1275" b="0">
                <a:solidFill>
                  <a:srgbClr val="23364D"/>
                </a:solidFill>
                <a:latin typeface="Arial"/>
                <a:ea typeface="Microsoft YaHei"/>
              </a:rPr>
              <a:t>harmonics,</a:t>
            </a:r>
            <a:r>
              <a:rPr sz="1275" b="0">
                <a:solidFill>
                  <a:srgbClr val="23364D"/>
                </a:solidFill>
                <a:latin typeface="Microsoft YaHei"/>
                <a:ea typeface="Microsoft YaHei"/>
              </a:rPr>
              <a:t> </a:t>
            </a:r>
            <a:r>
              <a:rPr sz="1275" b="0">
                <a:solidFill>
                  <a:srgbClr val="23364D"/>
                </a:solidFill>
                <a:latin typeface="Arial"/>
                <a:ea typeface="Microsoft YaHei"/>
              </a:rPr>
              <a:t>phase</a:t>
            </a:r>
          </a:p>
        </p:txBody>
      </p:sp>
      <p:sp>
        <p:nvSpPr>
          <p:cNvPr id="20" name="TextBox 19"/>
          <p:cNvSpPr txBox="1"/>
          <p:nvPr/>
        </p:nvSpPr>
        <p:spPr>
          <a:xfrm>
            <a:off x="9559290" y="3343275"/>
            <a:ext cx="1085147"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Hall</a:t>
            </a:r>
            <a:r>
              <a:rPr sz="1275" b="0">
                <a:solidFill>
                  <a:srgbClr val="23364D"/>
                </a:solidFill>
                <a:latin typeface="Microsoft YaHei"/>
                <a:ea typeface="Microsoft YaHei"/>
              </a:rPr>
              <a:t> </a:t>
            </a:r>
            <a:r>
              <a:rPr sz="1275" b="0">
                <a:solidFill>
                  <a:srgbClr val="23364D"/>
                </a:solidFill>
                <a:latin typeface="Arial"/>
                <a:ea typeface="Microsoft YaHei"/>
              </a:rPr>
              <a:t>analysis</a:t>
            </a:r>
          </a:p>
        </p:txBody>
      </p:sp>
      <p:sp>
        <p:nvSpPr>
          <p:cNvPr id="21" name="TextBox 20"/>
          <p:cNvSpPr txBox="1"/>
          <p:nvPr/>
        </p:nvSpPr>
        <p:spPr>
          <a:xfrm>
            <a:off x="628650" y="3810000"/>
            <a:ext cx="1589502"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Optical</a:t>
            </a:r>
            <a:r>
              <a:rPr sz="1275" b="0">
                <a:solidFill>
                  <a:srgbClr val="23364D"/>
                </a:solidFill>
                <a:latin typeface="Microsoft YaHei"/>
                <a:ea typeface="Microsoft YaHei"/>
              </a:rPr>
              <a:t> </a:t>
            </a:r>
            <a:r>
              <a:rPr sz="1275" b="0">
                <a:solidFill>
                  <a:srgbClr val="23364D"/>
                </a:solidFill>
                <a:latin typeface="Arial"/>
                <a:ea typeface="Microsoft YaHei"/>
              </a:rPr>
              <a:t>convention</a:t>
            </a:r>
          </a:p>
        </p:txBody>
      </p:sp>
      <p:sp>
        <p:nvSpPr>
          <p:cNvPr id="22" name="TextBox 21"/>
          <p:cNvSpPr txBox="1"/>
          <p:nvPr/>
        </p:nvSpPr>
        <p:spPr>
          <a:xfrm>
            <a:off x="2749677" y="3810000"/>
            <a:ext cx="4994750"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Source,</a:t>
            </a:r>
            <a:r>
              <a:rPr sz="1275" b="0">
                <a:solidFill>
                  <a:srgbClr val="23364D"/>
                </a:solidFill>
                <a:latin typeface="Microsoft YaHei"/>
                <a:ea typeface="Microsoft YaHei"/>
              </a:rPr>
              <a:t> </a:t>
            </a:r>
            <a:r>
              <a:rPr sz="1275" b="0">
                <a:solidFill>
                  <a:srgbClr val="23364D"/>
                </a:solidFill>
                <a:latin typeface="Arial"/>
                <a:ea typeface="Microsoft YaHei"/>
              </a:rPr>
              <a:t>excitation</a:t>
            </a:r>
            <a:r>
              <a:rPr sz="1275" b="0">
                <a:solidFill>
                  <a:srgbClr val="23364D"/>
                </a:solidFill>
                <a:latin typeface="Microsoft YaHei"/>
                <a:ea typeface="Microsoft YaHei"/>
              </a:rPr>
              <a:t> </a:t>
            </a:r>
            <a:r>
              <a:rPr sz="1275" b="0">
                <a:solidFill>
                  <a:srgbClr val="23364D"/>
                </a:solidFill>
                <a:latin typeface="Arial"/>
                <a:ea typeface="Microsoft YaHei"/>
              </a:rPr>
              <a:t>spectrum,</a:t>
            </a:r>
            <a:r>
              <a:rPr sz="1275" b="0">
                <a:solidFill>
                  <a:srgbClr val="23364D"/>
                </a:solidFill>
                <a:latin typeface="Microsoft YaHei"/>
                <a:ea typeface="Microsoft YaHei"/>
              </a:rPr>
              <a:t> </a:t>
            </a:r>
            <a:r>
              <a:rPr sz="1275" b="0">
                <a:solidFill>
                  <a:srgbClr val="23364D"/>
                </a:solidFill>
                <a:latin typeface="Arial"/>
                <a:ea typeface="Microsoft YaHei"/>
              </a:rPr>
              <a:t>PD</a:t>
            </a:r>
            <a:r>
              <a:rPr sz="1275" b="0">
                <a:solidFill>
                  <a:srgbClr val="23364D"/>
                </a:solidFill>
                <a:latin typeface="Microsoft YaHei"/>
                <a:ea typeface="Microsoft YaHei"/>
              </a:rPr>
              <a:t> </a:t>
            </a:r>
            <a:r>
              <a:rPr sz="1275" b="0">
                <a:solidFill>
                  <a:srgbClr val="23364D"/>
                </a:solidFill>
                <a:latin typeface="Arial"/>
                <a:ea typeface="Microsoft YaHei"/>
              </a:rPr>
              <a:t>calibration,</a:t>
            </a:r>
            <a:r>
              <a:rPr sz="1275" b="0">
                <a:solidFill>
                  <a:srgbClr val="23364D"/>
                </a:solidFill>
                <a:latin typeface="Microsoft YaHei"/>
                <a:ea typeface="Microsoft YaHei"/>
              </a:rPr>
              <a:t> </a:t>
            </a:r>
            <a:r>
              <a:rPr sz="1275" b="0">
                <a:solidFill>
                  <a:srgbClr val="23364D"/>
                </a:solidFill>
                <a:latin typeface="Arial"/>
                <a:ea typeface="Microsoft YaHei"/>
              </a:rPr>
              <a:t>polarization</a:t>
            </a:r>
            <a:r>
              <a:rPr sz="1275" b="0">
                <a:solidFill>
                  <a:srgbClr val="23364D"/>
                </a:solidFill>
                <a:latin typeface="Microsoft YaHei"/>
                <a:ea typeface="Microsoft YaHei"/>
              </a:rPr>
              <a:t> </a:t>
            </a:r>
            <a:r>
              <a:rPr sz="1275" b="0">
                <a:solidFill>
                  <a:srgbClr val="23364D"/>
                </a:solidFill>
                <a:latin typeface="Arial"/>
                <a:ea typeface="Microsoft YaHei"/>
              </a:rPr>
              <a:t>zero</a:t>
            </a:r>
          </a:p>
        </p:txBody>
      </p:sp>
      <p:sp>
        <p:nvSpPr>
          <p:cNvPr id="23" name="TextBox 22"/>
          <p:cNvSpPr txBox="1"/>
          <p:nvPr/>
        </p:nvSpPr>
        <p:spPr>
          <a:xfrm>
            <a:off x="9559290" y="3810000"/>
            <a:ext cx="1195996"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BVPE</a:t>
            </a:r>
            <a:r>
              <a:rPr sz="1275" b="0">
                <a:solidFill>
                  <a:srgbClr val="23364D"/>
                </a:solidFill>
                <a:latin typeface="Microsoft YaHei"/>
                <a:ea typeface="Microsoft YaHei"/>
              </a:rPr>
              <a:t> </a:t>
            </a:r>
            <a:r>
              <a:rPr sz="1275" b="0">
                <a:solidFill>
                  <a:srgbClr val="23364D"/>
                </a:solidFill>
                <a:latin typeface="Arial"/>
                <a:ea typeface="Microsoft YaHei"/>
              </a:rPr>
              <a:t>analysis</a:t>
            </a:r>
          </a:p>
        </p:txBody>
      </p:sp>
      <p:sp>
        <p:nvSpPr>
          <p:cNvPr id="24" name="Rectangle 23"/>
          <p:cNvSpPr/>
          <p:nvPr/>
        </p:nvSpPr>
        <p:spPr>
          <a:xfrm>
            <a:off x="523875" y="4191000"/>
            <a:ext cx="11144250" cy="466725"/>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8650" y="4276725"/>
            <a:ext cx="1113690"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Environment</a:t>
            </a:r>
          </a:p>
        </p:txBody>
      </p:sp>
      <p:sp>
        <p:nvSpPr>
          <p:cNvPr id="26" name="TextBox 25"/>
          <p:cNvSpPr txBox="1"/>
          <p:nvPr/>
        </p:nvSpPr>
        <p:spPr>
          <a:xfrm>
            <a:off x="2749677" y="4276725"/>
            <a:ext cx="3774620"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T/B/Vg</a:t>
            </a:r>
            <a:r>
              <a:rPr sz="1275" b="0">
                <a:solidFill>
                  <a:srgbClr val="23364D"/>
                </a:solidFill>
                <a:latin typeface="Microsoft YaHei"/>
                <a:ea typeface="Microsoft YaHei"/>
              </a:rPr>
              <a:t> </a:t>
            </a:r>
            <a:r>
              <a:rPr sz="1275" b="0">
                <a:solidFill>
                  <a:srgbClr val="23364D"/>
                </a:solidFill>
                <a:latin typeface="Arial"/>
                <a:ea typeface="Microsoft YaHei"/>
              </a:rPr>
              <a:t>targets,</a:t>
            </a:r>
            <a:r>
              <a:rPr sz="1275" b="0">
                <a:solidFill>
                  <a:srgbClr val="23364D"/>
                </a:solidFill>
                <a:latin typeface="Microsoft YaHei"/>
                <a:ea typeface="Microsoft YaHei"/>
              </a:rPr>
              <a:t> </a:t>
            </a:r>
            <a:r>
              <a:rPr sz="1275" b="0">
                <a:solidFill>
                  <a:srgbClr val="23364D"/>
                </a:solidFill>
                <a:latin typeface="Arial"/>
                <a:ea typeface="Microsoft YaHei"/>
              </a:rPr>
              <a:t>readbacks</a:t>
            </a:r>
            <a:r>
              <a:rPr sz="1275" b="0">
                <a:solidFill>
                  <a:srgbClr val="23364D"/>
                </a:solidFill>
                <a:latin typeface="Microsoft YaHei"/>
                <a:ea typeface="Microsoft YaHei"/>
              </a:rPr>
              <a:t> </a:t>
            </a:r>
            <a:r>
              <a:rPr sz="1275" b="0">
                <a:solidFill>
                  <a:srgbClr val="23364D"/>
                </a:solidFill>
                <a:latin typeface="Arial"/>
                <a:ea typeface="Microsoft YaHei"/>
              </a:rPr>
              <a:t>and</a:t>
            </a:r>
            <a:r>
              <a:rPr sz="1275" b="0">
                <a:solidFill>
                  <a:srgbClr val="23364D"/>
                </a:solidFill>
                <a:latin typeface="Microsoft YaHei"/>
                <a:ea typeface="Microsoft YaHei"/>
              </a:rPr>
              <a:t> </a:t>
            </a:r>
            <a:r>
              <a:rPr sz="1275" b="0">
                <a:solidFill>
                  <a:srgbClr val="23364D"/>
                </a:solidFill>
                <a:latin typeface="Arial"/>
                <a:ea typeface="Microsoft YaHei"/>
              </a:rPr>
              <a:t>settling</a:t>
            </a:r>
            <a:r>
              <a:rPr sz="1275" b="0">
                <a:solidFill>
                  <a:srgbClr val="23364D"/>
                </a:solidFill>
                <a:latin typeface="Microsoft YaHei"/>
                <a:ea typeface="Microsoft YaHei"/>
              </a:rPr>
              <a:t> </a:t>
            </a:r>
            <a:r>
              <a:rPr sz="1275" b="0">
                <a:solidFill>
                  <a:srgbClr val="23364D"/>
                </a:solidFill>
                <a:latin typeface="Arial"/>
                <a:ea typeface="Microsoft YaHei"/>
              </a:rPr>
              <a:t>criteria</a:t>
            </a:r>
          </a:p>
        </p:txBody>
      </p:sp>
      <p:sp>
        <p:nvSpPr>
          <p:cNvPr id="27" name="TextBox 26"/>
          <p:cNvSpPr txBox="1"/>
          <p:nvPr/>
        </p:nvSpPr>
        <p:spPr>
          <a:xfrm>
            <a:off x="9559290" y="4276725"/>
            <a:ext cx="1072734"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Point</a:t>
            </a:r>
            <a:r>
              <a:rPr sz="1275" b="0">
                <a:solidFill>
                  <a:srgbClr val="23364D"/>
                </a:solidFill>
                <a:latin typeface="Microsoft YaHei"/>
                <a:ea typeface="Microsoft YaHei"/>
              </a:rPr>
              <a:t> </a:t>
            </a:r>
            <a:r>
              <a:rPr sz="1275" b="0">
                <a:solidFill>
                  <a:srgbClr val="23364D"/>
                </a:solidFill>
                <a:latin typeface="Arial"/>
                <a:ea typeface="Microsoft YaHei"/>
              </a:rPr>
              <a:t>barrier</a:t>
            </a:r>
          </a:p>
        </p:txBody>
      </p:sp>
      <p:sp>
        <p:nvSpPr>
          <p:cNvPr id="28" name="TextBox 27"/>
          <p:cNvSpPr txBox="1"/>
          <p:nvPr/>
        </p:nvSpPr>
        <p:spPr>
          <a:xfrm>
            <a:off x="628650" y="4743450"/>
            <a:ext cx="1372706"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Action</a:t>
            </a:r>
            <a:r>
              <a:rPr sz="1275" b="0">
                <a:solidFill>
                  <a:srgbClr val="23364D"/>
                </a:solidFill>
                <a:latin typeface="Microsoft YaHei"/>
                <a:ea typeface="Microsoft YaHei"/>
              </a:rPr>
              <a:t> </a:t>
            </a:r>
            <a:r>
              <a:rPr sz="1275" b="0">
                <a:solidFill>
                  <a:srgbClr val="23364D"/>
                </a:solidFill>
                <a:latin typeface="Arial"/>
                <a:ea typeface="Microsoft YaHei"/>
              </a:rPr>
              <a:t>envelope</a:t>
            </a:r>
          </a:p>
        </p:txBody>
      </p:sp>
      <p:sp>
        <p:nvSpPr>
          <p:cNvPr id="29" name="TextBox 28"/>
          <p:cNvSpPr txBox="1"/>
          <p:nvPr/>
        </p:nvSpPr>
        <p:spPr>
          <a:xfrm>
            <a:off x="2749677" y="4743450"/>
            <a:ext cx="4432124"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Approved</a:t>
            </a:r>
            <a:r>
              <a:rPr sz="1275" b="0">
                <a:solidFill>
                  <a:srgbClr val="23364D"/>
                </a:solidFill>
                <a:latin typeface="Microsoft YaHei"/>
                <a:ea typeface="Microsoft YaHei"/>
              </a:rPr>
              <a:t> </a:t>
            </a:r>
            <a:r>
              <a:rPr sz="1275" b="0">
                <a:solidFill>
                  <a:srgbClr val="23364D"/>
                </a:solidFill>
                <a:latin typeface="Arial"/>
                <a:ea typeface="Microsoft YaHei"/>
              </a:rPr>
              <a:t>drive,</a:t>
            </a:r>
            <a:r>
              <a:rPr sz="1275" b="0">
                <a:solidFill>
                  <a:srgbClr val="23364D"/>
                </a:solidFill>
                <a:latin typeface="Microsoft YaHei"/>
                <a:ea typeface="Microsoft YaHei"/>
              </a:rPr>
              <a:t> </a:t>
            </a:r>
            <a:r>
              <a:rPr sz="1275" b="0">
                <a:solidFill>
                  <a:srgbClr val="23364D"/>
                </a:solidFill>
                <a:latin typeface="Arial"/>
                <a:ea typeface="Microsoft YaHei"/>
              </a:rPr>
              <a:t>optical</a:t>
            </a:r>
            <a:r>
              <a:rPr sz="1275" b="0">
                <a:solidFill>
                  <a:srgbClr val="23364D"/>
                </a:solidFill>
                <a:latin typeface="Microsoft YaHei"/>
                <a:ea typeface="Microsoft YaHei"/>
              </a:rPr>
              <a:t> </a:t>
            </a:r>
            <a:r>
              <a:rPr sz="1275" b="0">
                <a:solidFill>
                  <a:srgbClr val="23364D"/>
                </a:solidFill>
                <a:latin typeface="Arial"/>
                <a:ea typeface="Microsoft YaHei"/>
              </a:rPr>
              <a:t>power,</a:t>
            </a:r>
            <a:r>
              <a:rPr sz="1275" b="0">
                <a:solidFill>
                  <a:srgbClr val="23364D"/>
                </a:solidFill>
                <a:latin typeface="Microsoft YaHei"/>
                <a:ea typeface="Microsoft YaHei"/>
              </a:rPr>
              <a:t> </a:t>
            </a:r>
            <a:r>
              <a:rPr sz="1275" b="0">
                <a:solidFill>
                  <a:srgbClr val="23364D"/>
                </a:solidFill>
                <a:latin typeface="Arial"/>
                <a:ea typeface="Microsoft YaHei"/>
              </a:rPr>
              <a:t>gate</a:t>
            </a:r>
            <a:r>
              <a:rPr sz="1275" b="0">
                <a:solidFill>
                  <a:srgbClr val="23364D"/>
                </a:solidFill>
                <a:latin typeface="Microsoft YaHei"/>
                <a:ea typeface="Microsoft YaHei"/>
              </a:rPr>
              <a:t> </a:t>
            </a:r>
            <a:r>
              <a:rPr sz="1275" b="0">
                <a:solidFill>
                  <a:srgbClr val="23364D"/>
                </a:solidFill>
                <a:latin typeface="Arial"/>
                <a:ea typeface="Microsoft YaHei"/>
              </a:rPr>
              <a:t>leakage</a:t>
            </a:r>
            <a:r>
              <a:rPr sz="1275" b="0">
                <a:solidFill>
                  <a:srgbClr val="23364D"/>
                </a:solidFill>
                <a:latin typeface="Microsoft YaHei"/>
                <a:ea typeface="Microsoft YaHei"/>
              </a:rPr>
              <a:t> </a:t>
            </a:r>
            <a:r>
              <a:rPr sz="1275" b="0">
                <a:solidFill>
                  <a:srgbClr val="23364D"/>
                </a:solidFill>
                <a:latin typeface="Arial"/>
                <a:ea typeface="Microsoft YaHei"/>
              </a:rPr>
              <a:t>and</a:t>
            </a:r>
            <a:r>
              <a:rPr sz="1275" b="0">
                <a:solidFill>
                  <a:srgbClr val="23364D"/>
                </a:solidFill>
                <a:latin typeface="Microsoft YaHei"/>
                <a:ea typeface="Microsoft YaHei"/>
              </a:rPr>
              <a:t> </a:t>
            </a:r>
            <a:r>
              <a:rPr sz="1275" b="0">
                <a:solidFill>
                  <a:srgbClr val="23364D"/>
                </a:solidFill>
                <a:latin typeface="Arial"/>
                <a:ea typeface="Microsoft YaHei"/>
              </a:rPr>
              <a:t>rates</a:t>
            </a:r>
          </a:p>
        </p:txBody>
      </p:sp>
      <p:sp>
        <p:nvSpPr>
          <p:cNvPr id="30" name="TextBox 29"/>
          <p:cNvSpPr txBox="1"/>
          <p:nvPr/>
        </p:nvSpPr>
        <p:spPr>
          <a:xfrm>
            <a:off x="9559290" y="4743450"/>
            <a:ext cx="1349303"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Validation</a:t>
            </a:r>
            <a:r>
              <a:rPr sz="1275" b="0">
                <a:solidFill>
                  <a:srgbClr val="23364D"/>
                </a:solidFill>
                <a:latin typeface="Microsoft YaHei"/>
                <a:ea typeface="Microsoft YaHei"/>
              </a:rPr>
              <a:t> </a:t>
            </a:r>
            <a:r>
              <a:rPr sz="1275" b="0">
                <a:solidFill>
                  <a:srgbClr val="23364D"/>
                </a:solidFill>
                <a:latin typeface="Arial"/>
                <a:ea typeface="Microsoft YaHei"/>
              </a:rPr>
              <a:t>+</a:t>
            </a:r>
            <a:r>
              <a:rPr sz="1275" b="0">
                <a:solidFill>
                  <a:srgbClr val="23364D"/>
                </a:solidFill>
                <a:latin typeface="Microsoft YaHei"/>
                <a:ea typeface="Microsoft YaHei"/>
              </a:rPr>
              <a:t> </a:t>
            </a:r>
            <a:r>
              <a:rPr sz="1275" b="0">
                <a:solidFill>
                  <a:srgbClr val="23364D"/>
                </a:solidFill>
                <a:latin typeface="Arial"/>
                <a:ea typeface="Microsoft YaHei"/>
              </a:rPr>
              <a:t>QC</a:t>
            </a:r>
          </a:p>
        </p:txBody>
      </p:sp>
      <p:sp>
        <p:nvSpPr>
          <p:cNvPr id="31" name="Rectangle 30"/>
          <p:cNvSpPr/>
          <p:nvPr/>
        </p:nvSpPr>
        <p:spPr>
          <a:xfrm>
            <a:off x="523875" y="5124450"/>
            <a:ext cx="11144250" cy="466725"/>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8650" y="5210175"/>
            <a:ext cx="1371600"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End-state</a:t>
            </a:r>
            <a:r>
              <a:rPr sz="1275" b="0">
                <a:solidFill>
                  <a:srgbClr val="23364D"/>
                </a:solidFill>
                <a:latin typeface="Microsoft YaHei"/>
                <a:ea typeface="Microsoft YaHei"/>
              </a:rPr>
              <a:t> </a:t>
            </a:r>
            <a:r>
              <a:rPr sz="1275" b="0">
                <a:solidFill>
                  <a:srgbClr val="23364D"/>
                </a:solidFill>
                <a:latin typeface="Arial"/>
                <a:ea typeface="Microsoft YaHei"/>
              </a:rPr>
              <a:t>policy</a:t>
            </a:r>
          </a:p>
        </p:txBody>
      </p:sp>
      <p:sp>
        <p:nvSpPr>
          <p:cNvPr id="33" name="TextBox 32"/>
          <p:cNvSpPr txBox="1"/>
          <p:nvPr/>
        </p:nvSpPr>
        <p:spPr>
          <a:xfrm>
            <a:off x="2749677" y="5210175"/>
            <a:ext cx="4713754"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Excitation</a:t>
            </a:r>
            <a:r>
              <a:rPr sz="1275" b="0">
                <a:solidFill>
                  <a:srgbClr val="23364D"/>
                </a:solidFill>
                <a:latin typeface="Microsoft YaHei"/>
                <a:ea typeface="Microsoft YaHei"/>
              </a:rPr>
              <a:t> </a:t>
            </a:r>
            <a:r>
              <a:rPr sz="1275" b="0">
                <a:solidFill>
                  <a:srgbClr val="23364D"/>
                </a:solidFill>
                <a:latin typeface="Arial"/>
                <a:ea typeface="Microsoft YaHei"/>
              </a:rPr>
              <a:t>off;</a:t>
            </a:r>
            <a:r>
              <a:rPr sz="1275" b="0">
                <a:solidFill>
                  <a:srgbClr val="23364D"/>
                </a:solidFill>
                <a:latin typeface="Microsoft YaHei"/>
                <a:ea typeface="Microsoft YaHei"/>
              </a:rPr>
              <a:t> </a:t>
            </a:r>
            <a:r>
              <a:rPr sz="1275" b="0">
                <a:solidFill>
                  <a:srgbClr val="23364D"/>
                </a:solidFill>
                <a:latin typeface="Arial"/>
                <a:ea typeface="Microsoft YaHei"/>
              </a:rPr>
              <a:t>gate</a:t>
            </a:r>
            <a:r>
              <a:rPr sz="1275" b="0">
                <a:solidFill>
                  <a:srgbClr val="23364D"/>
                </a:solidFill>
                <a:latin typeface="Microsoft YaHei"/>
                <a:ea typeface="Microsoft YaHei"/>
              </a:rPr>
              <a:t> </a:t>
            </a:r>
            <a:r>
              <a:rPr sz="1275" b="0">
                <a:solidFill>
                  <a:srgbClr val="23364D"/>
                </a:solidFill>
                <a:latin typeface="Arial"/>
                <a:ea typeface="Microsoft YaHei"/>
              </a:rPr>
              <a:t>and</a:t>
            </a:r>
            <a:r>
              <a:rPr sz="1275" b="0">
                <a:solidFill>
                  <a:srgbClr val="23364D"/>
                </a:solidFill>
                <a:latin typeface="Microsoft YaHei"/>
                <a:ea typeface="Microsoft YaHei"/>
              </a:rPr>
              <a:t> </a:t>
            </a:r>
            <a:r>
              <a:rPr sz="1275" b="0">
                <a:solidFill>
                  <a:srgbClr val="23364D"/>
                </a:solidFill>
                <a:latin typeface="Arial"/>
                <a:ea typeface="Microsoft YaHei"/>
              </a:rPr>
              <a:t>environment</a:t>
            </a:r>
            <a:r>
              <a:rPr sz="1275" b="0">
                <a:solidFill>
                  <a:srgbClr val="23364D"/>
                </a:solidFill>
                <a:latin typeface="Microsoft YaHei"/>
                <a:ea typeface="Microsoft YaHei"/>
              </a:rPr>
              <a:t> </a:t>
            </a:r>
            <a:r>
              <a:rPr sz="1275" b="0">
                <a:solidFill>
                  <a:srgbClr val="23364D"/>
                </a:solidFill>
                <a:latin typeface="Arial"/>
                <a:ea typeface="Microsoft YaHei"/>
              </a:rPr>
              <a:t>follow</a:t>
            </a:r>
            <a:r>
              <a:rPr sz="1275" b="0">
                <a:solidFill>
                  <a:srgbClr val="23364D"/>
                </a:solidFill>
                <a:latin typeface="Microsoft YaHei"/>
                <a:ea typeface="Microsoft YaHei"/>
              </a:rPr>
              <a:t> </a:t>
            </a:r>
            <a:r>
              <a:rPr sz="1275" b="0">
                <a:solidFill>
                  <a:srgbClr val="23364D"/>
                </a:solidFill>
                <a:latin typeface="Arial"/>
                <a:ea typeface="Microsoft YaHei"/>
              </a:rPr>
              <a:t>defined</a:t>
            </a:r>
            <a:r>
              <a:rPr sz="1275" b="0">
                <a:solidFill>
                  <a:srgbClr val="23364D"/>
                </a:solidFill>
                <a:latin typeface="Microsoft YaHei"/>
                <a:ea typeface="Microsoft YaHei"/>
              </a:rPr>
              <a:t> </a:t>
            </a:r>
            <a:r>
              <a:rPr sz="1275" b="0">
                <a:solidFill>
                  <a:srgbClr val="23364D"/>
                </a:solidFill>
                <a:latin typeface="Arial"/>
                <a:ea typeface="Microsoft YaHei"/>
              </a:rPr>
              <a:t>policy</a:t>
            </a:r>
          </a:p>
        </p:txBody>
      </p:sp>
      <p:sp>
        <p:nvSpPr>
          <p:cNvPr id="34" name="TextBox 33"/>
          <p:cNvSpPr txBox="1"/>
          <p:nvPr/>
        </p:nvSpPr>
        <p:spPr>
          <a:xfrm>
            <a:off x="9559290" y="5210175"/>
            <a:ext cx="1022607"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Run</a:t>
            </a:r>
            <a:r>
              <a:rPr sz="1275" b="0">
                <a:solidFill>
                  <a:srgbClr val="23364D"/>
                </a:solidFill>
                <a:latin typeface="Microsoft YaHei"/>
                <a:ea typeface="Microsoft YaHei"/>
              </a:rPr>
              <a:t> </a:t>
            </a:r>
            <a:r>
              <a:rPr sz="1275" b="0">
                <a:solidFill>
                  <a:srgbClr val="23364D"/>
                </a:solidFill>
                <a:latin typeface="Arial"/>
                <a:ea typeface="Microsoft YaHei"/>
              </a:rPr>
              <a:t>closure</a:t>
            </a:r>
          </a:p>
        </p:txBody>
      </p:sp>
      <p:sp>
        <p:nvSpPr>
          <p:cNvPr id="35" name="Rounded Rectangle 34"/>
          <p:cNvSpPr/>
          <p:nvPr/>
        </p:nvSpPr>
        <p:spPr>
          <a:xfrm>
            <a:off x="514350" y="5886450"/>
            <a:ext cx="11163300" cy="514350"/>
          </a:xfrm>
          <a:prstGeom prst="roundRect">
            <a:avLst>
              <a:gd name="adj" fmla="val 16666"/>
            </a:avLst>
          </a:prstGeom>
          <a:solidFill>
            <a:srgbClr val="E9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5325" y="6000750"/>
            <a:ext cx="10830883" cy="293370"/>
          </a:xfrm>
          <a:prstGeom prst="rect">
            <a:avLst/>
          </a:prstGeom>
          <a:noFill/>
        </p:spPr>
        <p:txBody>
          <a:bodyPr wrap="none" lIns="0" rIns="0" tIns="0" bIns="0">
            <a:spAutoFit/>
          </a:bodyPr>
          <a:lstStyle/>
          <a:p>
            <a:pPr>
              <a:lnSpc>
                <a:spcPts val="2227"/>
              </a:lnSpc>
              <a:spcBef>
                <a:spcPts val="0"/>
              </a:spcBef>
              <a:spcAft>
                <a:spcPts val="0"/>
              </a:spcAft>
            </a:pPr>
            <a:r>
              <a:rPr sz="1650" b="1">
                <a:solidFill>
                  <a:srgbClr val="168D9D"/>
                </a:solidFill>
                <a:latin typeface="Arial"/>
                <a:ea typeface="Microsoft YaHei"/>
              </a:rPr>
              <a:t>A</a:t>
            </a:r>
            <a:r>
              <a:rPr sz="1650" b="1">
                <a:solidFill>
                  <a:srgbClr val="168D9D"/>
                </a:solidFill>
                <a:latin typeface="Microsoft YaHei"/>
                <a:ea typeface="Microsoft YaHei"/>
              </a:rPr>
              <a:t> </a:t>
            </a:r>
            <a:r>
              <a:rPr sz="1650" b="1">
                <a:solidFill>
                  <a:srgbClr val="168D9D"/>
                </a:solidFill>
                <a:latin typeface="Arial"/>
                <a:ea typeface="Microsoft YaHei"/>
              </a:rPr>
              <a:t>setup</a:t>
            </a:r>
            <a:r>
              <a:rPr sz="1650" b="1">
                <a:solidFill>
                  <a:srgbClr val="168D9D"/>
                </a:solidFill>
                <a:latin typeface="Microsoft YaHei"/>
                <a:ea typeface="Microsoft YaHei"/>
              </a:rPr>
              <a:t> </a:t>
            </a:r>
            <a:r>
              <a:rPr sz="1650" b="1">
                <a:solidFill>
                  <a:srgbClr val="168D9D"/>
                </a:solidFill>
                <a:latin typeface="Arial"/>
                <a:ea typeface="Microsoft YaHei"/>
              </a:rPr>
              <a:t>is</a:t>
            </a:r>
            <a:r>
              <a:rPr sz="1650" b="1">
                <a:solidFill>
                  <a:srgbClr val="168D9D"/>
                </a:solidFill>
                <a:latin typeface="Microsoft YaHei"/>
                <a:ea typeface="Microsoft YaHei"/>
              </a:rPr>
              <a:t> </a:t>
            </a:r>
            <a:r>
              <a:rPr sz="1650" b="1">
                <a:solidFill>
                  <a:srgbClr val="168D9D"/>
                </a:solidFill>
                <a:latin typeface="Arial"/>
                <a:ea typeface="Microsoft YaHei"/>
              </a:rPr>
              <a:t>both</a:t>
            </a:r>
            <a:r>
              <a:rPr sz="1650" b="1">
                <a:solidFill>
                  <a:srgbClr val="168D9D"/>
                </a:solidFill>
                <a:latin typeface="Microsoft YaHei"/>
                <a:ea typeface="Microsoft YaHei"/>
              </a:rPr>
              <a:t> </a:t>
            </a:r>
            <a:r>
              <a:rPr sz="1650" b="1">
                <a:solidFill>
                  <a:srgbClr val="168D9D"/>
                </a:solidFill>
                <a:latin typeface="Arial"/>
                <a:ea typeface="Microsoft YaHei"/>
              </a:rPr>
              <a:t>a</a:t>
            </a:r>
            <a:r>
              <a:rPr sz="1650" b="1">
                <a:solidFill>
                  <a:srgbClr val="168D9D"/>
                </a:solidFill>
                <a:latin typeface="Microsoft YaHei"/>
                <a:ea typeface="Microsoft YaHei"/>
              </a:rPr>
              <a:t> </a:t>
            </a:r>
            <a:r>
              <a:rPr sz="1650" b="1">
                <a:solidFill>
                  <a:srgbClr val="168D9D"/>
                </a:solidFill>
                <a:latin typeface="Arial"/>
                <a:ea typeface="Microsoft YaHei"/>
              </a:rPr>
              <a:t>resource</a:t>
            </a:r>
            <a:r>
              <a:rPr sz="1650" b="1">
                <a:solidFill>
                  <a:srgbClr val="168D9D"/>
                </a:solidFill>
                <a:latin typeface="Microsoft YaHei"/>
                <a:ea typeface="Microsoft YaHei"/>
              </a:rPr>
              <a:t> </a:t>
            </a:r>
            <a:r>
              <a:rPr sz="1650" b="1">
                <a:solidFill>
                  <a:srgbClr val="168D9D"/>
                </a:solidFill>
                <a:latin typeface="Arial"/>
                <a:ea typeface="Microsoft YaHei"/>
              </a:rPr>
              <a:t>map</a:t>
            </a:r>
            <a:r>
              <a:rPr sz="1650" b="1">
                <a:solidFill>
                  <a:srgbClr val="168D9D"/>
                </a:solidFill>
                <a:latin typeface="Microsoft YaHei"/>
                <a:ea typeface="Microsoft YaHei"/>
              </a:rPr>
              <a:t> </a:t>
            </a:r>
            <a:r>
              <a:rPr sz="1650" b="1">
                <a:solidFill>
                  <a:srgbClr val="168D9D"/>
                </a:solidFill>
                <a:latin typeface="Arial"/>
                <a:ea typeface="Microsoft YaHei"/>
              </a:rPr>
              <a:t>and</a:t>
            </a:r>
            <a:r>
              <a:rPr sz="1650" b="1">
                <a:solidFill>
                  <a:srgbClr val="168D9D"/>
                </a:solidFill>
                <a:latin typeface="Microsoft YaHei"/>
                <a:ea typeface="Microsoft YaHei"/>
              </a:rPr>
              <a:t> </a:t>
            </a:r>
            <a:r>
              <a:rPr sz="1650" b="1">
                <a:solidFill>
                  <a:srgbClr val="168D9D"/>
                </a:solidFill>
                <a:latin typeface="Arial"/>
                <a:ea typeface="Microsoft YaHei"/>
              </a:rPr>
              <a:t>an</a:t>
            </a:r>
            <a:r>
              <a:rPr sz="1650" b="1">
                <a:solidFill>
                  <a:srgbClr val="168D9D"/>
                </a:solidFill>
                <a:latin typeface="Microsoft YaHei"/>
                <a:ea typeface="Microsoft YaHei"/>
              </a:rPr>
              <a:t> </a:t>
            </a:r>
            <a:r>
              <a:rPr sz="1650" b="1">
                <a:solidFill>
                  <a:srgbClr val="168D9D"/>
                </a:solidFill>
                <a:latin typeface="Arial"/>
                <a:ea typeface="Microsoft YaHei"/>
              </a:rPr>
              <a:t>explicit</a:t>
            </a:r>
            <a:r>
              <a:rPr sz="1650" b="1">
                <a:solidFill>
                  <a:srgbClr val="168D9D"/>
                </a:solidFill>
                <a:latin typeface="Microsoft YaHei"/>
                <a:ea typeface="Microsoft YaHei"/>
              </a:rPr>
              <a:t> </a:t>
            </a:r>
            <a:r>
              <a:rPr sz="1650" b="1">
                <a:solidFill>
                  <a:srgbClr val="168D9D"/>
                </a:solidFill>
                <a:latin typeface="Arial"/>
                <a:ea typeface="Microsoft YaHei"/>
              </a:rPr>
              <a:t>statement</a:t>
            </a:r>
            <a:r>
              <a:rPr sz="1650" b="1">
                <a:solidFill>
                  <a:srgbClr val="168D9D"/>
                </a:solidFill>
                <a:latin typeface="Microsoft YaHei"/>
                <a:ea typeface="Microsoft YaHei"/>
              </a:rPr>
              <a:t> </a:t>
            </a:r>
            <a:r>
              <a:rPr sz="1650" b="1">
                <a:solidFill>
                  <a:srgbClr val="168D9D"/>
                </a:solidFill>
                <a:latin typeface="Arial"/>
                <a:ea typeface="Microsoft YaHei"/>
              </a:rPr>
              <a:t>of</a:t>
            </a:r>
            <a:r>
              <a:rPr sz="1650" b="1">
                <a:solidFill>
                  <a:srgbClr val="168D9D"/>
                </a:solidFill>
                <a:latin typeface="Microsoft YaHei"/>
                <a:ea typeface="Microsoft YaHei"/>
              </a:rPr>
              <a:t> </a:t>
            </a:r>
            <a:r>
              <a:rPr sz="1650" b="1">
                <a:solidFill>
                  <a:srgbClr val="168D9D"/>
                </a:solidFill>
                <a:latin typeface="Arial"/>
                <a:ea typeface="Microsoft YaHei"/>
              </a:rPr>
              <a:t>what</a:t>
            </a:r>
            <a:r>
              <a:rPr sz="1650" b="1">
                <a:solidFill>
                  <a:srgbClr val="168D9D"/>
                </a:solidFill>
                <a:latin typeface="Microsoft YaHei"/>
                <a:ea typeface="Microsoft YaHei"/>
              </a:rPr>
              <a:t> </a:t>
            </a:r>
            <a:r>
              <a:rPr sz="1650" b="1">
                <a:solidFill>
                  <a:srgbClr val="168D9D"/>
                </a:solidFill>
                <a:latin typeface="Arial"/>
                <a:ea typeface="Microsoft YaHei"/>
              </a:rPr>
              <a:t>each</a:t>
            </a:r>
            <a:r>
              <a:rPr sz="1650" b="1">
                <a:solidFill>
                  <a:srgbClr val="168D9D"/>
                </a:solidFill>
                <a:latin typeface="Microsoft YaHei"/>
                <a:ea typeface="Microsoft YaHei"/>
              </a:rPr>
              <a:t> </a:t>
            </a:r>
            <a:r>
              <a:rPr sz="1650" b="1">
                <a:solidFill>
                  <a:srgbClr val="168D9D"/>
                </a:solidFill>
                <a:latin typeface="Arial"/>
                <a:ea typeface="Microsoft YaHei"/>
              </a:rPr>
              <a:t>measurement</a:t>
            </a:r>
            <a:r>
              <a:rPr sz="1650" b="1">
                <a:solidFill>
                  <a:srgbClr val="168D9D"/>
                </a:solidFill>
                <a:latin typeface="Microsoft YaHei"/>
                <a:ea typeface="Microsoft YaHei"/>
              </a:rPr>
              <a:t> </a:t>
            </a:r>
            <a:r>
              <a:rPr sz="1650" b="1">
                <a:solidFill>
                  <a:srgbClr val="168D9D"/>
                </a:solidFill>
                <a:latin typeface="Arial"/>
                <a:ea typeface="Microsoft YaHei"/>
              </a:rPr>
              <a:t>means.</a:t>
            </a:r>
          </a:p>
        </p:txBody>
      </p:sp>
      <p:cxnSp>
        <p:nvCxnSpPr>
          <p:cNvPr id="37" name="Connector 36"/>
          <p:cNvCxnSpPr/>
          <p:nvPr/>
        </p:nvCxnSpPr>
        <p:spPr>
          <a:xfrm>
            <a:off x="514350" y="6543675"/>
            <a:ext cx="11163300" cy="0"/>
          </a:xfrm>
          <a:prstGeom prst="line">
            <a:avLst/>
          </a:prstGeom>
          <a:ln w="9525">
            <a:solidFill>
              <a:srgbClr val="D9E3EE"/>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23875" y="6619875"/>
            <a:ext cx="3609184"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LabOS</a:t>
            </a:r>
            <a:r>
              <a:rPr sz="825" b="0">
                <a:solidFill>
                  <a:srgbClr val="62758C"/>
                </a:solidFill>
                <a:latin typeface="Microsoft YaHei"/>
                <a:ea typeface="Microsoft YaHei"/>
              </a:rPr>
              <a:t>  </a:t>
            </a:r>
            <a:r>
              <a:rPr sz="825" b="0">
                <a:solidFill>
                  <a:srgbClr val="62758C"/>
                </a:solidFill>
                <a:latin typeface="Arial"/>
                <a:ea typeface="Microsoft YaHei"/>
              </a:rPr>
              <a:t>|</a:t>
            </a:r>
            <a:r>
              <a:rPr sz="825" b="0">
                <a:solidFill>
                  <a:srgbClr val="62758C"/>
                </a:solidFill>
                <a:latin typeface="Microsoft YaHei"/>
                <a:ea typeface="Microsoft YaHei"/>
              </a:rPr>
              <a:t>  </a:t>
            </a:r>
            <a:r>
              <a:rPr sz="825" b="0">
                <a:solidFill>
                  <a:srgbClr val="62758C"/>
                </a:solidFill>
                <a:latin typeface="Arial"/>
                <a:ea typeface="Microsoft YaHei"/>
              </a:rPr>
              <a:t>Cross-PC</a:t>
            </a:r>
            <a:r>
              <a:rPr sz="825" b="0">
                <a:solidFill>
                  <a:srgbClr val="62758C"/>
                </a:solidFill>
                <a:latin typeface="Microsoft YaHei"/>
                <a:ea typeface="Microsoft YaHei"/>
              </a:rPr>
              <a:t> </a:t>
            </a:r>
            <a:r>
              <a:rPr sz="825" b="0">
                <a:solidFill>
                  <a:srgbClr val="62758C"/>
                </a:solidFill>
                <a:latin typeface="Arial"/>
                <a:ea typeface="Microsoft YaHei"/>
              </a:rPr>
              <a:t>nonlinear</a:t>
            </a:r>
            <a:r>
              <a:rPr sz="825" b="0">
                <a:solidFill>
                  <a:srgbClr val="62758C"/>
                </a:solidFill>
                <a:latin typeface="Microsoft YaHei"/>
                <a:ea typeface="Microsoft YaHei"/>
              </a:rPr>
              <a:t> </a:t>
            </a:r>
            <a:r>
              <a:rPr sz="825" b="0">
                <a:solidFill>
                  <a:srgbClr val="62758C"/>
                </a:solidFill>
                <a:latin typeface="Arial"/>
                <a:ea typeface="Microsoft YaHei"/>
              </a:rPr>
              <a:t>Hall</a:t>
            </a:r>
            <a:r>
              <a:rPr sz="825" b="0">
                <a:solidFill>
                  <a:srgbClr val="62758C"/>
                </a:solidFill>
                <a:latin typeface="Microsoft YaHei"/>
                <a:ea typeface="Microsoft YaHei"/>
              </a:rPr>
              <a:t> </a:t>
            </a:r>
            <a:r>
              <a:rPr sz="825" b="0">
                <a:solidFill>
                  <a:srgbClr val="62758C"/>
                </a:solidFill>
                <a:latin typeface="Arial"/>
                <a:ea typeface="Microsoft YaHei"/>
              </a:rPr>
              <a:t>and</a:t>
            </a:r>
            <a:r>
              <a:rPr sz="825" b="0">
                <a:solidFill>
                  <a:srgbClr val="62758C"/>
                </a:solidFill>
                <a:latin typeface="Microsoft YaHei"/>
                <a:ea typeface="Microsoft YaHei"/>
              </a:rPr>
              <a:t> </a:t>
            </a:r>
            <a:r>
              <a:rPr sz="825" b="0">
                <a:solidFill>
                  <a:srgbClr val="62758C"/>
                </a:solidFill>
                <a:latin typeface="Arial"/>
                <a:ea typeface="Microsoft YaHei"/>
              </a:rPr>
              <a:t>BVPE</a:t>
            </a:r>
            <a:r>
              <a:rPr sz="825" b="0">
                <a:solidFill>
                  <a:srgbClr val="62758C"/>
                </a:solidFill>
                <a:latin typeface="Microsoft YaHei"/>
                <a:ea typeface="Microsoft YaHei"/>
              </a:rPr>
              <a:t> </a:t>
            </a:r>
            <a:r>
              <a:rPr sz="825" b="0">
                <a:solidFill>
                  <a:srgbClr val="62758C"/>
                </a:solidFill>
                <a:latin typeface="Arial"/>
                <a:ea typeface="Microsoft YaHei"/>
              </a:rPr>
              <a:t>measurement</a:t>
            </a:r>
            <a:r>
              <a:rPr sz="825" b="0">
                <a:solidFill>
                  <a:srgbClr val="62758C"/>
                </a:solidFill>
                <a:latin typeface="Microsoft YaHei"/>
                <a:ea typeface="Microsoft YaHei"/>
              </a:rPr>
              <a:t> </a:t>
            </a:r>
            <a:r>
              <a:rPr sz="825" b="0">
                <a:solidFill>
                  <a:srgbClr val="62758C"/>
                </a:solidFill>
                <a:latin typeface="Arial"/>
                <a:ea typeface="Microsoft YaHei"/>
              </a:rPr>
              <a:t>workflows</a:t>
            </a:r>
          </a:p>
        </p:txBody>
      </p:sp>
      <p:sp>
        <p:nvSpPr>
          <p:cNvPr id="39" name="TextBox 38"/>
          <p:cNvSpPr txBox="1"/>
          <p:nvPr/>
        </p:nvSpPr>
        <p:spPr>
          <a:xfrm>
            <a:off x="11348256" y="6600825"/>
            <a:ext cx="405593"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62758C"/>
                </a:solidFill>
                <a:latin typeface="Arial"/>
                <a:ea typeface="Microsoft YaHei"/>
              </a:rPr>
              <a:t>09/22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295275"/>
            <a:ext cx="2971758"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09</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FIGURE</a:t>
            </a:r>
            <a:r>
              <a:rPr sz="975" b="1">
                <a:solidFill>
                  <a:srgbClr val="168D9D"/>
                </a:solidFill>
                <a:latin typeface="Microsoft YaHei"/>
                <a:ea typeface="Microsoft YaHei"/>
              </a:rPr>
              <a:t> </a:t>
            </a:r>
            <a:r>
              <a:rPr sz="975" b="1">
                <a:solidFill>
                  <a:srgbClr val="168D9D"/>
                </a:solidFill>
                <a:latin typeface="Arial"/>
                <a:ea typeface="Microsoft YaHei"/>
              </a:rPr>
              <a:t>4</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NONLINEAR</a:t>
            </a:r>
            <a:r>
              <a:rPr sz="975" b="1">
                <a:solidFill>
                  <a:srgbClr val="168D9D"/>
                </a:solidFill>
                <a:latin typeface="Microsoft YaHei"/>
                <a:ea typeface="Microsoft YaHei"/>
              </a:rPr>
              <a:t> </a:t>
            </a:r>
            <a:r>
              <a:rPr sz="975" b="1">
                <a:solidFill>
                  <a:srgbClr val="168D9D"/>
                </a:solidFill>
                <a:latin typeface="Arial"/>
                <a:ea typeface="Microsoft YaHei"/>
              </a:rPr>
              <a:t>HALL</a:t>
            </a:r>
            <a:r>
              <a:rPr sz="975" b="1">
                <a:solidFill>
                  <a:srgbClr val="168D9D"/>
                </a:solidFill>
                <a:latin typeface="Microsoft YaHei"/>
                <a:ea typeface="Microsoft YaHei"/>
              </a:rPr>
              <a:t> </a:t>
            </a:r>
            <a:r>
              <a:rPr sz="975" b="1">
                <a:solidFill>
                  <a:srgbClr val="168D9D"/>
                </a:solidFill>
                <a:latin typeface="Arial"/>
                <a:ea typeface="Microsoft YaHei"/>
              </a:rPr>
              <a:t>CIRCUIT</a:t>
            </a:r>
          </a:p>
        </p:txBody>
      </p:sp>
      <p:sp>
        <p:nvSpPr>
          <p:cNvPr id="4" name="TextBox 3"/>
          <p:cNvSpPr txBox="1"/>
          <p:nvPr/>
        </p:nvSpPr>
        <p:spPr>
          <a:xfrm>
            <a:off x="514350" y="676275"/>
            <a:ext cx="11206720" cy="480059"/>
          </a:xfrm>
          <a:prstGeom prst="rect">
            <a:avLst/>
          </a:prstGeom>
          <a:noFill/>
        </p:spPr>
        <p:txBody>
          <a:bodyPr wrap="none" lIns="0" rIns="0" tIns="0" bIns="0">
            <a:spAutoFit/>
          </a:bodyPr>
          <a:lstStyle/>
          <a:p>
            <a:pPr>
              <a:lnSpc>
                <a:spcPts val="3645"/>
              </a:lnSpc>
              <a:spcBef>
                <a:spcPts val="0"/>
              </a:spcBef>
              <a:spcAft>
                <a:spcPts val="0"/>
              </a:spcAft>
            </a:pPr>
            <a:r>
              <a:rPr sz="2700" b="1">
                <a:solidFill>
                  <a:srgbClr val="11233E"/>
                </a:solidFill>
                <a:latin typeface="Arial"/>
                <a:ea typeface="Microsoft YaHei"/>
              </a:rPr>
              <a:t>Two</a:t>
            </a:r>
            <a:r>
              <a:rPr sz="2700" b="1">
                <a:solidFill>
                  <a:srgbClr val="11233E"/>
                </a:solidFill>
                <a:latin typeface="Microsoft YaHei"/>
                <a:ea typeface="Microsoft YaHei"/>
              </a:rPr>
              <a:t> </a:t>
            </a:r>
            <a:r>
              <a:rPr sz="2700" b="1">
                <a:solidFill>
                  <a:srgbClr val="11233E"/>
                </a:solidFill>
                <a:latin typeface="Arial"/>
                <a:ea typeface="Microsoft YaHei"/>
              </a:rPr>
              <a:t>transport</a:t>
            </a:r>
            <a:r>
              <a:rPr sz="2700" b="1">
                <a:solidFill>
                  <a:srgbClr val="11233E"/>
                </a:solidFill>
                <a:latin typeface="Microsoft YaHei"/>
                <a:ea typeface="Microsoft YaHei"/>
              </a:rPr>
              <a:t> </a:t>
            </a:r>
            <a:r>
              <a:rPr sz="2700" b="1">
                <a:solidFill>
                  <a:srgbClr val="11233E"/>
                </a:solidFill>
                <a:latin typeface="Arial"/>
                <a:ea typeface="Microsoft YaHei"/>
              </a:rPr>
              <a:t>lock-ins,</a:t>
            </a:r>
            <a:r>
              <a:rPr sz="2700" b="1">
                <a:solidFill>
                  <a:srgbClr val="11233E"/>
                </a:solidFill>
                <a:latin typeface="Microsoft YaHei"/>
                <a:ea typeface="Microsoft YaHei"/>
              </a:rPr>
              <a:t> </a:t>
            </a:r>
            <a:r>
              <a:rPr sz="2700" b="1">
                <a:solidFill>
                  <a:srgbClr val="11233E"/>
                </a:solidFill>
                <a:latin typeface="Arial"/>
                <a:ea typeface="Microsoft YaHei"/>
              </a:rPr>
              <a:t>with</a:t>
            </a:r>
            <a:r>
              <a:rPr sz="2700" b="1">
                <a:solidFill>
                  <a:srgbClr val="11233E"/>
                </a:solidFill>
                <a:latin typeface="Microsoft YaHei"/>
                <a:ea typeface="Microsoft YaHei"/>
              </a:rPr>
              <a:t> </a:t>
            </a:r>
            <a:r>
              <a:rPr sz="2700" b="1">
                <a:solidFill>
                  <a:srgbClr val="11233E"/>
                </a:solidFill>
                <a:latin typeface="Arial"/>
                <a:ea typeface="Microsoft YaHei"/>
              </a:rPr>
              <a:t>explicit</a:t>
            </a:r>
            <a:r>
              <a:rPr sz="2700" b="1">
                <a:solidFill>
                  <a:srgbClr val="11233E"/>
                </a:solidFill>
                <a:latin typeface="Microsoft YaHei"/>
                <a:ea typeface="Microsoft YaHei"/>
              </a:rPr>
              <a:t> </a:t>
            </a:r>
            <a:r>
              <a:rPr sz="2700" b="1">
                <a:solidFill>
                  <a:srgbClr val="11233E"/>
                </a:solidFill>
                <a:latin typeface="Arial"/>
                <a:ea typeface="Microsoft YaHei"/>
              </a:rPr>
              <a:t>drive</a:t>
            </a:r>
            <a:r>
              <a:rPr sz="2700" b="1">
                <a:solidFill>
                  <a:srgbClr val="11233E"/>
                </a:solidFill>
                <a:latin typeface="Microsoft YaHei"/>
                <a:ea typeface="Microsoft YaHei"/>
              </a:rPr>
              <a:t> </a:t>
            </a:r>
            <a:r>
              <a:rPr sz="2700" b="1">
                <a:solidFill>
                  <a:srgbClr val="11233E"/>
                </a:solidFill>
                <a:latin typeface="Arial"/>
                <a:ea typeface="Microsoft YaHei"/>
              </a:rPr>
              <a:t>and</a:t>
            </a:r>
            <a:r>
              <a:rPr sz="2700" b="1">
                <a:solidFill>
                  <a:srgbClr val="11233E"/>
                </a:solidFill>
                <a:latin typeface="Microsoft YaHei"/>
                <a:ea typeface="Microsoft YaHei"/>
              </a:rPr>
              <a:t> </a:t>
            </a:r>
            <a:r>
              <a:rPr sz="2700" b="1">
                <a:solidFill>
                  <a:srgbClr val="11233E"/>
                </a:solidFill>
                <a:latin typeface="Arial"/>
                <a:ea typeface="Microsoft YaHei"/>
              </a:rPr>
              <a:t>sense</a:t>
            </a:r>
            <a:r>
              <a:rPr sz="2700" b="1">
                <a:solidFill>
                  <a:srgbClr val="11233E"/>
                </a:solidFill>
                <a:latin typeface="Microsoft YaHei"/>
                <a:ea typeface="Microsoft YaHei"/>
              </a:rPr>
              <a:t> </a:t>
            </a:r>
            <a:r>
              <a:rPr sz="2700" b="1">
                <a:solidFill>
                  <a:srgbClr val="11233E"/>
                </a:solidFill>
                <a:latin typeface="Arial"/>
                <a:ea typeface="Microsoft YaHei"/>
              </a:rPr>
              <a:t>paths</a:t>
            </a:r>
          </a:p>
        </p:txBody>
      </p:sp>
      <p:sp>
        <p:nvSpPr>
          <p:cNvPr id="5" name="TextBox 4"/>
          <p:cNvSpPr txBox="1"/>
          <p:nvPr/>
        </p:nvSpPr>
        <p:spPr>
          <a:xfrm>
            <a:off x="533400" y="1247775"/>
            <a:ext cx="9516149"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62758C"/>
                </a:solidFill>
                <a:latin typeface="Arial"/>
                <a:ea typeface="Microsoft YaHei"/>
              </a:rPr>
              <a:t>The</a:t>
            </a:r>
            <a:r>
              <a:rPr sz="1425" b="0">
                <a:solidFill>
                  <a:srgbClr val="62758C"/>
                </a:solidFill>
                <a:latin typeface="Microsoft YaHei"/>
                <a:ea typeface="Microsoft YaHei"/>
              </a:rPr>
              <a:t> </a:t>
            </a:r>
            <a:r>
              <a:rPr sz="1425" b="0">
                <a:solidFill>
                  <a:srgbClr val="62758C"/>
                </a:solidFill>
                <a:latin typeface="Arial"/>
                <a:ea typeface="Microsoft YaHei"/>
              </a:rPr>
              <a:t>master</a:t>
            </a:r>
            <a:r>
              <a:rPr sz="1425" b="0">
                <a:solidFill>
                  <a:srgbClr val="62758C"/>
                </a:solidFill>
                <a:latin typeface="Microsoft YaHei"/>
                <a:ea typeface="Microsoft YaHei"/>
              </a:rPr>
              <a:t> </a:t>
            </a:r>
            <a:r>
              <a:rPr sz="1425" b="0">
                <a:solidFill>
                  <a:srgbClr val="62758C"/>
                </a:solidFill>
                <a:latin typeface="Arial"/>
                <a:ea typeface="Microsoft YaHei"/>
              </a:rPr>
              <a:t>lock-in</a:t>
            </a:r>
            <a:r>
              <a:rPr sz="1425" b="0">
                <a:solidFill>
                  <a:srgbClr val="62758C"/>
                </a:solidFill>
                <a:latin typeface="Microsoft YaHei"/>
                <a:ea typeface="Microsoft YaHei"/>
              </a:rPr>
              <a:t> </a:t>
            </a:r>
            <a:r>
              <a:rPr sz="1425" b="0">
                <a:solidFill>
                  <a:srgbClr val="62758C"/>
                </a:solidFill>
                <a:latin typeface="Arial"/>
                <a:ea typeface="Microsoft YaHei"/>
              </a:rPr>
              <a:t>supplies</a:t>
            </a:r>
            <a:r>
              <a:rPr sz="1425" b="0">
                <a:solidFill>
                  <a:srgbClr val="62758C"/>
                </a:solidFill>
                <a:latin typeface="Microsoft YaHei"/>
                <a:ea typeface="Microsoft YaHei"/>
              </a:rPr>
              <a:t> </a:t>
            </a:r>
            <a:r>
              <a:rPr sz="1425" b="0">
                <a:solidFill>
                  <a:srgbClr val="62758C"/>
                </a:solidFill>
                <a:latin typeface="Arial"/>
                <a:ea typeface="Microsoft YaHei"/>
              </a:rPr>
              <a:t>AC</a:t>
            </a:r>
            <a:r>
              <a:rPr sz="1425" b="0">
                <a:solidFill>
                  <a:srgbClr val="62758C"/>
                </a:solidFill>
                <a:latin typeface="Microsoft YaHei"/>
                <a:ea typeface="Microsoft YaHei"/>
              </a:rPr>
              <a:t> </a:t>
            </a:r>
            <a:r>
              <a:rPr sz="1425" b="0">
                <a:solidFill>
                  <a:srgbClr val="62758C"/>
                </a:solidFill>
                <a:latin typeface="Arial"/>
                <a:ea typeface="Microsoft YaHei"/>
              </a:rPr>
              <a:t>excitation</a:t>
            </a:r>
            <a:r>
              <a:rPr sz="1425" b="0">
                <a:solidFill>
                  <a:srgbClr val="62758C"/>
                </a:solidFill>
                <a:latin typeface="Microsoft YaHei"/>
                <a:ea typeface="Microsoft YaHei"/>
              </a:rPr>
              <a:t> </a:t>
            </a:r>
            <a:r>
              <a:rPr sz="1425" b="0">
                <a:solidFill>
                  <a:srgbClr val="62758C"/>
                </a:solidFill>
                <a:latin typeface="Arial"/>
                <a:ea typeface="Microsoft YaHei"/>
              </a:rPr>
              <a:t>and</a:t>
            </a:r>
            <a:r>
              <a:rPr sz="1425" b="0">
                <a:solidFill>
                  <a:srgbClr val="62758C"/>
                </a:solidFill>
                <a:latin typeface="Microsoft YaHei"/>
                <a:ea typeface="Microsoft YaHei"/>
              </a:rPr>
              <a:t> </a:t>
            </a:r>
            <a:r>
              <a:rPr sz="1425" b="0">
                <a:solidFill>
                  <a:srgbClr val="62758C"/>
                </a:solidFill>
                <a:latin typeface="Arial"/>
                <a:ea typeface="Microsoft YaHei"/>
              </a:rPr>
              <a:t>Vxx(1f);</a:t>
            </a:r>
            <a:r>
              <a:rPr sz="1425" b="0">
                <a:solidFill>
                  <a:srgbClr val="62758C"/>
                </a:solidFill>
                <a:latin typeface="Microsoft YaHei"/>
                <a:ea typeface="Microsoft YaHei"/>
              </a:rPr>
              <a:t> </a:t>
            </a:r>
            <a:r>
              <a:rPr sz="1425" b="0">
                <a:solidFill>
                  <a:srgbClr val="62758C"/>
                </a:solidFill>
                <a:latin typeface="Arial"/>
                <a:ea typeface="Microsoft YaHei"/>
              </a:rPr>
              <a:t>the</a:t>
            </a:r>
            <a:r>
              <a:rPr sz="1425" b="0">
                <a:solidFill>
                  <a:srgbClr val="62758C"/>
                </a:solidFill>
                <a:latin typeface="Microsoft YaHei"/>
                <a:ea typeface="Microsoft YaHei"/>
              </a:rPr>
              <a:t> </a:t>
            </a:r>
            <a:r>
              <a:rPr sz="1425" b="0">
                <a:solidFill>
                  <a:srgbClr val="62758C"/>
                </a:solidFill>
                <a:latin typeface="Arial"/>
                <a:ea typeface="Microsoft YaHei"/>
              </a:rPr>
              <a:t>follower</a:t>
            </a:r>
            <a:r>
              <a:rPr sz="1425" b="0">
                <a:solidFill>
                  <a:srgbClr val="62758C"/>
                </a:solidFill>
                <a:latin typeface="Microsoft YaHei"/>
                <a:ea typeface="Microsoft YaHei"/>
              </a:rPr>
              <a:t> </a:t>
            </a:r>
            <a:r>
              <a:rPr sz="1425" b="0">
                <a:solidFill>
                  <a:srgbClr val="62758C"/>
                </a:solidFill>
                <a:latin typeface="Arial"/>
                <a:ea typeface="Microsoft YaHei"/>
              </a:rPr>
              <a:t>measures</a:t>
            </a:r>
            <a:r>
              <a:rPr sz="1425" b="0">
                <a:solidFill>
                  <a:srgbClr val="62758C"/>
                </a:solidFill>
                <a:latin typeface="Microsoft YaHei"/>
                <a:ea typeface="Microsoft YaHei"/>
              </a:rPr>
              <a:t> </a:t>
            </a:r>
            <a:r>
              <a:rPr sz="1425" b="0">
                <a:solidFill>
                  <a:srgbClr val="62758C"/>
                </a:solidFill>
                <a:latin typeface="Arial"/>
                <a:ea typeface="Microsoft YaHei"/>
              </a:rPr>
              <a:t>Vxy</a:t>
            </a:r>
            <a:r>
              <a:rPr sz="1425" b="0">
                <a:solidFill>
                  <a:srgbClr val="62758C"/>
                </a:solidFill>
                <a:latin typeface="Microsoft YaHei"/>
                <a:ea typeface="Microsoft YaHei"/>
              </a:rPr>
              <a:t> </a:t>
            </a:r>
            <a:r>
              <a:rPr sz="1425" b="0">
                <a:solidFill>
                  <a:srgbClr val="62758C"/>
                </a:solidFill>
                <a:latin typeface="Arial"/>
                <a:ea typeface="Microsoft YaHei"/>
              </a:rPr>
              <a:t>at</a:t>
            </a:r>
            <a:r>
              <a:rPr sz="1425" b="0">
                <a:solidFill>
                  <a:srgbClr val="62758C"/>
                </a:solidFill>
                <a:latin typeface="Microsoft YaHei"/>
                <a:ea typeface="Microsoft YaHei"/>
              </a:rPr>
              <a:t> </a:t>
            </a:r>
            <a:r>
              <a:rPr sz="1425" b="0">
                <a:solidFill>
                  <a:srgbClr val="62758C"/>
                </a:solidFill>
                <a:latin typeface="Arial"/>
                <a:ea typeface="Microsoft YaHei"/>
              </a:rPr>
              <a:t>a</a:t>
            </a:r>
            <a:r>
              <a:rPr sz="1425" b="0">
                <a:solidFill>
                  <a:srgbClr val="62758C"/>
                </a:solidFill>
                <a:latin typeface="Microsoft YaHei"/>
                <a:ea typeface="Microsoft YaHei"/>
              </a:rPr>
              <a:t> </a:t>
            </a:r>
            <a:r>
              <a:rPr sz="1425" b="0">
                <a:solidFill>
                  <a:srgbClr val="62758C"/>
                </a:solidFill>
                <a:latin typeface="Arial"/>
                <a:ea typeface="Microsoft YaHei"/>
              </a:rPr>
              <a:t>selected</a:t>
            </a:r>
            <a:r>
              <a:rPr sz="1425" b="0">
                <a:solidFill>
                  <a:srgbClr val="62758C"/>
                </a:solidFill>
                <a:latin typeface="Microsoft YaHei"/>
                <a:ea typeface="Microsoft YaHei"/>
              </a:rPr>
              <a:t> </a:t>
            </a:r>
            <a:r>
              <a:rPr sz="1425" b="0">
                <a:solidFill>
                  <a:srgbClr val="62758C"/>
                </a:solidFill>
                <a:latin typeface="Arial"/>
                <a:ea typeface="Microsoft YaHei"/>
              </a:rPr>
              <a:t>harmonic.</a:t>
            </a:r>
          </a:p>
        </p:txBody>
      </p:sp>
      <p:sp>
        <p:nvSpPr>
          <p:cNvPr id="6" name="Rounded Rectangle 5"/>
          <p:cNvSpPr/>
          <p:nvPr/>
        </p:nvSpPr>
        <p:spPr>
          <a:xfrm>
            <a:off x="523875" y="1924050"/>
            <a:ext cx="2571750" cy="2714625"/>
          </a:xfrm>
          <a:prstGeom prst="roundRect">
            <a:avLst>
              <a:gd name="adj" fmla="val 4074"/>
            </a:avLst>
          </a:prstGeom>
          <a:solidFill>
            <a:srgbClr val="F1ECFC"/>
          </a:solidFill>
          <a:ln w="11429">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7700" y="2019300"/>
            <a:ext cx="1887159" cy="266700"/>
          </a:xfrm>
          <a:prstGeom prst="rect">
            <a:avLst/>
          </a:prstGeom>
          <a:noFill/>
        </p:spPr>
        <p:txBody>
          <a:bodyPr wrap="none" lIns="0" rIns="0" tIns="0" bIns="0">
            <a:spAutoFit/>
          </a:bodyPr>
          <a:lstStyle/>
          <a:p>
            <a:pPr>
              <a:lnSpc>
                <a:spcPts val="2025"/>
              </a:lnSpc>
              <a:spcBef>
                <a:spcPts val="0"/>
              </a:spcBef>
              <a:spcAft>
                <a:spcPts val="0"/>
              </a:spcAft>
            </a:pPr>
            <a:r>
              <a:rPr sz="1500" b="1">
                <a:solidFill>
                  <a:srgbClr val="7653CF"/>
                </a:solidFill>
                <a:latin typeface="Arial"/>
                <a:ea typeface="Microsoft YaHei"/>
              </a:rPr>
              <a:t>MASTER</a:t>
            </a:r>
            <a:r>
              <a:rPr sz="1500" b="1">
                <a:solidFill>
                  <a:srgbClr val="7653CF"/>
                </a:solidFill>
                <a:latin typeface="Microsoft YaHei"/>
                <a:ea typeface="Microsoft YaHei"/>
              </a:rPr>
              <a:t> </a:t>
            </a:r>
            <a:r>
              <a:rPr sz="1500" b="1">
                <a:solidFill>
                  <a:srgbClr val="7653CF"/>
                </a:solidFill>
                <a:latin typeface="Arial"/>
                <a:ea typeface="Microsoft YaHei"/>
              </a:rPr>
              <a:t>LOCK-IN</a:t>
            </a:r>
          </a:p>
        </p:txBody>
      </p:sp>
      <p:sp>
        <p:nvSpPr>
          <p:cNvPr id="8" name="TextBox 7"/>
          <p:cNvSpPr txBox="1"/>
          <p:nvPr/>
        </p:nvSpPr>
        <p:spPr>
          <a:xfrm>
            <a:off x="685800" y="2343150"/>
            <a:ext cx="1962475"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7653CF"/>
                </a:solidFill>
                <a:latin typeface="Arial"/>
                <a:ea typeface="Microsoft YaHei"/>
              </a:rPr>
              <a:t>Internal</a:t>
            </a:r>
            <a:r>
              <a:rPr sz="1425" b="0">
                <a:solidFill>
                  <a:srgbClr val="7653CF"/>
                </a:solidFill>
                <a:latin typeface="Microsoft YaHei"/>
                <a:ea typeface="Microsoft YaHei"/>
              </a:rPr>
              <a:t> </a:t>
            </a:r>
            <a:r>
              <a:rPr sz="1425" b="0">
                <a:solidFill>
                  <a:srgbClr val="7653CF"/>
                </a:solidFill>
                <a:latin typeface="Arial"/>
                <a:ea typeface="Microsoft YaHei"/>
              </a:rPr>
              <a:t>oscillator:</a:t>
            </a:r>
            <a:r>
              <a:rPr sz="1425" b="0">
                <a:solidFill>
                  <a:srgbClr val="7653CF"/>
                </a:solidFill>
                <a:latin typeface="Microsoft YaHei"/>
                <a:ea typeface="Microsoft YaHei"/>
              </a:rPr>
              <a:t> </a:t>
            </a:r>
            <a:r>
              <a:rPr sz="1425" b="0">
                <a:solidFill>
                  <a:srgbClr val="7653CF"/>
                </a:solidFill>
                <a:latin typeface="Arial"/>
                <a:ea typeface="Microsoft YaHei"/>
              </a:rPr>
              <a:t>f_I</a:t>
            </a:r>
          </a:p>
        </p:txBody>
      </p:sp>
      <p:sp>
        <p:nvSpPr>
          <p:cNvPr id="9" name="TextBox 8"/>
          <p:cNvSpPr txBox="1"/>
          <p:nvPr/>
        </p:nvSpPr>
        <p:spPr>
          <a:xfrm>
            <a:off x="790575" y="2905125"/>
            <a:ext cx="590517"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7653CF"/>
                </a:solidFill>
                <a:latin typeface="Arial"/>
                <a:ea typeface="Microsoft YaHei"/>
              </a:rPr>
              <a:t>Vxx</a:t>
            </a:r>
            <a:r>
              <a:rPr sz="1275" b="0">
                <a:solidFill>
                  <a:srgbClr val="7653CF"/>
                </a:solidFill>
                <a:latin typeface="Microsoft YaHei"/>
                <a:ea typeface="Microsoft YaHei"/>
              </a:rPr>
              <a:t> </a:t>
            </a:r>
            <a:r>
              <a:rPr sz="1275" b="0">
                <a:solidFill>
                  <a:srgbClr val="7653CF"/>
                </a:solidFill>
                <a:latin typeface="Arial"/>
                <a:ea typeface="Microsoft YaHei"/>
              </a:rPr>
              <a:t>HI</a:t>
            </a:r>
          </a:p>
        </p:txBody>
      </p:sp>
      <p:sp>
        <p:nvSpPr>
          <p:cNvPr id="10" name="TextBox 9"/>
          <p:cNvSpPr txBox="1"/>
          <p:nvPr/>
        </p:nvSpPr>
        <p:spPr>
          <a:xfrm>
            <a:off x="790575" y="3333750"/>
            <a:ext cx="638667"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7653CF"/>
                </a:solidFill>
                <a:latin typeface="Arial"/>
                <a:ea typeface="Microsoft YaHei"/>
              </a:rPr>
              <a:t>Vxx</a:t>
            </a:r>
            <a:r>
              <a:rPr sz="1275" b="0">
                <a:solidFill>
                  <a:srgbClr val="7653CF"/>
                </a:solidFill>
                <a:latin typeface="Microsoft YaHei"/>
                <a:ea typeface="Microsoft YaHei"/>
              </a:rPr>
              <a:t> </a:t>
            </a:r>
            <a:r>
              <a:rPr sz="1275" b="0">
                <a:solidFill>
                  <a:srgbClr val="7653CF"/>
                </a:solidFill>
                <a:latin typeface="Arial"/>
                <a:ea typeface="Microsoft YaHei"/>
              </a:rPr>
              <a:t>LO</a:t>
            </a:r>
          </a:p>
        </p:txBody>
      </p:sp>
      <p:sp>
        <p:nvSpPr>
          <p:cNvPr id="11" name="TextBox 10"/>
          <p:cNvSpPr txBox="1"/>
          <p:nvPr/>
        </p:nvSpPr>
        <p:spPr>
          <a:xfrm>
            <a:off x="790575" y="4181475"/>
            <a:ext cx="1051782"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7653CF"/>
                </a:solidFill>
                <a:latin typeface="Arial"/>
                <a:ea typeface="Microsoft YaHei"/>
              </a:rPr>
              <a:t>Drive</a:t>
            </a:r>
            <a:r>
              <a:rPr sz="1275" b="0">
                <a:solidFill>
                  <a:srgbClr val="7653CF"/>
                </a:solidFill>
                <a:latin typeface="Microsoft YaHei"/>
                <a:ea typeface="Microsoft YaHei"/>
              </a:rPr>
              <a:t> </a:t>
            </a:r>
            <a:r>
              <a:rPr sz="1275" b="0">
                <a:solidFill>
                  <a:srgbClr val="7653CF"/>
                </a:solidFill>
                <a:latin typeface="Arial"/>
                <a:ea typeface="Microsoft YaHei"/>
              </a:rPr>
              <a:t>return</a:t>
            </a:r>
          </a:p>
        </p:txBody>
      </p:sp>
      <p:sp>
        <p:nvSpPr>
          <p:cNvPr id="12" name="TextBox 11"/>
          <p:cNvSpPr txBox="1"/>
          <p:nvPr/>
        </p:nvSpPr>
        <p:spPr>
          <a:xfrm>
            <a:off x="790575" y="2695575"/>
            <a:ext cx="895391"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7653CF"/>
                </a:solidFill>
                <a:latin typeface="Arial"/>
                <a:ea typeface="Microsoft YaHei"/>
              </a:rPr>
              <a:t>Sine</a:t>
            </a:r>
            <a:r>
              <a:rPr sz="1275" b="1">
                <a:solidFill>
                  <a:srgbClr val="7653CF"/>
                </a:solidFill>
                <a:latin typeface="Microsoft YaHei"/>
                <a:ea typeface="Microsoft YaHei"/>
              </a:rPr>
              <a:t> </a:t>
            </a:r>
            <a:r>
              <a:rPr sz="1275" b="1">
                <a:solidFill>
                  <a:srgbClr val="7653CF"/>
                </a:solidFill>
                <a:latin typeface="Arial"/>
                <a:ea typeface="Microsoft YaHei"/>
              </a:rPr>
              <a:t>OUT</a:t>
            </a:r>
          </a:p>
        </p:txBody>
      </p:sp>
      <p:sp>
        <p:nvSpPr>
          <p:cNvPr id="13" name="Oval 12"/>
          <p:cNvSpPr/>
          <p:nvPr/>
        </p:nvSpPr>
        <p:spPr>
          <a:xfrm>
            <a:off x="3057525" y="2733675"/>
            <a:ext cx="76200" cy="76200"/>
          </a:xfrm>
          <a:prstGeom prst="ellipse">
            <a:avLst/>
          </a:pr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57525" y="2990850"/>
            <a:ext cx="76200" cy="76200"/>
          </a:xfrm>
          <a:prstGeom prst="ellipse">
            <a:avLst/>
          </a:pr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057525" y="3419475"/>
            <a:ext cx="76200" cy="76200"/>
          </a:xfrm>
          <a:prstGeom prst="ellipse">
            <a:avLst/>
          </a:pr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7525" y="4267200"/>
            <a:ext cx="76200" cy="76200"/>
          </a:xfrm>
          <a:prstGeom prst="ellipse">
            <a:avLst/>
          </a:pr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153025" y="3171825"/>
            <a:ext cx="2419350" cy="514350"/>
          </a:xfrm>
          <a:prstGeom prst="roundRect">
            <a:avLst>
              <a:gd name="adj" fmla="val 12962"/>
            </a:avLst>
          </a:prstGeom>
          <a:solidFill>
            <a:srgbClr val="EDF3FC"/>
          </a:solidFill>
          <a:ln w="1714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5715000" y="2876550"/>
            <a:ext cx="0" cy="295275"/>
          </a:xfrm>
          <a:prstGeom prst="line">
            <a:avLst/>
          </a:prstGeom>
          <a:ln w="47625">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715000" y="3686175"/>
            <a:ext cx="0" cy="276225"/>
          </a:xfrm>
          <a:prstGeom prst="line">
            <a:avLst/>
          </a:prstGeom>
          <a:ln w="47625">
            <a:solidFill>
              <a:srgbClr val="3B6CB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676900" y="2838450"/>
            <a:ext cx="76200" cy="76200"/>
          </a:xfrm>
          <a:prstGeom prst="ellipse">
            <a:avLst/>
          </a:pr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676900" y="3924300"/>
            <a:ext cx="76200" cy="76200"/>
          </a:xfrm>
          <a:prstGeom prst="ellipse">
            <a:avLst/>
          </a:pr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6838950" y="2876550"/>
            <a:ext cx="0" cy="295275"/>
          </a:xfrm>
          <a:prstGeom prst="line">
            <a:avLst/>
          </a:prstGeom>
          <a:ln w="47625">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838950" y="3686175"/>
            <a:ext cx="0" cy="276225"/>
          </a:xfrm>
          <a:prstGeom prst="line">
            <a:avLst/>
          </a:prstGeom>
          <a:ln w="47625">
            <a:solidFill>
              <a:srgbClr val="3B6CB0"/>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6800850" y="2838450"/>
            <a:ext cx="76200" cy="76200"/>
          </a:xfrm>
          <a:prstGeom prst="ellipse">
            <a:avLst/>
          </a:pr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00850" y="3924300"/>
            <a:ext cx="76200" cy="76200"/>
          </a:xfrm>
          <a:prstGeom prst="ellipse">
            <a:avLst/>
          </a:pr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000625" y="3381375"/>
            <a:ext cx="95250" cy="95250"/>
          </a:xfrm>
          <a:prstGeom prst="ellipse">
            <a:avLst/>
          </a:pr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29525" y="3381375"/>
            <a:ext cx="95250" cy="95250"/>
          </a:xfrm>
          <a:prstGeom prst="ellipse">
            <a:avLst/>
          </a:pr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5048250" y="3429000"/>
            <a:ext cx="104775" cy="0"/>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572375" y="3429000"/>
            <a:ext cx="104775" cy="0"/>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829206" y="3257550"/>
            <a:ext cx="1114611" cy="320039"/>
          </a:xfrm>
          <a:prstGeom prst="rect">
            <a:avLst/>
          </a:prstGeom>
          <a:noFill/>
        </p:spPr>
        <p:txBody>
          <a:bodyPr wrap="none" lIns="0" rIns="0" tIns="0" bIns="0">
            <a:spAutoFit/>
          </a:bodyPr>
          <a:lstStyle/>
          <a:p>
            <a:pPr>
              <a:lnSpc>
                <a:spcPts val="2430"/>
              </a:lnSpc>
              <a:spcBef>
                <a:spcPts val="0"/>
              </a:spcBef>
              <a:spcAft>
                <a:spcPts val="0"/>
              </a:spcAft>
            </a:pPr>
            <a:r>
              <a:rPr sz="1800" b="1">
                <a:solidFill>
                  <a:srgbClr val="3B6CB0"/>
                </a:solidFill>
                <a:latin typeface="Arial"/>
                <a:ea typeface="Microsoft YaHei"/>
              </a:rPr>
              <a:t>SAMPLE</a:t>
            </a:r>
          </a:p>
        </p:txBody>
      </p:sp>
      <p:sp>
        <p:nvSpPr>
          <p:cNvPr id="31" name="TextBox 30"/>
          <p:cNvSpPr txBox="1"/>
          <p:nvPr/>
        </p:nvSpPr>
        <p:spPr>
          <a:xfrm>
            <a:off x="4924425" y="3638550"/>
            <a:ext cx="260598"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7653CF"/>
                </a:solidFill>
                <a:latin typeface="Arial"/>
                <a:ea typeface="Microsoft YaHei"/>
              </a:rPr>
              <a:t>I+</a:t>
            </a:r>
          </a:p>
        </p:txBody>
      </p:sp>
      <p:sp>
        <p:nvSpPr>
          <p:cNvPr id="32" name="TextBox 31"/>
          <p:cNvSpPr txBox="1"/>
          <p:nvPr/>
        </p:nvSpPr>
        <p:spPr>
          <a:xfrm>
            <a:off x="7458075" y="3638550"/>
            <a:ext cx="196155"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7653CF"/>
                </a:solidFill>
                <a:latin typeface="Arial"/>
                <a:ea typeface="Microsoft YaHei"/>
              </a:rPr>
              <a:t>I-</a:t>
            </a:r>
          </a:p>
        </p:txBody>
      </p:sp>
      <p:cxnSp>
        <p:nvCxnSpPr>
          <p:cNvPr id="33" name="Connector 32"/>
          <p:cNvCxnSpPr/>
          <p:nvPr/>
        </p:nvCxnSpPr>
        <p:spPr>
          <a:xfrm>
            <a:off x="6191250" y="3829050"/>
            <a:ext cx="352425" cy="0"/>
          </a:xfrm>
          <a:prstGeom prst="line">
            <a:avLst/>
          </a:prstGeom>
          <a:ln w="47625">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362700" y="3829050"/>
            <a:ext cx="0" cy="1114425"/>
          </a:xfrm>
          <a:prstGeom prst="line">
            <a:avLst/>
          </a:prstGeom>
          <a:ln w="17145">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095625" y="2771775"/>
            <a:ext cx="704850" cy="0"/>
          </a:xfrm>
          <a:prstGeom prst="line">
            <a:avLst/>
          </a:prstGeom>
          <a:ln w="22859">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800475" y="2343150"/>
            <a:ext cx="0" cy="428625"/>
          </a:xfrm>
          <a:prstGeom prst="line">
            <a:avLst/>
          </a:prstGeom>
          <a:ln w="22859">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800475" y="2343150"/>
            <a:ext cx="200025" cy="0"/>
          </a:xfrm>
          <a:prstGeom prst="line">
            <a:avLst/>
          </a:prstGeom>
          <a:ln w="22859">
            <a:solidFill>
              <a:srgbClr val="7653CF"/>
            </a:solidFill>
          </a:ln>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3911600" y="2298700"/>
            <a:ext cx="88900" cy="88900"/>
          </a:xfrm>
          <a:custGeom>
            <a:avLst/>
            <a:gdLst/>
            <a:ahLst/>
            <a:cxnLst/>
            <a:rect l="l" t="t" r="r" b="b"/>
            <a:pathLst>
              <a:path w="7" h="7">
                <a:moveTo>
                  <a:pt x="7" y="3"/>
                </a:moveTo>
                <a:lnTo>
                  <a:pt x="0" y="0"/>
                </a:lnTo>
                <a:lnTo>
                  <a:pt x="0" y="7"/>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4000500" y="2343150"/>
            <a:ext cx="95250" cy="0"/>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4095750" y="2276475"/>
            <a:ext cx="47625" cy="66675"/>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143375" y="2276475"/>
            <a:ext cx="85725" cy="133350"/>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229100" y="2276475"/>
            <a:ext cx="85725" cy="133350"/>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314825" y="2276475"/>
            <a:ext cx="85725" cy="133350"/>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400550" y="2276475"/>
            <a:ext cx="85725" cy="133350"/>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486275" y="2276475"/>
            <a:ext cx="85725" cy="133350"/>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572000" y="2276475"/>
            <a:ext cx="85725" cy="133350"/>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657725" y="2276475"/>
            <a:ext cx="85725" cy="133350"/>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743450" y="2343150"/>
            <a:ext cx="114300" cy="66675"/>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857750" y="2343150"/>
            <a:ext cx="95250" cy="0"/>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953000" y="2343150"/>
            <a:ext cx="95250" cy="0"/>
          </a:xfrm>
          <a:prstGeom prst="line">
            <a:avLst/>
          </a:prstGeom>
          <a:ln w="22859">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048250" y="2343150"/>
            <a:ext cx="0" cy="1085850"/>
          </a:xfrm>
          <a:prstGeom prst="line">
            <a:avLst/>
          </a:prstGeom>
          <a:ln w="22859">
            <a:solidFill>
              <a:srgbClr val="7653CF"/>
            </a:solidFill>
          </a:ln>
        </p:spPr>
        <p:style>
          <a:lnRef idx="2">
            <a:schemeClr val="accent1"/>
          </a:lnRef>
          <a:fillRef idx="0">
            <a:schemeClr val="accent1"/>
          </a:fillRef>
          <a:effectRef idx="1">
            <a:schemeClr val="accent1"/>
          </a:effectRef>
          <a:fontRef idx="minor">
            <a:schemeClr val="tx1"/>
          </a:fontRef>
        </p:style>
      </p:cxnSp>
      <p:sp>
        <p:nvSpPr>
          <p:cNvPr id="52" name="Freeform 51"/>
          <p:cNvSpPr/>
          <p:nvPr/>
        </p:nvSpPr>
        <p:spPr>
          <a:xfrm>
            <a:off x="5003800" y="3340100"/>
            <a:ext cx="88900" cy="88900"/>
          </a:xfrm>
          <a:custGeom>
            <a:avLst/>
            <a:gdLst/>
            <a:ahLst/>
            <a:cxnLst/>
            <a:rect l="l" t="t" r="r" b="b"/>
            <a:pathLst>
              <a:path w="7" h="7">
                <a:moveTo>
                  <a:pt x="4" y="7"/>
                </a:moveTo>
                <a:lnTo>
                  <a:pt x="7" y="0"/>
                </a:lnTo>
                <a:lnTo>
                  <a:pt x="0" y="0"/>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327205" y="1971675"/>
            <a:ext cx="375288" cy="306705"/>
          </a:xfrm>
          <a:prstGeom prst="rect">
            <a:avLst/>
          </a:prstGeom>
          <a:noFill/>
        </p:spPr>
        <p:txBody>
          <a:bodyPr wrap="none" lIns="0" rIns="0" tIns="0" bIns="0">
            <a:spAutoFit/>
          </a:bodyPr>
          <a:lstStyle/>
          <a:p>
            <a:pPr>
              <a:lnSpc>
                <a:spcPts val="2328"/>
              </a:lnSpc>
              <a:spcBef>
                <a:spcPts val="0"/>
              </a:spcBef>
              <a:spcAft>
                <a:spcPts val="0"/>
              </a:spcAft>
            </a:pPr>
            <a:r>
              <a:rPr sz="1725" b="1">
                <a:solidFill>
                  <a:srgbClr val="7653CF"/>
                </a:solidFill>
                <a:latin typeface="Arial"/>
                <a:ea typeface="Microsoft YaHei"/>
              </a:rPr>
              <a:t>Rs</a:t>
            </a:r>
          </a:p>
        </p:txBody>
      </p:sp>
      <p:sp>
        <p:nvSpPr>
          <p:cNvPr id="54" name="TextBox 53"/>
          <p:cNvSpPr txBox="1"/>
          <p:nvPr/>
        </p:nvSpPr>
        <p:spPr>
          <a:xfrm>
            <a:off x="5381625" y="2143125"/>
            <a:ext cx="2093667" cy="240029"/>
          </a:xfrm>
          <a:prstGeom prst="rect">
            <a:avLst/>
          </a:prstGeom>
          <a:noFill/>
        </p:spPr>
        <p:txBody>
          <a:bodyPr wrap="none" lIns="0" rIns="0" tIns="0" bIns="0">
            <a:spAutoFit/>
          </a:bodyPr>
          <a:lstStyle/>
          <a:p>
            <a:pPr>
              <a:lnSpc>
                <a:spcPts val="1822"/>
              </a:lnSpc>
              <a:spcBef>
                <a:spcPts val="0"/>
              </a:spcBef>
              <a:spcAft>
                <a:spcPts val="0"/>
              </a:spcAft>
            </a:pPr>
            <a:r>
              <a:rPr sz="1350" b="1">
                <a:solidFill>
                  <a:srgbClr val="7653CF"/>
                </a:solidFill>
                <a:latin typeface="Arial"/>
                <a:ea typeface="Microsoft YaHei"/>
              </a:rPr>
              <a:t>I_rms</a:t>
            </a:r>
            <a:r>
              <a:rPr sz="1350" b="1">
                <a:solidFill>
                  <a:srgbClr val="7653CF"/>
                </a:solidFill>
                <a:latin typeface="Microsoft YaHei"/>
                <a:ea typeface="Microsoft YaHei"/>
              </a:rPr>
              <a:t> </a:t>
            </a:r>
            <a:r>
              <a:rPr sz="1350" b="1">
                <a:solidFill>
                  <a:srgbClr val="7653CF"/>
                </a:solidFill>
                <a:latin typeface="Arial"/>
                <a:ea typeface="Microsoft YaHei"/>
              </a:rPr>
              <a:t>=</a:t>
            </a:r>
            <a:r>
              <a:rPr sz="1350" b="1">
                <a:solidFill>
                  <a:srgbClr val="7653CF"/>
                </a:solidFill>
                <a:latin typeface="Microsoft YaHei"/>
                <a:ea typeface="Microsoft YaHei"/>
              </a:rPr>
              <a:t> </a:t>
            </a:r>
            <a:r>
              <a:rPr sz="1350" b="1">
                <a:solidFill>
                  <a:srgbClr val="7653CF"/>
                </a:solidFill>
                <a:latin typeface="Arial"/>
                <a:ea typeface="Microsoft YaHei"/>
              </a:rPr>
              <a:t>V_Rs,rms</a:t>
            </a:r>
            <a:r>
              <a:rPr sz="1350" b="1">
                <a:solidFill>
                  <a:srgbClr val="7653CF"/>
                </a:solidFill>
                <a:latin typeface="Microsoft YaHei"/>
                <a:ea typeface="Microsoft YaHei"/>
              </a:rPr>
              <a:t> </a:t>
            </a:r>
            <a:r>
              <a:rPr sz="1350" b="1">
                <a:solidFill>
                  <a:srgbClr val="7653CF"/>
                </a:solidFill>
                <a:latin typeface="Arial"/>
                <a:ea typeface="Microsoft YaHei"/>
              </a:rPr>
              <a:t>/</a:t>
            </a:r>
            <a:r>
              <a:rPr sz="1350" b="1">
                <a:solidFill>
                  <a:srgbClr val="7653CF"/>
                </a:solidFill>
                <a:latin typeface="Microsoft YaHei"/>
                <a:ea typeface="Microsoft YaHei"/>
              </a:rPr>
              <a:t> </a:t>
            </a:r>
            <a:r>
              <a:rPr sz="1350" b="1">
                <a:solidFill>
                  <a:srgbClr val="7653CF"/>
                </a:solidFill>
                <a:latin typeface="Arial"/>
                <a:ea typeface="Microsoft YaHei"/>
              </a:rPr>
              <a:t>Rs</a:t>
            </a:r>
          </a:p>
        </p:txBody>
      </p:sp>
      <p:cxnSp>
        <p:nvCxnSpPr>
          <p:cNvPr id="55" name="Connector 54"/>
          <p:cNvCxnSpPr/>
          <p:nvPr/>
        </p:nvCxnSpPr>
        <p:spPr>
          <a:xfrm>
            <a:off x="7677150" y="3429000"/>
            <a:ext cx="466725" cy="0"/>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8143875" y="3429000"/>
            <a:ext cx="0" cy="1323975"/>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3381375" y="4752975"/>
            <a:ext cx="4762500" cy="0"/>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381375" y="4305300"/>
            <a:ext cx="0" cy="447675"/>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3095625" y="4305300"/>
            <a:ext cx="285750" cy="0"/>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sp>
        <p:nvSpPr>
          <p:cNvPr id="60" name="Freeform 59"/>
          <p:cNvSpPr/>
          <p:nvPr/>
        </p:nvSpPr>
        <p:spPr>
          <a:xfrm>
            <a:off x="3098800" y="4267200"/>
            <a:ext cx="76200" cy="76200"/>
          </a:xfrm>
          <a:custGeom>
            <a:avLst/>
            <a:gdLst/>
            <a:ahLst/>
            <a:cxnLst/>
            <a:rect l="l" t="t" r="r" b="b"/>
            <a:pathLst>
              <a:path w="6" h="6">
                <a:moveTo>
                  <a:pt x="0" y="3"/>
                </a:moveTo>
                <a:lnTo>
                  <a:pt x="6" y="6"/>
                </a:lnTo>
                <a:lnTo>
                  <a:pt x="6" y="0"/>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flipH="1">
            <a:off x="4324350" y="2876550"/>
            <a:ext cx="1390650" cy="0"/>
          </a:xfrm>
          <a:prstGeom prst="line">
            <a:avLst/>
          </a:prstGeom>
          <a:ln w="17145">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4324350" y="2876550"/>
            <a:ext cx="0" cy="152400"/>
          </a:xfrm>
          <a:prstGeom prst="line">
            <a:avLst/>
          </a:prstGeom>
          <a:ln w="17145">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3095625" y="3028950"/>
            <a:ext cx="1228725" cy="0"/>
          </a:xfrm>
          <a:prstGeom prst="line">
            <a:avLst/>
          </a:prstGeom>
          <a:ln w="17145">
            <a:solidFill>
              <a:srgbClr val="3B6CB0"/>
            </a:solidFill>
          </a:ln>
        </p:spPr>
        <p:style>
          <a:lnRef idx="2">
            <a:schemeClr val="accent1"/>
          </a:lnRef>
          <a:fillRef idx="0">
            <a:schemeClr val="accent1"/>
          </a:fillRef>
          <a:effectRef idx="1">
            <a:schemeClr val="accent1"/>
          </a:effectRef>
          <a:fontRef idx="minor">
            <a:schemeClr val="tx1"/>
          </a:fontRef>
        </p:style>
      </p:cxnSp>
      <p:sp>
        <p:nvSpPr>
          <p:cNvPr id="64" name="Freeform 63"/>
          <p:cNvSpPr/>
          <p:nvPr/>
        </p:nvSpPr>
        <p:spPr>
          <a:xfrm>
            <a:off x="3098800" y="2984500"/>
            <a:ext cx="76200" cy="88900"/>
          </a:xfrm>
          <a:custGeom>
            <a:avLst/>
            <a:gdLst/>
            <a:ahLst/>
            <a:cxnLst/>
            <a:rect l="l" t="t" r="r" b="b"/>
            <a:pathLst>
              <a:path w="6" h="7">
                <a:moveTo>
                  <a:pt x="0" y="3"/>
                </a:moveTo>
                <a:lnTo>
                  <a:pt x="6" y="7"/>
                </a:lnTo>
                <a:lnTo>
                  <a:pt x="6" y="0"/>
                </a:lnTo>
                <a:close/>
              </a:path>
            </a:pathLst>
          </a:cu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flipV="1">
            <a:off x="6838950" y="2657475"/>
            <a:ext cx="0" cy="219075"/>
          </a:xfrm>
          <a:prstGeom prst="line">
            <a:avLst/>
          </a:prstGeom>
          <a:ln w="17145">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4524375" y="2657475"/>
            <a:ext cx="2314575" cy="0"/>
          </a:xfrm>
          <a:prstGeom prst="line">
            <a:avLst/>
          </a:prstGeom>
          <a:ln w="17145">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4524375" y="2657475"/>
            <a:ext cx="0" cy="800100"/>
          </a:xfrm>
          <a:prstGeom prst="line">
            <a:avLst/>
          </a:prstGeom>
          <a:ln w="17145">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3095625" y="3457575"/>
            <a:ext cx="1428750" cy="0"/>
          </a:xfrm>
          <a:prstGeom prst="line">
            <a:avLst/>
          </a:prstGeom>
          <a:ln w="17145">
            <a:solidFill>
              <a:srgbClr val="3B6CB0"/>
            </a:solidFill>
          </a:ln>
        </p:spPr>
        <p:style>
          <a:lnRef idx="2">
            <a:schemeClr val="accent1"/>
          </a:lnRef>
          <a:fillRef idx="0">
            <a:schemeClr val="accent1"/>
          </a:fillRef>
          <a:effectRef idx="1">
            <a:schemeClr val="accent1"/>
          </a:effectRef>
          <a:fontRef idx="minor">
            <a:schemeClr val="tx1"/>
          </a:fontRef>
        </p:style>
      </p:cxnSp>
      <p:sp>
        <p:nvSpPr>
          <p:cNvPr id="69" name="Freeform 68"/>
          <p:cNvSpPr/>
          <p:nvPr/>
        </p:nvSpPr>
        <p:spPr>
          <a:xfrm>
            <a:off x="3098800" y="3416300"/>
            <a:ext cx="76200" cy="76200"/>
          </a:xfrm>
          <a:custGeom>
            <a:avLst/>
            <a:gdLst/>
            <a:ahLst/>
            <a:cxnLst/>
            <a:rect l="l" t="t" r="r" b="b"/>
            <a:pathLst>
              <a:path w="6" h="6">
                <a:moveTo>
                  <a:pt x="0" y="3"/>
                </a:moveTo>
                <a:lnTo>
                  <a:pt x="6" y="6"/>
                </a:lnTo>
                <a:lnTo>
                  <a:pt x="6" y="0"/>
                </a:lnTo>
                <a:close/>
              </a:path>
            </a:pathLst>
          </a:cu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8953500" y="2609850"/>
            <a:ext cx="2724150" cy="2095500"/>
          </a:xfrm>
          <a:prstGeom prst="roundRect">
            <a:avLst>
              <a:gd name="adj" fmla="val 5000"/>
            </a:avLst>
          </a:prstGeom>
          <a:solidFill>
            <a:srgbClr val="EDF3FC"/>
          </a:solidFill>
          <a:ln w="11429">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077325" y="2705100"/>
            <a:ext cx="2189931" cy="266700"/>
          </a:xfrm>
          <a:prstGeom prst="rect">
            <a:avLst/>
          </a:prstGeom>
          <a:noFill/>
        </p:spPr>
        <p:txBody>
          <a:bodyPr wrap="none" lIns="0" rIns="0" tIns="0" bIns="0">
            <a:spAutoFit/>
          </a:bodyPr>
          <a:lstStyle/>
          <a:p>
            <a:pPr>
              <a:lnSpc>
                <a:spcPts val="2025"/>
              </a:lnSpc>
              <a:spcBef>
                <a:spcPts val="0"/>
              </a:spcBef>
              <a:spcAft>
                <a:spcPts val="0"/>
              </a:spcAft>
            </a:pPr>
            <a:r>
              <a:rPr sz="1500" b="1">
                <a:solidFill>
                  <a:srgbClr val="3B6CB0"/>
                </a:solidFill>
                <a:latin typeface="Arial"/>
                <a:ea typeface="Microsoft YaHei"/>
              </a:rPr>
              <a:t>FOLLOWER</a:t>
            </a:r>
            <a:r>
              <a:rPr sz="1500" b="1">
                <a:solidFill>
                  <a:srgbClr val="3B6CB0"/>
                </a:solidFill>
                <a:latin typeface="Microsoft YaHei"/>
                <a:ea typeface="Microsoft YaHei"/>
              </a:rPr>
              <a:t> </a:t>
            </a:r>
            <a:r>
              <a:rPr sz="1500" b="1">
                <a:solidFill>
                  <a:srgbClr val="3B6CB0"/>
                </a:solidFill>
                <a:latin typeface="Arial"/>
                <a:ea typeface="Microsoft YaHei"/>
              </a:rPr>
              <a:t>LOCK-IN</a:t>
            </a:r>
          </a:p>
        </p:txBody>
      </p:sp>
      <p:sp>
        <p:nvSpPr>
          <p:cNvPr id="72" name="TextBox 71"/>
          <p:cNvSpPr txBox="1"/>
          <p:nvPr/>
        </p:nvSpPr>
        <p:spPr>
          <a:xfrm>
            <a:off x="9124950" y="3019425"/>
            <a:ext cx="1985716"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3B6CB0"/>
                </a:solidFill>
                <a:latin typeface="Arial"/>
                <a:ea typeface="Microsoft YaHei"/>
              </a:rPr>
              <a:t>Differential</a:t>
            </a:r>
            <a:r>
              <a:rPr sz="1425" b="0">
                <a:solidFill>
                  <a:srgbClr val="3B6CB0"/>
                </a:solidFill>
                <a:latin typeface="Microsoft YaHei"/>
                <a:ea typeface="Microsoft YaHei"/>
              </a:rPr>
              <a:t> </a:t>
            </a:r>
            <a:r>
              <a:rPr sz="1425" b="0">
                <a:solidFill>
                  <a:srgbClr val="3B6CB0"/>
                </a:solidFill>
                <a:latin typeface="Arial"/>
                <a:ea typeface="Microsoft YaHei"/>
              </a:rPr>
              <a:t>Vxy</a:t>
            </a:r>
            <a:r>
              <a:rPr sz="1425" b="0">
                <a:solidFill>
                  <a:srgbClr val="3B6CB0"/>
                </a:solidFill>
                <a:latin typeface="Microsoft YaHei"/>
                <a:ea typeface="Microsoft YaHei"/>
              </a:rPr>
              <a:t> </a:t>
            </a:r>
            <a:r>
              <a:rPr sz="1425" b="0">
                <a:solidFill>
                  <a:srgbClr val="3B6CB0"/>
                </a:solidFill>
                <a:latin typeface="Arial"/>
                <a:ea typeface="Microsoft YaHei"/>
              </a:rPr>
              <a:t>input</a:t>
            </a:r>
          </a:p>
        </p:txBody>
      </p:sp>
      <p:sp>
        <p:nvSpPr>
          <p:cNvPr id="73" name="TextBox 72"/>
          <p:cNvSpPr txBox="1"/>
          <p:nvPr/>
        </p:nvSpPr>
        <p:spPr>
          <a:xfrm>
            <a:off x="9124950" y="3263741"/>
            <a:ext cx="1675725"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3B6CB0"/>
                </a:solidFill>
                <a:latin typeface="Arial"/>
                <a:ea typeface="Microsoft YaHei"/>
              </a:rPr>
              <a:t>External</a:t>
            </a:r>
            <a:r>
              <a:rPr sz="1425" b="0">
                <a:solidFill>
                  <a:srgbClr val="3B6CB0"/>
                </a:solidFill>
                <a:latin typeface="Microsoft YaHei"/>
                <a:ea typeface="Microsoft YaHei"/>
              </a:rPr>
              <a:t> </a:t>
            </a:r>
            <a:r>
              <a:rPr sz="1425" b="0">
                <a:solidFill>
                  <a:srgbClr val="3B6CB0"/>
                </a:solidFill>
                <a:latin typeface="Arial"/>
                <a:ea typeface="Microsoft YaHei"/>
              </a:rPr>
              <a:t>REF</a:t>
            </a:r>
            <a:r>
              <a:rPr sz="1425" b="0">
                <a:solidFill>
                  <a:srgbClr val="3B6CB0"/>
                </a:solidFill>
                <a:latin typeface="Microsoft YaHei"/>
                <a:ea typeface="Microsoft YaHei"/>
              </a:rPr>
              <a:t> </a:t>
            </a:r>
            <a:r>
              <a:rPr sz="1425" b="0">
                <a:solidFill>
                  <a:srgbClr val="3B6CB0"/>
                </a:solidFill>
                <a:latin typeface="Arial"/>
                <a:ea typeface="Microsoft YaHei"/>
              </a:rPr>
              <a:t>=</a:t>
            </a:r>
            <a:r>
              <a:rPr sz="1425" b="0">
                <a:solidFill>
                  <a:srgbClr val="3B6CB0"/>
                </a:solidFill>
                <a:latin typeface="Microsoft YaHei"/>
                <a:ea typeface="Microsoft YaHei"/>
              </a:rPr>
              <a:t> </a:t>
            </a:r>
            <a:r>
              <a:rPr sz="1425" b="0">
                <a:solidFill>
                  <a:srgbClr val="3B6CB0"/>
                </a:solidFill>
                <a:latin typeface="Arial"/>
                <a:ea typeface="Microsoft YaHei"/>
              </a:rPr>
              <a:t>f_I</a:t>
            </a:r>
          </a:p>
        </p:txBody>
      </p:sp>
      <p:sp>
        <p:nvSpPr>
          <p:cNvPr id="74" name="TextBox 73"/>
          <p:cNvSpPr txBox="1"/>
          <p:nvPr/>
        </p:nvSpPr>
        <p:spPr>
          <a:xfrm>
            <a:off x="9124950" y="3508057"/>
            <a:ext cx="1472658"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3B6CB0"/>
                </a:solidFill>
                <a:latin typeface="Arial"/>
                <a:ea typeface="Microsoft YaHei"/>
              </a:rPr>
              <a:t>Harmonic</a:t>
            </a:r>
            <a:r>
              <a:rPr sz="1425" b="0">
                <a:solidFill>
                  <a:srgbClr val="3B6CB0"/>
                </a:solidFill>
                <a:latin typeface="Microsoft YaHei"/>
                <a:ea typeface="Microsoft YaHei"/>
              </a:rPr>
              <a:t> </a:t>
            </a:r>
            <a:r>
              <a:rPr sz="1425" b="0">
                <a:solidFill>
                  <a:srgbClr val="3B6CB0"/>
                </a:solidFill>
                <a:latin typeface="Arial"/>
                <a:ea typeface="Microsoft YaHei"/>
              </a:rPr>
              <a:t>n</a:t>
            </a:r>
            <a:r>
              <a:rPr sz="1425" b="0">
                <a:solidFill>
                  <a:srgbClr val="3B6CB0"/>
                </a:solidFill>
                <a:latin typeface="Microsoft YaHei"/>
                <a:ea typeface="Microsoft YaHei"/>
              </a:rPr>
              <a:t> </a:t>
            </a:r>
            <a:r>
              <a:rPr sz="1425" b="0">
                <a:solidFill>
                  <a:srgbClr val="3B6CB0"/>
                </a:solidFill>
                <a:latin typeface="Arial"/>
                <a:ea typeface="Microsoft YaHei"/>
              </a:rPr>
              <a:t>=</a:t>
            </a:r>
            <a:r>
              <a:rPr sz="1425" b="0">
                <a:solidFill>
                  <a:srgbClr val="3B6CB0"/>
                </a:solidFill>
                <a:latin typeface="Microsoft YaHei"/>
                <a:ea typeface="Microsoft YaHei"/>
              </a:rPr>
              <a:t> </a:t>
            </a:r>
            <a:r>
              <a:rPr sz="1425" b="0">
                <a:solidFill>
                  <a:srgbClr val="3B6CB0"/>
                </a:solidFill>
                <a:latin typeface="Arial"/>
                <a:ea typeface="Microsoft YaHei"/>
              </a:rPr>
              <a:t>2</a:t>
            </a:r>
          </a:p>
        </p:txBody>
      </p:sp>
      <p:sp>
        <p:nvSpPr>
          <p:cNvPr id="75" name="TextBox 74"/>
          <p:cNvSpPr txBox="1"/>
          <p:nvPr/>
        </p:nvSpPr>
        <p:spPr>
          <a:xfrm>
            <a:off x="9124950" y="3752373"/>
            <a:ext cx="2311170"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3B6CB0"/>
                </a:solidFill>
                <a:latin typeface="Arial"/>
                <a:ea typeface="Microsoft YaHei"/>
              </a:rPr>
              <a:t>Save</a:t>
            </a:r>
            <a:r>
              <a:rPr sz="1425" b="0">
                <a:solidFill>
                  <a:srgbClr val="3B6CB0"/>
                </a:solidFill>
                <a:latin typeface="Microsoft YaHei"/>
                <a:ea typeface="Microsoft YaHei"/>
              </a:rPr>
              <a:t> </a:t>
            </a:r>
            <a:r>
              <a:rPr sz="1425" b="0">
                <a:solidFill>
                  <a:srgbClr val="3B6CB0"/>
                </a:solidFill>
                <a:latin typeface="Arial"/>
                <a:ea typeface="Microsoft YaHei"/>
              </a:rPr>
              <a:t>X,</a:t>
            </a:r>
            <a:r>
              <a:rPr sz="1425" b="0">
                <a:solidFill>
                  <a:srgbClr val="3B6CB0"/>
                </a:solidFill>
                <a:latin typeface="Microsoft YaHei"/>
                <a:ea typeface="Microsoft YaHei"/>
              </a:rPr>
              <a:t> </a:t>
            </a:r>
            <a:r>
              <a:rPr sz="1425" b="0">
                <a:solidFill>
                  <a:srgbClr val="3B6CB0"/>
                </a:solidFill>
                <a:latin typeface="Arial"/>
                <a:ea typeface="Microsoft YaHei"/>
              </a:rPr>
              <a:t>Y</a:t>
            </a:r>
            <a:r>
              <a:rPr sz="1425" b="0">
                <a:solidFill>
                  <a:srgbClr val="3B6CB0"/>
                </a:solidFill>
                <a:latin typeface="Microsoft YaHei"/>
                <a:ea typeface="Microsoft YaHei"/>
              </a:rPr>
              <a:t> </a:t>
            </a:r>
            <a:r>
              <a:rPr sz="1425" b="0">
                <a:solidFill>
                  <a:srgbClr val="3B6CB0"/>
                </a:solidFill>
                <a:latin typeface="Arial"/>
                <a:ea typeface="Microsoft YaHei"/>
              </a:rPr>
              <a:t>and</a:t>
            </a:r>
            <a:r>
              <a:rPr sz="1425" b="0">
                <a:solidFill>
                  <a:srgbClr val="3B6CB0"/>
                </a:solidFill>
                <a:latin typeface="Microsoft YaHei"/>
                <a:ea typeface="Microsoft YaHei"/>
              </a:rPr>
              <a:t> </a:t>
            </a:r>
            <a:r>
              <a:rPr sz="1425" b="0">
                <a:solidFill>
                  <a:srgbClr val="3B6CB0"/>
                </a:solidFill>
                <a:latin typeface="Arial"/>
                <a:ea typeface="Microsoft YaHei"/>
              </a:rPr>
              <a:t>lock</a:t>
            </a:r>
            <a:r>
              <a:rPr sz="1425" b="0">
                <a:solidFill>
                  <a:srgbClr val="3B6CB0"/>
                </a:solidFill>
                <a:latin typeface="Microsoft YaHei"/>
                <a:ea typeface="Microsoft YaHei"/>
              </a:rPr>
              <a:t> </a:t>
            </a:r>
            <a:r>
              <a:rPr sz="1425" b="0">
                <a:solidFill>
                  <a:srgbClr val="3B6CB0"/>
                </a:solidFill>
                <a:latin typeface="Arial"/>
                <a:ea typeface="Microsoft YaHei"/>
              </a:rPr>
              <a:t>status</a:t>
            </a:r>
          </a:p>
        </p:txBody>
      </p:sp>
      <p:sp>
        <p:nvSpPr>
          <p:cNvPr id="76" name="Oval 75"/>
          <p:cNvSpPr/>
          <p:nvPr/>
        </p:nvSpPr>
        <p:spPr>
          <a:xfrm>
            <a:off x="8915400" y="3171825"/>
            <a:ext cx="76200" cy="76200"/>
          </a:xfrm>
          <a:prstGeom prst="ellipse">
            <a:avLst/>
          </a:pr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8915400" y="3705225"/>
            <a:ext cx="76200" cy="76200"/>
          </a:xfrm>
          <a:prstGeom prst="ellipse">
            <a:avLst/>
          </a:pr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Connector 77"/>
          <p:cNvCxnSpPr/>
          <p:nvPr/>
        </p:nvCxnSpPr>
        <p:spPr>
          <a:xfrm>
            <a:off x="6838950" y="2876550"/>
            <a:ext cx="1590675" cy="0"/>
          </a:xfrm>
          <a:prstGeom prst="line">
            <a:avLst/>
          </a:prstGeom>
          <a:ln w="17145">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8429625" y="2876550"/>
            <a:ext cx="0" cy="333375"/>
          </a:xfrm>
          <a:prstGeom prst="line">
            <a:avLst/>
          </a:prstGeom>
          <a:ln w="17145">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8429625" y="3209925"/>
            <a:ext cx="523875" cy="0"/>
          </a:xfrm>
          <a:prstGeom prst="line">
            <a:avLst/>
          </a:prstGeom>
          <a:ln w="17145">
            <a:solidFill>
              <a:srgbClr val="3B6CB0"/>
            </a:solidFill>
          </a:ln>
        </p:spPr>
        <p:style>
          <a:lnRef idx="2">
            <a:schemeClr val="accent1"/>
          </a:lnRef>
          <a:fillRef idx="0">
            <a:schemeClr val="accent1"/>
          </a:fillRef>
          <a:effectRef idx="1">
            <a:schemeClr val="accent1"/>
          </a:effectRef>
          <a:fontRef idx="minor">
            <a:schemeClr val="tx1"/>
          </a:fontRef>
        </p:style>
      </p:cxnSp>
      <p:sp>
        <p:nvSpPr>
          <p:cNvPr id="81" name="Freeform 80"/>
          <p:cNvSpPr/>
          <p:nvPr/>
        </p:nvSpPr>
        <p:spPr>
          <a:xfrm>
            <a:off x="8864600" y="3175000"/>
            <a:ext cx="88900" cy="76200"/>
          </a:xfrm>
          <a:custGeom>
            <a:avLst/>
            <a:gdLst/>
            <a:ahLst/>
            <a:cxnLst/>
            <a:rect l="l" t="t" r="r" b="b"/>
            <a:pathLst>
              <a:path w="7" h="6">
                <a:moveTo>
                  <a:pt x="7" y="3"/>
                </a:moveTo>
                <a:lnTo>
                  <a:pt x="0" y="0"/>
                </a:lnTo>
                <a:lnTo>
                  <a:pt x="0" y="6"/>
                </a:lnTo>
                <a:close/>
              </a:path>
            </a:pathLst>
          </a:cu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2" name="Connector 81"/>
          <p:cNvCxnSpPr/>
          <p:nvPr/>
        </p:nvCxnSpPr>
        <p:spPr>
          <a:xfrm>
            <a:off x="6838950" y="3962400"/>
            <a:ext cx="1809750" cy="0"/>
          </a:xfrm>
          <a:prstGeom prst="line">
            <a:avLst/>
          </a:prstGeom>
          <a:ln w="17145">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8648700" y="3743325"/>
            <a:ext cx="0" cy="219075"/>
          </a:xfrm>
          <a:prstGeom prst="line">
            <a:avLst/>
          </a:prstGeom>
          <a:ln w="17145">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8648700" y="3743325"/>
            <a:ext cx="304800" cy="0"/>
          </a:xfrm>
          <a:prstGeom prst="line">
            <a:avLst/>
          </a:prstGeom>
          <a:ln w="17145">
            <a:solidFill>
              <a:srgbClr val="3B6CB0"/>
            </a:solidFill>
          </a:ln>
        </p:spPr>
        <p:style>
          <a:lnRef idx="2">
            <a:schemeClr val="accent1"/>
          </a:lnRef>
          <a:fillRef idx="0">
            <a:schemeClr val="accent1"/>
          </a:fillRef>
          <a:effectRef idx="1">
            <a:schemeClr val="accent1"/>
          </a:effectRef>
          <a:fontRef idx="minor">
            <a:schemeClr val="tx1"/>
          </a:fontRef>
        </p:style>
      </p:cxnSp>
      <p:sp>
        <p:nvSpPr>
          <p:cNvPr id="85" name="Freeform 84"/>
          <p:cNvSpPr/>
          <p:nvPr/>
        </p:nvSpPr>
        <p:spPr>
          <a:xfrm>
            <a:off x="8864600" y="3708400"/>
            <a:ext cx="88900" cy="76200"/>
          </a:xfrm>
          <a:custGeom>
            <a:avLst/>
            <a:gdLst/>
            <a:ahLst/>
            <a:cxnLst/>
            <a:rect l="l" t="t" r="r" b="b"/>
            <a:pathLst>
              <a:path w="7" h="6">
                <a:moveTo>
                  <a:pt x="7" y="3"/>
                </a:moveTo>
                <a:lnTo>
                  <a:pt x="0" y="0"/>
                </a:lnTo>
                <a:lnTo>
                  <a:pt x="0" y="6"/>
                </a:lnTo>
                <a:close/>
              </a:path>
            </a:pathLst>
          </a:cu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5295900" y="4943475"/>
            <a:ext cx="2133600" cy="542925"/>
          </a:xfrm>
          <a:prstGeom prst="roundRect">
            <a:avLst>
              <a:gd name="adj" fmla="val 17543"/>
            </a:avLst>
          </a:prstGeom>
          <a:solidFill>
            <a:srgbClr val="FFFFFF"/>
          </a:solidFill>
          <a:ln w="13334">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624228" y="5079920"/>
            <a:ext cx="1553142"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7653CF"/>
                </a:solidFill>
                <a:latin typeface="Arial"/>
                <a:ea typeface="Microsoft YaHei"/>
              </a:rPr>
              <a:t>2400:</a:t>
            </a:r>
            <a:r>
              <a:rPr sz="1575" b="1">
                <a:solidFill>
                  <a:srgbClr val="7653CF"/>
                </a:solidFill>
                <a:latin typeface="Microsoft YaHei"/>
                <a:ea typeface="Microsoft YaHei"/>
              </a:rPr>
              <a:t> </a:t>
            </a:r>
            <a:r>
              <a:rPr sz="1575" b="1">
                <a:solidFill>
                  <a:srgbClr val="7653CF"/>
                </a:solidFill>
                <a:latin typeface="Arial"/>
                <a:ea typeface="Microsoft YaHei"/>
              </a:rPr>
              <a:t>Vg</a:t>
            </a:r>
            <a:r>
              <a:rPr sz="1575" b="1">
                <a:solidFill>
                  <a:srgbClr val="7653CF"/>
                </a:solidFill>
                <a:latin typeface="Microsoft YaHei"/>
                <a:ea typeface="Microsoft YaHei"/>
              </a:rPr>
              <a:t> </a:t>
            </a:r>
            <a:r>
              <a:rPr sz="1575" b="1">
                <a:solidFill>
                  <a:srgbClr val="7653CF"/>
                </a:solidFill>
                <a:latin typeface="Arial"/>
                <a:ea typeface="Microsoft YaHei"/>
              </a:rPr>
              <a:t>+</a:t>
            </a:r>
            <a:r>
              <a:rPr sz="1575" b="1">
                <a:solidFill>
                  <a:srgbClr val="7653CF"/>
                </a:solidFill>
                <a:latin typeface="Microsoft YaHei"/>
                <a:ea typeface="Microsoft YaHei"/>
              </a:rPr>
              <a:t> </a:t>
            </a:r>
            <a:r>
              <a:rPr sz="1575" b="1">
                <a:solidFill>
                  <a:srgbClr val="7653CF"/>
                </a:solidFill>
                <a:latin typeface="Arial"/>
                <a:ea typeface="Microsoft YaHei"/>
              </a:rPr>
              <a:t>Ig</a:t>
            </a:r>
          </a:p>
        </p:txBody>
      </p:sp>
      <p:cxnSp>
        <p:nvCxnSpPr>
          <p:cNvPr id="88" name="Connector 87"/>
          <p:cNvCxnSpPr/>
          <p:nvPr/>
        </p:nvCxnSpPr>
        <p:spPr>
          <a:xfrm>
            <a:off x="1809750" y="4638675"/>
            <a:ext cx="0" cy="1019175"/>
          </a:xfrm>
          <a:prstGeom prst="line">
            <a:avLst/>
          </a:prstGeom>
          <a:ln w="21907">
            <a:solidFill>
              <a:srgbClr val="BC7D1D"/>
            </a:solidFill>
            <a:prstDash val="dash"/>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809750" y="5657850"/>
            <a:ext cx="8486775" cy="0"/>
          </a:xfrm>
          <a:prstGeom prst="line">
            <a:avLst/>
          </a:prstGeom>
          <a:ln w="21907">
            <a:solidFill>
              <a:srgbClr val="BC7D1D"/>
            </a:solidFill>
            <a:prstDash val="dash"/>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0296525" y="4705350"/>
            <a:ext cx="0" cy="952500"/>
          </a:xfrm>
          <a:prstGeom prst="line">
            <a:avLst/>
          </a:prstGeom>
          <a:ln w="21907">
            <a:solidFill>
              <a:srgbClr val="BC7D1D"/>
            </a:solidFill>
            <a:prstDash val="dash"/>
          </a:ln>
        </p:spPr>
        <p:style>
          <a:lnRef idx="2">
            <a:schemeClr val="accent1"/>
          </a:lnRef>
          <a:fillRef idx="0">
            <a:schemeClr val="accent1"/>
          </a:fillRef>
          <a:effectRef idx="1">
            <a:schemeClr val="accent1"/>
          </a:effectRef>
          <a:fontRef idx="minor">
            <a:schemeClr val="tx1"/>
          </a:fontRef>
        </p:style>
      </p:cxnSp>
      <p:sp>
        <p:nvSpPr>
          <p:cNvPr id="91" name="Freeform 90"/>
          <p:cNvSpPr/>
          <p:nvPr/>
        </p:nvSpPr>
        <p:spPr>
          <a:xfrm>
            <a:off x="10261600" y="4699000"/>
            <a:ext cx="76200" cy="88900"/>
          </a:xfrm>
          <a:custGeom>
            <a:avLst/>
            <a:gdLst/>
            <a:ahLst/>
            <a:cxnLst/>
            <a:rect l="l" t="t" r="r" b="b"/>
            <a:pathLst>
              <a:path w="6" h="7">
                <a:moveTo>
                  <a:pt x="3" y="0"/>
                </a:moveTo>
                <a:lnTo>
                  <a:pt x="0" y="7"/>
                </a:lnTo>
                <a:lnTo>
                  <a:pt x="6" y="7"/>
                </a:lnTo>
                <a:close/>
              </a:path>
            </a:pathLst>
          </a:custGeom>
          <a:solidFill>
            <a:srgbClr val="BC7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438400" y="5248275"/>
            <a:ext cx="2287488"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BC7D1D"/>
                </a:solidFill>
                <a:latin typeface="Arial"/>
                <a:ea typeface="Microsoft YaHei"/>
              </a:rPr>
              <a:t>Physical</a:t>
            </a:r>
            <a:r>
              <a:rPr sz="1200" b="1">
                <a:solidFill>
                  <a:srgbClr val="BC7D1D"/>
                </a:solidFill>
                <a:latin typeface="Microsoft YaHei"/>
                <a:ea typeface="Microsoft YaHei"/>
              </a:rPr>
              <a:t> </a:t>
            </a:r>
            <a:r>
              <a:rPr sz="1200" b="1">
                <a:solidFill>
                  <a:srgbClr val="BC7D1D"/>
                </a:solidFill>
                <a:latin typeface="Arial"/>
                <a:ea typeface="Microsoft YaHei"/>
              </a:rPr>
              <a:t>oscillator</a:t>
            </a:r>
            <a:r>
              <a:rPr sz="1200" b="1">
                <a:solidFill>
                  <a:srgbClr val="BC7D1D"/>
                </a:solidFill>
                <a:latin typeface="Microsoft YaHei"/>
                <a:ea typeface="Microsoft YaHei"/>
              </a:rPr>
              <a:t> </a:t>
            </a:r>
            <a:r>
              <a:rPr sz="1200" b="1">
                <a:solidFill>
                  <a:srgbClr val="BC7D1D"/>
                </a:solidFill>
                <a:latin typeface="Arial"/>
                <a:ea typeface="Microsoft YaHei"/>
              </a:rPr>
              <a:t>REF:</a:t>
            </a:r>
            <a:r>
              <a:rPr sz="1200" b="1">
                <a:solidFill>
                  <a:srgbClr val="BC7D1D"/>
                </a:solidFill>
                <a:latin typeface="Microsoft YaHei"/>
                <a:ea typeface="Microsoft YaHei"/>
              </a:rPr>
              <a:t> </a:t>
            </a:r>
            <a:r>
              <a:rPr sz="1200" b="1">
                <a:solidFill>
                  <a:srgbClr val="BC7D1D"/>
                </a:solidFill>
                <a:latin typeface="Arial"/>
                <a:ea typeface="Microsoft YaHei"/>
              </a:rPr>
              <a:t>f_I</a:t>
            </a:r>
          </a:p>
        </p:txBody>
      </p:sp>
      <p:sp>
        <p:nvSpPr>
          <p:cNvPr id="93" name="TextBox 92"/>
          <p:cNvSpPr txBox="1"/>
          <p:nvPr/>
        </p:nvSpPr>
        <p:spPr>
          <a:xfrm>
            <a:off x="7248525" y="5715000"/>
            <a:ext cx="2761170" cy="173354"/>
          </a:xfrm>
          <a:prstGeom prst="rect">
            <a:avLst/>
          </a:prstGeom>
          <a:noFill/>
        </p:spPr>
        <p:txBody>
          <a:bodyPr wrap="none" lIns="0" rIns="0" tIns="0" bIns="0">
            <a:spAutoFit/>
          </a:bodyPr>
          <a:lstStyle/>
          <a:p>
            <a:pPr>
              <a:lnSpc>
                <a:spcPts val="1316"/>
              </a:lnSpc>
              <a:spcBef>
                <a:spcPts val="0"/>
              </a:spcBef>
              <a:spcAft>
                <a:spcPts val="0"/>
              </a:spcAft>
            </a:pPr>
            <a:r>
              <a:rPr sz="975" b="0">
                <a:solidFill>
                  <a:srgbClr val="62758C"/>
                </a:solidFill>
                <a:latin typeface="Arial"/>
                <a:ea typeface="Microsoft YaHei"/>
              </a:rPr>
              <a:t>Crossings</a:t>
            </a:r>
            <a:r>
              <a:rPr sz="975" b="0">
                <a:solidFill>
                  <a:srgbClr val="62758C"/>
                </a:solidFill>
                <a:latin typeface="Microsoft YaHei"/>
                <a:ea typeface="Microsoft YaHei"/>
              </a:rPr>
              <a:t> </a:t>
            </a:r>
            <a:r>
              <a:rPr sz="975" b="0">
                <a:solidFill>
                  <a:srgbClr val="62758C"/>
                </a:solidFill>
                <a:latin typeface="Arial"/>
                <a:ea typeface="Microsoft YaHei"/>
              </a:rPr>
              <a:t>without</a:t>
            </a:r>
            <a:r>
              <a:rPr sz="975" b="0">
                <a:solidFill>
                  <a:srgbClr val="62758C"/>
                </a:solidFill>
                <a:latin typeface="Microsoft YaHei"/>
                <a:ea typeface="Microsoft YaHei"/>
              </a:rPr>
              <a:t> </a:t>
            </a:r>
            <a:r>
              <a:rPr sz="975" b="0">
                <a:solidFill>
                  <a:srgbClr val="62758C"/>
                </a:solidFill>
                <a:latin typeface="Arial"/>
                <a:ea typeface="Microsoft YaHei"/>
              </a:rPr>
              <a:t>dots</a:t>
            </a:r>
            <a:r>
              <a:rPr sz="975" b="0">
                <a:solidFill>
                  <a:srgbClr val="62758C"/>
                </a:solidFill>
                <a:latin typeface="Microsoft YaHei"/>
                <a:ea typeface="Microsoft YaHei"/>
              </a:rPr>
              <a:t> </a:t>
            </a:r>
            <a:r>
              <a:rPr sz="975" b="0">
                <a:solidFill>
                  <a:srgbClr val="62758C"/>
                </a:solidFill>
                <a:latin typeface="Arial"/>
                <a:ea typeface="Microsoft YaHei"/>
              </a:rPr>
              <a:t>are</a:t>
            </a:r>
            <a:r>
              <a:rPr sz="975" b="0">
                <a:solidFill>
                  <a:srgbClr val="62758C"/>
                </a:solidFill>
                <a:latin typeface="Microsoft YaHei"/>
                <a:ea typeface="Microsoft YaHei"/>
              </a:rPr>
              <a:t> </a:t>
            </a:r>
            <a:r>
              <a:rPr sz="975" b="0">
                <a:solidFill>
                  <a:srgbClr val="62758C"/>
                </a:solidFill>
                <a:latin typeface="Arial"/>
                <a:ea typeface="Microsoft YaHei"/>
              </a:rPr>
              <a:t>not</a:t>
            </a:r>
            <a:r>
              <a:rPr sz="975" b="0">
                <a:solidFill>
                  <a:srgbClr val="62758C"/>
                </a:solidFill>
                <a:latin typeface="Microsoft YaHei"/>
                <a:ea typeface="Microsoft YaHei"/>
              </a:rPr>
              <a:t> </a:t>
            </a:r>
            <a:r>
              <a:rPr sz="975" b="0">
                <a:solidFill>
                  <a:srgbClr val="62758C"/>
                </a:solidFill>
                <a:latin typeface="Arial"/>
                <a:ea typeface="Microsoft YaHei"/>
              </a:rPr>
              <a:t>connections.</a:t>
            </a:r>
          </a:p>
        </p:txBody>
      </p:sp>
      <p:sp>
        <p:nvSpPr>
          <p:cNvPr id="94" name="Rounded Rectangle 93"/>
          <p:cNvSpPr/>
          <p:nvPr/>
        </p:nvSpPr>
        <p:spPr>
          <a:xfrm>
            <a:off x="514350" y="5886450"/>
            <a:ext cx="11163300" cy="514350"/>
          </a:xfrm>
          <a:prstGeom prst="roundRect">
            <a:avLst>
              <a:gd name="adj" fmla="val 16666"/>
            </a:avLst>
          </a:prstGeom>
          <a:solidFill>
            <a:srgbClr val="E9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95325" y="6000750"/>
            <a:ext cx="10366413" cy="306705"/>
          </a:xfrm>
          <a:prstGeom prst="rect">
            <a:avLst/>
          </a:prstGeom>
          <a:noFill/>
        </p:spPr>
        <p:txBody>
          <a:bodyPr wrap="none" lIns="0" rIns="0" tIns="0" bIns="0">
            <a:spAutoFit/>
          </a:bodyPr>
          <a:lstStyle/>
          <a:p>
            <a:pPr>
              <a:lnSpc>
                <a:spcPts val="2328"/>
              </a:lnSpc>
              <a:spcBef>
                <a:spcPts val="0"/>
              </a:spcBef>
              <a:spcAft>
                <a:spcPts val="0"/>
              </a:spcAft>
            </a:pPr>
            <a:r>
              <a:rPr sz="1725" b="1">
                <a:solidFill>
                  <a:srgbClr val="168D9D"/>
                </a:solidFill>
                <a:latin typeface="Arial"/>
                <a:ea typeface="Microsoft YaHei"/>
              </a:rPr>
              <a:t>Vxx</a:t>
            </a:r>
            <a:r>
              <a:rPr sz="1725" b="1">
                <a:solidFill>
                  <a:srgbClr val="168D9D"/>
                </a:solidFill>
                <a:latin typeface="Microsoft YaHei"/>
                <a:ea typeface="Microsoft YaHei"/>
              </a:rPr>
              <a:t> </a:t>
            </a:r>
            <a:r>
              <a:rPr sz="1725" b="1">
                <a:solidFill>
                  <a:srgbClr val="168D9D"/>
                </a:solidFill>
                <a:latin typeface="Arial"/>
                <a:ea typeface="Microsoft YaHei"/>
              </a:rPr>
              <a:t>/</a:t>
            </a:r>
            <a:r>
              <a:rPr sz="1725" b="1">
                <a:solidFill>
                  <a:srgbClr val="168D9D"/>
                </a:solidFill>
                <a:latin typeface="Microsoft YaHei"/>
                <a:ea typeface="Microsoft YaHei"/>
              </a:rPr>
              <a:t> </a:t>
            </a:r>
            <a:r>
              <a:rPr sz="1725" b="1">
                <a:solidFill>
                  <a:srgbClr val="168D9D"/>
                </a:solidFill>
                <a:latin typeface="Arial"/>
                <a:ea typeface="Microsoft YaHei"/>
              </a:rPr>
              <a:t>Vxy</a:t>
            </a:r>
            <a:r>
              <a:rPr sz="1725" b="1">
                <a:solidFill>
                  <a:srgbClr val="168D9D"/>
                </a:solidFill>
                <a:latin typeface="Microsoft YaHei"/>
                <a:ea typeface="Microsoft YaHei"/>
              </a:rPr>
              <a:t> </a:t>
            </a:r>
            <a:r>
              <a:rPr sz="1725" b="1">
                <a:solidFill>
                  <a:srgbClr val="168D9D"/>
                </a:solidFill>
                <a:latin typeface="Arial"/>
                <a:ea typeface="Microsoft YaHei"/>
              </a:rPr>
              <a:t>are</a:t>
            </a:r>
            <a:r>
              <a:rPr sz="1725" b="1">
                <a:solidFill>
                  <a:srgbClr val="168D9D"/>
                </a:solidFill>
                <a:latin typeface="Microsoft YaHei"/>
                <a:ea typeface="Microsoft YaHei"/>
              </a:rPr>
              <a:t> </a:t>
            </a:r>
            <a:r>
              <a:rPr sz="1725" b="1">
                <a:solidFill>
                  <a:srgbClr val="168D9D"/>
                </a:solidFill>
                <a:latin typeface="Arial"/>
                <a:ea typeface="Microsoft YaHei"/>
              </a:rPr>
              <a:t>spatial</a:t>
            </a:r>
            <a:r>
              <a:rPr sz="1725" b="1">
                <a:solidFill>
                  <a:srgbClr val="168D9D"/>
                </a:solidFill>
                <a:latin typeface="Microsoft YaHei"/>
                <a:ea typeface="Microsoft YaHei"/>
              </a:rPr>
              <a:t> </a:t>
            </a:r>
            <a:r>
              <a:rPr sz="1725" b="1">
                <a:solidFill>
                  <a:srgbClr val="168D9D"/>
                </a:solidFill>
                <a:latin typeface="Arial"/>
                <a:ea typeface="Microsoft YaHei"/>
              </a:rPr>
              <a:t>channels.</a:t>
            </a:r>
            <a:r>
              <a:rPr sz="1725" b="1">
                <a:solidFill>
                  <a:srgbClr val="168D9D"/>
                </a:solidFill>
                <a:latin typeface="Microsoft YaHei"/>
                <a:ea typeface="Microsoft YaHei"/>
              </a:rPr>
              <a:t> </a:t>
            </a:r>
            <a:r>
              <a:rPr sz="1725" b="1">
                <a:solidFill>
                  <a:srgbClr val="168D9D"/>
                </a:solidFill>
                <a:latin typeface="Arial"/>
                <a:ea typeface="Microsoft YaHei"/>
              </a:rPr>
              <a:t>X</a:t>
            </a:r>
            <a:r>
              <a:rPr sz="1725" b="1">
                <a:solidFill>
                  <a:srgbClr val="168D9D"/>
                </a:solidFill>
                <a:latin typeface="Microsoft YaHei"/>
                <a:ea typeface="Microsoft YaHei"/>
              </a:rPr>
              <a:t> </a:t>
            </a:r>
            <a:r>
              <a:rPr sz="1725" b="1">
                <a:solidFill>
                  <a:srgbClr val="168D9D"/>
                </a:solidFill>
                <a:latin typeface="Arial"/>
                <a:ea typeface="Microsoft YaHei"/>
              </a:rPr>
              <a:t>/</a:t>
            </a:r>
            <a:r>
              <a:rPr sz="1725" b="1">
                <a:solidFill>
                  <a:srgbClr val="168D9D"/>
                </a:solidFill>
                <a:latin typeface="Microsoft YaHei"/>
                <a:ea typeface="Microsoft YaHei"/>
              </a:rPr>
              <a:t> </a:t>
            </a:r>
            <a:r>
              <a:rPr sz="1725" b="1">
                <a:solidFill>
                  <a:srgbClr val="168D9D"/>
                </a:solidFill>
                <a:latin typeface="Arial"/>
                <a:ea typeface="Microsoft YaHei"/>
              </a:rPr>
              <a:t>Y</a:t>
            </a:r>
            <a:r>
              <a:rPr sz="1725" b="1">
                <a:solidFill>
                  <a:srgbClr val="168D9D"/>
                </a:solidFill>
                <a:latin typeface="Microsoft YaHei"/>
                <a:ea typeface="Microsoft YaHei"/>
              </a:rPr>
              <a:t> </a:t>
            </a:r>
            <a:r>
              <a:rPr sz="1725" b="1">
                <a:solidFill>
                  <a:srgbClr val="168D9D"/>
                </a:solidFill>
                <a:latin typeface="Arial"/>
                <a:ea typeface="Microsoft YaHei"/>
              </a:rPr>
              <a:t>are</a:t>
            </a:r>
            <a:r>
              <a:rPr sz="1725" b="1">
                <a:solidFill>
                  <a:srgbClr val="168D9D"/>
                </a:solidFill>
                <a:latin typeface="Microsoft YaHei"/>
                <a:ea typeface="Microsoft YaHei"/>
              </a:rPr>
              <a:t> </a:t>
            </a:r>
            <a:r>
              <a:rPr sz="1725" b="1">
                <a:solidFill>
                  <a:srgbClr val="168D9D"/>
                </a:solidFill>
                <a:latin typeface="Arial"/>
                <a:ea typeface="Microsoft YaHei"/>
              </a:rPr>
              <a:t>phase</a:t>
            </a:r>
            <a:r>
              <a:rPr sz="1725" b="1">
                <a:solidFill>
                  <a:srgbClr val="168D9D"/>
                </a:solidFill>
                <a:latin typeface="Microsoft YaHei"/>
                <a:ea typeface="Microsoft YaHei"/>
              </a:rPr>
              <a:t> </a:t>
            </a:r>
            <a:r>
              <a:rPr sz="1725" b="1">
                <a:solidFill>
                  <a:srgbClr val="168D9D"/>
                </a:solidFill>
                <a:latin typeface="Arial"/>
                <a:ea typeface="Microsoft YaHei"/>
              </a:rPr>
              <a:t>components</a:t>
            </a:r>
            <a:r>
              <a:rPr sz="1725" b="1">
                <a:solidFill>
                  <a:srgbClr val="168D9D"/>
                </a:solidFill>
                <a:latin typeface="Microsoft YaHei"/>
                <a:ea typeface="Microsoft YaHei"/>
              </a:rPr>
              <a:t> </a:t>
            </a:r>
            <a:r>
              <a:rPr sz="1725" b="1">
                <a:solidFill>
                  <a:srgbClr val="168D9D"/>
                </a:solidFill>
                <a:latin typeface="Arial"/>
                <a:ea typeface="Microsoft YaHei"/>
              </a:rPr>
              <a:t>returned</a:t>
            </a:r>
            <a:r>
              <a:rPr sz="1725" b="1">
                <a:solidFill>
                  <a:srgbClr val="168D9D"/>
                </a:solidFill>
                <a:latin typeface="Microsoft YaHei"/>
                <a:ea typeface="Microsoft YaHei"/>
              </a:rPr>
              <a:t> </a:t>
            </a:r>
            <a:r>
              <a:rPr sz="1725" b="1">
                <a:solidFill>
                  <a:srgbClr val="168D9D"/>
                </a:solidFill>
                <a:latin typeface="Arial"/>
                <a:ea typeface="Microsoft YaHei"/>
              </a:rPr>
              <a:t>by</a:t>
            </a:r>
            <a:r>
              <a:rPr sz="1725" b="1">
                <a:solidFill>
                  <a:srgbClr val="168D9D"/>
                </a:solidFill>
                <a:latin typeface="Microsoft YaHei"/>
                <a:ea typeface="Microsoft YaHei"/>
              </a:rPr>
              <a:t> </a:t>
            </a:r>
            <a:r>
              <a:rPr sz="1725" b="1">
                <a:solidFill>
                  <a:srgbClr val="168D9D"/>
                </a:solidFill>
                <a:latin typeface="Arial"/>
                <a:ea typeface="Microsoft YaHei"/>
              </a:rPr>
              <a:t>EACH</a:t>
            </a:r>
            <a:r>
              <a:rPr sz="1725" b="1">
                <a:solidFill>
                  <a:srgbClr val="168D9D"/>
                </a:solidFill>
                <a:latin typeface="Microsoft YaHei"/>
                <a:ea typeface="Microsoft YaHei"/>
              </a:rPr>
              <a:t> </a:t>
            </a:r>
            <a:r>
              <a:rPr sz="1725" b="1">
                <a:solidFill>
                  <a:srgbClr val="168D9D"/>
                </a:solidFill>
                <a:latin typeface="Arial"/>
                <a:ea typeface="Microsoft YaHei"/>
              </a:rPr>
              <a:t>lock-in.</a:t>
            </a:r>
          </a:p>
        </p:txBody>
      </p:sp>
      <p:cxnSp>
        <p:nvCxnSpPr>
          <p:cNvPr id="96" name="Connector 95"/>
          <p:cNvCxnSpPr/>
          <p:nvPr/>
        </p:nvCxnSpPr>
        <p:spPr>
          <a:xfrm>
            <a:off x="514350" y="6543675"/>
            <a:ext cx="11163300" cy="0"/>
          </a:xfrm>
          <a:prstGeom prst="line">
            <a:avLst/>
          </a:prstGeom>
          <a:ln w="9525">
            <a:solidFill>
              <a:srgbClr val="D9E3EE"/>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523875" y="6619875"/>
            <a:ext cx="5057463"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Circuit-level</a:t>
            </a:r>
            <a:r>
              <a:rPr sz="825" b="0">
                <a:solidFill>
                  <a:srgbClr val="62758C"/>
                </a:solidFill>
                <a:latin typeface="Microsoft YaHei"/>
                <a:ea typeface="Microsoft YaHei"/>
              </a:rPr>
              <a:t> </a:t>
            </a:r>
            <a:r>
              <a:rPr sz="825" b="0">
                <a:solidFill>
                  <a:srgbClr val="62758C"/>
                </a:solidFill>
                <a:latin typeface="Arial"/>
                <a:ea typeface="Microsoft YaHei"/>
              </a:rPr>
              <a:t>scenario</a:t>
            </a:r>
            <a:r>
              <a:rPr sz="825" b="0">
                <a:solidFill>
                  <a:srgbClr val="62758C"/>
                </a:solidFill>
                <a:latin typeface="Microsoft YaHei"/>
                <a:ea typeface="Microsoft YaHei"/>
              </a:rPr>
              <a:t> </a:t>
            </a:r>
            <a:r>
              <a:rPr sz="825" b="0">
                <a:solidFill>
                  <a:srgbClr val="62758C"/>
                </a:solidFill>
                <a:latin typeface="Arial"/>
                <a:ea typeface="Microsoft YaHei"/>
              </a:rPr>
              <a:t>based</a:t>
            </a:r>
            <a:r>
              <a:rPr sz="825" b="0">
                <a:solidFill>
                  <a:srgbClr val="62758C"/>
                </a:solidFill>
                <a:latin typeface="Microsoft YaHei"/>
                <a:ea typeface="Microsoft YaHei"/>
              </a:rPr>
              <a:t> </a:t>
            </a:r>
            <a:r>
              <a:rPr sz="825" b="0">
                <a:solidFill>
                  <a:srgbClr val="62758C"/>
                </a:solidFill>
                <a:latin typeface="Arial"/>
                <a:ea typeface="Microsoft YaHei"/>
              </a:rPr>
              <a:t>on</a:t>
            </a:r>
            <a:r>
              <a:rPr sz="825" b="0">
                <a:solidFill>
                  <a:srgbClr val="62758C"/>
                </a:solidFill>
                <a:latin typeface="Microsoft YaHei"/>
                <a:ea typeface="Microsoft YaHei"/>
              </a:rPr>
              <a:t> </a:t>
            </a:r>
            <a:r>
              <a:rPr sz="825" b="0">
                <a:solidFill>
                  <a:srgbClr val="62758C"/>
                </a:solidFill>
                <a:latin typeface="Arial"/>
                <a:ea typeface="Microsoft YaHei"/>
              </a:rPr>
              <a:t>the</a:t>
            </a:r>
            <a:r>
              <a:rPr sz="825" b="0">
                <a:solidFill>
                  <a:srgbClr val="62758C"/>
                </a:solidFill>
                <a:latin typeface="Microsoft YaHei"/>
                <a:ea typeface="Microsoft YaHei"/>
              </a:rPr>
              <a:t> </a:t>
            </a:r>
            <a:r>
              <a:rPr sz="825" b="0">
                <a:solidFill>
                  <a:srgbClr val="62758C"/>
                </a:solidFill>
                <a:latin typeface="Arial"/>
                <a:ea typeface="Microsoft YaHei"/>
              </a:rPr>
              <a:t>supplied</a:t>
            </a:r>
            <a:r>
              <a:rPr sz="825" b="0">
                <a:solidFill>
                  <a:srgbClr val="62758C"/>
                </a:solidFill>
                <a:latin typeface="Microsoft YaHei"/>
                <a:ea typeface="Microsoft YaHei"/>
              </a:rPr>
              <a:t> </a:t>
            </a:r>
            <a:r>
              <a:rPr sz="825" b="0">
                <a:solidFill>
                  <a:srgbClr val="62758C"/>
                </a:solidFill>
                <a:latin typeface="Arial"/>
                <a:ea typeface="Microsoft YaHei"/>
              </a:rPr>
              <a:t>apparatus;</a:t>
            </a:r>
            <a:r>
              <a:rPr sz="825" b="0">
                <a:solidFill>
                  <a:srgbClr val="62758C"/>
                </a:solidFill>
                <a:latin typeface="Microsoft YaHei"/>
                <a:ea typeface="Microsoft YaHei"/>
              </a:rPr>
              <a:t> </a:t>
            </a:r>
            <a:r>
              <a:rPr sz="825" b="0">
                <a:solidFill>
                  <a:srgbClr val="62758C"/>
                </a:solidFill>
                <a:latin typeface="Arial"/>
                <a:ea typeface="Microsoft YaHei"/>
              </a:rPr>
              <a:t>harmonic</a:t>
            </a:r>
            <a:r>
              <a:rPr sz="825" b="0">
                <a:solidFill>
                  <a:srgbClr val="62758C"/>
                </a:solidFill>
                <a:latin typeface="Microsoft YaHei"/>
                <a:ea typeface="Microsoft YaHei"/>
              </a:rPr>
              <a:t> </a:t>
            </a:r>
            <a:r>
              <a:rPr sz="825" b="0">
                <a:solidFill>
                  <a:srgbClr val="62758C"/>
                </a:solidFill>
                <a:latin typeface="Arial"/>
                <a:ea typeface="Microsoft YaHei"/>
              </a:rPr>
              <a:t>measurement</a:t>
            </a:r>
            <a:r>
              <a:rPr sz="825" b="0">
                <a:solidFill>
                  <a:srgbClr val="62758C"/>
                </a:solidFill>
                <a:latin typeface="Microsoft YaHei"/>
                <a:ea typeface="Microsoft YaHei"/>
              </a:rPr>
              <a:t> </a:t>
            </a:r>
            <a:r>
              <a:rPr sz="825" b="0">
                <a:solidFill>
                  <a:srgbClr val="62758C"/>
                </a:solidFill>
                <a:latin typeface="Arial"/>
                <a:ea typeface="Microsoft YaHei"/>
              </a:rPr>
              <a:t>rationale:</a:t>
            </a:r>
            <a:r>
              <a:rPr sz="825" b="0">
                <a:solidFill>
                  <a:srgbClr val="62758C"/>
                </a:solidFill>
                <a:latin typeface="Microsoft YaHei"/>
                <a:ea typeface="Microsoft YaHei"/>
              </a:rPr>
              <a:t> </a:t>
            </a:r>
            <a:r>
              <a:rPr sz="825" b="0">
                <a:solidFill>
                  <a:srgbClr val="62758C"/>
                </a:solidFill>
                <a:latin typeface="Arial"/>
                <a:ea typeface="Microsoft YaHei"/>
              </a:rPr>
              <a:t>[2,3].</a:t>
            </a:r>
          </a:p>
        </p:txBody>
      </p:sp>
      <p:sp>
        <p:nvSpPr>
          <p:cNvPr id="98" name="TextBox 97"/>
          <p:cNvSpPr txBox="1"/>
          <p:nvPr/>
        </p:nvSpPr>
        <p:spPr>
          <a:xfrm>
            <a:off x="11348256" y="6600825"/>
            <a:ext cx="405593"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62758C"/>
                </a:solidFill>
                <a:latin typeface="Arial"/>
                <a:ea typeface="Microsoft YaHei"/>
              </a:rPr>
              <a:t>10/22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295275"/>
            <a:ext cx="2605543"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10</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HARMONIC</a:t>
            </a:r>
            <a:r>
              <a:rPr sz="975" b="1">
                <a:solidFill>
                  <a:srgbClr val="168D9D"/>
                </a:solidFill>
                <a:latin typeface="Microsoft YaHei"/>
                <a:ea typeface="Microsoft YaHei"/>
              </a:rPr>
              <a:t> </a:t>
            </a:r>
            <a:r>
              <a:rPr sz="975" b="1">
                <a:solidFill>
                  <a:srgbClr val="168D9D"/>
                </a:solidFill>
                <a:latin typeface="Arial"/>
                <a:ea typeface="Microsoft YaHei"/>
              </a:rPr>
              <a:t>ACQUISITION</a:t>
            </a:r>
            <a:r>
              <a:rPr sz="975" b="1">
                <a:solidFill>
                  <a:srgbClr val="168D9D"/>
                </a:solidFill>
                <a:latin typeface="Microsoft YaHei"/>
                <a:ea typeface="Microsoft YaHei"/>
              </a:rPr>
              <a:t> </a:t>
            </a:r>
            <a:r>
              <a:rPr sz="975" b="1">
                <a:solidFill>
                  <a:srgbClr val="168D9D"/>
                </a:solidFill>
                <a:latin typeface="Arial"/>
                <a:ea typeface="Microsoft YaHei"/>
              </a:rPr>
              <a:t>MODES</a:t>
            </a:r>
          </a:p>
        </p:txBody>
      </p:sp>
      <p:sp>
        <p:nvSpPr>
          <p:cNvPr id="4" name="TextBox 3"/>
          <p:cNvSpPr txBox="1"/>
          <p:nvPr/>
        </p:nvSpPr>
        <p:spPr>
          <a:xfrm>
            <a:off x="514350" y="676275"/>
            <a:ext cx="10198447" cy="480059"/>
          </a:xfrm>
          <a:prstGeom prst="rect">
            <a:avLst/>
          </a:prstGeom>
          <a:noFill/>
        </p:spPr>
        <p:txBody>
          <a:bodyPr wrap="none" lIns="0" rIns="0" tIns="0" bIns="0">
            <a:spAutoFit/>
          </a:bodyPr>
          <a:lstStyle/>
          <a:p>
            <a:pPr>
              <a:lnSpc>
                <a:spcPts val="3645"/>
              </a:lnSpc>
              <a:spcBef>
                <a:spcPts val="0"/>
              </a:spcBef>
              <a:spcAft>
                <a:spcPts val="0"/>
              </a:spcAft>
            </a:pPr>
            <a:r>
              <a:rPr sz="2700" b="1">
                <a:solidFill>
                  <a:srgbClr val="11233E"/>
                </a:solidFill>
                <a:latin typeface="Arial"/>
                <a:ea typeface="Microsoft YaHei"/>
              </a:rPr>
              <a:t>Change</a:t>
            </a:r>
            <a:r>
              <a:rPr sz="2700" b="1">
                <a:solidFill>
                  <a:srgbClr val="11233E"/>
                </a:solidFill>
                <a:latin typeface="Microsoft YaHei"/>
                <a:ea typeface="Microsoft YaHei"/>
              </a:rPr>
              <a:t> </a:t>
            </a:r>
            <a:r>
              <a:rPr sz="2700" b="1">
                <a:solidFill>
                  <a:srgbClr val="11233E"/>
                </a:solidFill>
                <a:latin typeface="Arial"/>
                <a:ea typeface="Microsoft YaHei"/>
              </a:rPr>
              <a:t>acquisition</a:t>
            </a:r>
            <a:r>
              <a:rPr sz="2700" b="1">
                <a:solidFill>
                  <a:srgbClr val="11233E"/>
                </a:solidFill>
                <a:latin typeface="Microsoft YaHei"/>
                <a:ea typeface="Microsoft YaHei"/>
              </a:rPr>
              <a:t> </a:t>
            </a:r>
            <a:r>
              <a:rPr sz="2700" b="1">
                <a:solidFill>
                  <a:srgbClr val="11233E"/>
                </a:solidFill>
                <a:latin typeface="Arial"/>
                <a:ea typeface="Microsoft YaHei"/>
              </a:rPr>
              <a:t>mode,</a:t>
            </a:r>
            <a:r>
              <a:rPr sz="2700" b="1">
                <a:solidFill>
                  <a:srgbClr val="11233E"/>
                </a:solidFill>
                <a:latin typeface="Microsoft YaHei"/>
                <a:ea typeface="Microsoft YaHei"/>
              </a:rPr>
              <a:t> </a:t>
            </a:r>
            <a:r>
              <a:rPr sz="2700" b="1">
                <a:solidFill>
                  <a:srgbClr val="11233E"/>
                </a:solidFill>
                <a:latin typeface="Arial"/>
                <a:ea typeface="Microsoft YaHei"/>
              </a:rPr>
              <a:t>preserve</a:t>
            </a:r>
            <a:r>
              <a:rPr sz="2700" b="1">
                <a:solidFill>
                  <a:srgbClr val="11233E"/>
                </a:solidFill>
                <a:latin typeface="Microsoft YaHei"/>
                <a:ea typeface="Microsoft YaHei"/>
              </a:rPr>
              <a:t> </a:t>
            </a:r>
            <a:r>
              <a:rPr sz="2700" b="1">
                <a:solidFill>
                  <a:srgbClr val="11233E"/>
                </a:solidFill>
                <a:latin typeface="Arial"/>
                <a:ea typeface="Microsoft YaHei"/>
              </a:rPr>
              <a:t>channel</a:t>
            </a:r>
            <a:r>
              <a:rPr sz="2700" b="1">
                <a:solidFill>
                  <a:srgbClr val="11233E"/>
                </a:solidFill>
                <a:latin typeface="Microsoft YaHei"/>
                <a:ea typeface="Microsoft YaHei"/>
              </a:rPr>
              <a:t> </a:t>
            </a:r>
            <a:r>
              <a:rPr sz="2700" b="1">
                <a:solidFill>
                  <a:srgbClr val="11233E"/>
                </a:solidFill>
                <a:latin typeface="Arial"/>
                <a:ea typeface="Microsoft YaHei"/>
              </a:rPr>
              <a:t>meaning</a:t>
            </a:r>
          </a:p>
        </p:txBody>
      </p:sp>
      <p:sp>
        <p:nvSpPr>
          <p:cNvPr id="5" name="TextBox 4"/>
          <p:cNvSpPr txBox="1"/>
          <p:nvPr/>
        </p:nvSpPr>
        <p:spPr>
          <a:xfrm>
            <a:off x="533400" y="1247775"/>
            <a:ext cx="9773384"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62758C"/>
                </a:solidFill>
                <a:latin typeface="Arial"/>
                <a:ea typeface="Microsoft YaHei"/>
              </a:rPr>
              <a:t>The</a:t>
            </a:r>
            <a:r>
              <a:rPr sz="1425" b="0">
                <a:solidFill>
                  <a:srgbClr val="62758C"/>
                </a:solidFill>
                <a:latin typeface="Microsoft YaHei"/>
                <a:ea typeface="Microsoft YaHei"/>
              </a:rPr>
              <a:t> </a:t>
            </a:r>
            <a:r>
              <a:rPr sz="1425" b="0">
                <a:solidFill>
                  <a:srgbClr val="62758C"/>
                </a:solidFill>
                <a:latin typeface="Arial"/>
                <a:ea typeface="Microsoft YaHei"/>
              </a:rPr>
              <a:t>same</a:t>
            </a:r>
            <a:r>
              <a:rPr sz="1425" b="0">
                <a:solidFill>
                  <a:srgbClr val="62758C"/>
                </a:solidFill>
                <a:latin typeface="Microsoft YaHei"/>
                <a:ea typeface="Microsoft YaHei"/>
              </a:rPr>
              <a:t> </a:t>
            </a:r>
            <a:r>
              <a:rPr sz="1425" b="0">
                <a:solidFill>
                  <a:srgbClr val="62758C"/>
                </a:solidFill>
                <a:latin typeface="Arial"/>
                <a:ea typeface="Microsoft YaHei"/>
              </a:rPr>
              <a:t>two</a:t>
            </a:r>
            <a:r>
              <a:rPr sz="1425" b="0">
                <a:solidFill>
                  <a:srgbClr val="62758C"/>
                </a:solidFill>
                <a:latin typeface="Microsoft YaHei"/>
                <a:ea typeface="Microsoft YaHei"/>
              </a:rPr>
              <a:t> </a:t>
            </a:r>
            <a:r>
              <a:rPr sz="1425" b="0">
                <a:solidFill>
                  <a:srgbClr val="62758C"/>
                </a:solidFill>
                <a:latin typeface="Arial"/>
                <a:ea typeface="Microsoft YaHei"/>
              </a:rPr>
              <a:t>transport</a:t>
            </a:r>
            <a:r>
              <a:rPr sz="1425" b="0">
                <a:solidFill>
                  <a:srgbClr val="62758C"/>
                </a:solidFill>
                <a:latin typeface="Microsoft YaHei"/>
                <a:ea typeface="Microsoft YaHei"/>
              </a:rPr>
              <a:t> </a:t>
            </a:r>
            <a:r>
              <a:rPr sz="1425" b="0">
                <a:solidFill>
                  <a:srgbClr val="62758C"/>
                </a:solidFill>
                <a:latin typeface="Arial"/>
                <a:ea typeface="Microsoft YaHei"/>
              </a:rPr>
              <a:t>instruments</a:t>
            </a:r>
            <a:r>
              <a:rPr sz="1425" b="0">
                <a:solidFill>
                  <a:srgbClr val="62758C"/>
                </a:solidFill>
                <a:latin typeface="Microsoft YaHei"/>
                <a:ea typeface="Microsoft YaHei"/>
              </a:rPr>
              <a:t> </a:t>
            </a:r>
            <a:r>
              <a:rPr sz="1425" b="0">
                <a:solidFill>
                  <a:srgbClr val="62758C"/>
                </a:solidFill>
                <a:latin typeface="Arial"/>
                <a:ea typeface="Microsoft YaHei"/>
              </a:rPr>
              <a:t>support</a:t>
            </a:r>
            <a:r>
              <a:rPr sz="1425" b="0">
                <a:solidFill>
                  <a:srgbClr val="62758C"/>
                </a:solidFill>
                <a:latin typeface="Microsoft YaHei"/>
                <a:ea typeface="Microsoft YaHei"/>
              </a:rPr>
              <a:t> </a:t>
            </a:r>
            <a:r>
              <a:rPr sz="1425" b="0">
                <a:solidFill>
                  <a:srgbClr val="62758C"/>
                </a:solidFill>
                <a:latin typeface="Arial"/>
                <a:ea typeface="Microsoft YaHei"/>
              </a:rPr>
              <a:t>a</a:t>
            </a:r>
            <a:r>
              <a:rPr sz="1425" b="0">
                <a:solidFill>
                  <a:srgbClr val="62758C"/>
                </a:solidFill>
                <a:latin typeface="Microsoft YaHei"/>
                <a:ea typeface="Microsoft YaHei"/>
              </a:rPr>
              <a:t> </a:t>
            </a:r>
            <a:r>
              <a:rPr sz="1425" b="0">
                <a:solidFill>
                  <a:srgbClr val="62758C"/>
                </a:solidFill>
                <a:latin typeface="Arial"/>
                <a:ea typeface="Microsoft YaHei"/>
              </a:rPr>
              <a:t>sequence</a:t>
            </a:r>
            <a:r>
              <a:rPr sz="1425" b="0">
                <a:solidFill>
                  <a:srgbClr val="62758C"/>
                </a:solidFill>
                <a:latin typeface="Microsoft YaHei"/>
                <a:ea typeface="Microsoft YaHei"/>
              </a:rPr>
              <a:t> </a:t>
            </a:r>
            <a:r>
              <a:rPr sz="1425" b="0">
                <a:solidFill>
                  <a:srgbClr val="62758C"/>
                </a:solidFill>
                <a:latin typeface="Arial"/>
                <a:ea typeface="Microsoft YaHei"/>
              </a:rPr>
              <a:t>of</a:t>
            </a:r>
            <a:r>
              <a:rPr sz="1425" b="0">
                <a:solidFill>
                  <a:srgbClr val="62758C"/>
                </a:solidFill>
                <a:latin typeface="Microsoft YaHei"/>
                <a:ea typeface="Microsoft YaHei"/>
              </a:rPr>
              <a:t> </a:t>
            </a:r>
            <a:r>
              <a:rPr sz="1425" b="0">
                <a:solidFill>
                  <a:srgbClr val="62758C"/>
                </a:solidFill>
                <a:latin typeface="Arial"/>
                <a:ea typeface="Microsoft YaHei"/>
              </a:rPr>
              <a:t>complementary</a:t>
            </a:r>
            <a:r>
              <a:rPr sz="1425" b="0">
                <a:solidFill>
                  <a:srgbClr val="62758C"/>
                </a:solidFill>
                <a:latin typeface="Microsoft YaHei"/>
                <a:ea typeface="Microsoft YaHei"/>
              </a:rPr>
              <a:t> </a:t>
            </a:r>
            <a:r>
              <a:rPr sz="1425" b="0">
                <a:solidFill>
                  <a:srgbClr val="62758C"/>
                </a:solidFill>
                <a:latin typeface="Arial"/>
                <a:ea typeface="Microsoft YaHei"/>
              </a:rPr>
              <a:t>harmonic</a:t>
            </a:r>
            <a:r>
              <a:rPr sz="1425" b="0">
                <a:solidFill>
                  <a:srgbClr val="62758C"/>
                </a:solidFill>
                <a:latin typeface="Microsoft YaHei"/>
                <a:ea typeface="Microsoft YaHei"/>
              </a:rPr>
              <a:t> </a:t>
            </a:r>
            <a:r>
              <a:rPr sz="1425" b="0">
                <a:solidFill>
                  <a:srgbClr val="62758C"/>
                </a:solidFill>
                <a:latin typeface="Arial"/>
                <a:ea typeface="Microsoft YaHei"/>
              </a:rPr>
              <a:t>and</a:t>
            </a:r>
            <a:r>
              <a:rPr sz="1425" b="0">
                <a:solidFill>
                  <a:srgbClr val="62758C"/>
                </a:solidFill>
                <a:latin typeface="Microsoft YaHei"/>
                <a:ea typeface="Microsoft YaHei"/>
              </a:rPr>
              <a:t> </a:t>
            </a:r>
            <a:r>
              <a:rPr sz="1425" b="0">
                <a:solidFill>
                  <a:srgbClr val="62758C"/>
                </a:solidFill>
                <a:latin typeface="Arial"/>
                <a:ea typeface="Microsoft YaHei"/>
              </a:rPr>
              <a:t>reference</a:t>
            </a:r>
            <a:r>
              <a:rPr sz="1425" b="0">
                <a:solidFill>
                  <a:srgbClr val="62758C"/>
                </a:solidFill>
                <a:latin typeface="Microsoft YaHei"/>
                <a:ea typeface="Microsoft YaHei"/>
              </a:rPr>
              <a:t> </a:t>
            </a:r>
            <a:r>
              <a:rPr sz="1425" b="0">
                <a:solidFill>
                  <a:srgbClr val="62758C"/>
                </a:solidFill>
                <a:latin typeface="Arial"/>
                <a:ea typeface="Microsoft YaHei"/>
              </a:rPr>
              <a:t>stages.</a:t>
            </a:r>
          </a:p>
        </p:txBody>
      </p:sp>
      <p:sp>
        <p:nvSpPr>
          <p:cNvPr id="6" name="Rounded Rectangle 5"/>
          <p:cNvSpPr/>
          <p:nvPr/>
        </p:nvSpPr>
        <p:spPr>
          <a:xfrm>
            <a:off x="514350" y="1895475"/>
            <a:ext cx="11163300" cy="3095625"/>
          </a:xfrm>
          <a:prstGeom prst="roundRect">
            <a:avLst>
              <a:gd name="adj" fmla="val 3076"/>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8650" y="1990725"/>
            <a:ext cx="636342" cy="240029"/>
          </a:xfrm>
          <a:prstGeom prst="rect">
            <a:avLst/>
          </a:prstGeom>
          <a:noFill/>
        </p:spPr>
        <p:txBody>
          <a:bodyPr wrap="none" lIns="0" rIns="0" tIns="0" bIns="0">
            <a:spAutoFit/>
          </a:bodyPr>
          <a:lstStyle/>
          <a:p>
            <a:pPr>
              <a:lnSpc>
                <a:spcPts val="1822"/>
              </a:lnSpc>
              <a:spcBef>
                <a:spcPts val="0"/>
              </a:spcBef>
              <a:spcAft>
                <a:spcPts val="0"/>
              </a:spcAft>
            </a:pPr>
            <a:r>
              <a:rPr sz="1350" b="1">
                <a:solidFill>
                  <a:srgbClr val="168D9D"/>
                </a:solidFill>
                <a:latin typeface="Arial"/>
                <a:ea typeface="Microsoft YaHei"/>
              </a:rPr>
              <a:t>Stage</a:t>
            </a:r>
          </a:p>
        </p:txBody>
      </p:sp>
      <p:sp>
        <p:nvSpPr>
          <p:cNvPr id="8" name="TextBox 7"/>
          <p:cNvSpPr txBox="1"/>
          <p:nvPr/>
        </p:nvSpPr>
        <p:spPr>
          <a:xfrm>
            <a:off x="2861310" y="1990725"/>
            <a:ext cx="1214651" cy="240029"/>
          </a:xfrm>
          <a:prstGeom prst="rect">
            <a:avLst/>
          </a:prstGeom>
          <a:noFill/>
        </p:spPr>
        <p:txBody>
          <a:bodyPr wrap="none" lIns="0" rIns="0" tIns="0" bIns="0">
            <a:spAutoFit/>
          </a:bodyPr>
          <a:lstStyle/>
          <a:p>
            <a:pPr>
              <a:lnSpc>
                <a:spcPts val="1822"/>
              </a:lnSpc>
              <a:spcBef>
                <a:spcPts val="0"/>
              </a:spcBef>
              <a:spcAft>
                <a:spcPts val="0"/>
              </a:spcAft>
            </a:pPr>
            <a:r>
              <a:rPr sz="1350" b="1">
                <a:solidFill>
                  <a:srgbClr val="168D9D"/>
                </a:solidFill>
                <a:latin typeface="Arial"/>
                <a:ea typeface="Microsoft YaHei"/>
              </a:rPr>
              <a:t>Master:</a:t>
            </a:r>
            <a:r>
              <a:rPr sz="1350" b="1">
                <a:solidFill>
                  <a:srgbClr val="168D9D"/>
                </a:solidFill>
                <a:latin typeface="Microsoft YaHei"/>
                <a:ea typeface="Microsoft YaHei"/>
              </a:rPr>
              <a:t> </a:t>
            </a:r>
            <a:r>
              <a:rPr sz="1350" b="1">
                <a:solidFill>
                  <a:srgbClr val="168D9D"/>
                </a:solidFill>
                <a:latin typeface="Arial"/>
                <a:ea typeface="Microsoft YaHei"/>
              </a:rPr>
              <a:t>Vxx</a:t>
            </a:r>
          </a:p>
        </p:txBody>
      </p:sp>
      <p:sp>
        <p:nvSpPr>
          <p:cNvPr id="9" name="TextBox 8"/>
          <p:cNvSpPr txBox="1"/>
          <p:nvPr/>
        </p:nvSpPr>
        <p:spPr>
          <a:xfrm>
            <a:off x="5428869" y="1990725"/>
            <a:ext cx="1374130" cy="240029"/>
          </a:xfrm>
          <a:prstGeom prst="rect">
            <a:avLst/>
          </a:prstGeom>
          <a:noFill/>
        </p:spPr>
        <p:txBody>
          <a:bodyPr wrap="none" lIns="0" rIns="0" tIns="0" bIns="0">
            <a:spAutoFit/>
          </a:bodyPr>
          <a:lstStyle/>
          <a:p>
            <a:pPr>
              <a:lnSpc>
                <a:spcPts val="1822"/>
              </a:lnSpc>
              <a:spcBef>
                <a:spcPts val="0"/>
              </a:spcBef>
              <a:spcAft>
                <a:spcPts val="0"/>
              </a:spcAft>
            </a:pPr>
            <a:r>
              <a:rPr sz="1350" b="1">
                <a:solidFill>
                  <a:srgbClr val="168D9D"/>
                </a:solidFill>
                <a:latin typeface="Arial"/>
                <a:ea typeface="Microsoft YaHei"/>
              </a:rPr>
              <a:t>Follower:</a:t>
            </a:r>
            <a:r>
              <a:rPr sz="1350" b="1">
                <a:solidFill>
                  <a:srgbClr val="168D9D"/>
                </a:solidFill>
                <a:latin typeface="Microsoft YaHei"/>
                <a:ea typeface="Microsoft YaHei"/>
              </a:rPr>
              <a:t> </a:t>
            </a:r>
            <a:r>
              <a:rPr sz="1350" b="1">
                <a:solidFill>
                  <a:srgbClr val="168D9D"/>
                </a:solidFill>
                <a:latin typeface="Arial"/>
                <a:ea typeface="Microsoft YaHei"/>
              </a:rPr>
              <a:t>Vxy</a:t>
            </a:r>
          </a:p>
        </p:txBody>
      </p:sp>
      <p:sp>
        <p:nvSpPr>
          <p:cNvPr id="10" name="TextBox 9"/>
          <p:cNvSpPr txBox="1"/>
          <p:nvPr/>
        </p:nvSpPr>
        <p:spPr>
          <a:xfrm>
            <a:off x="8108061" y="1990725"/>
            <a:ext cx="1807192" cy="240029"/>
          </a:xfrm>
          <a:prstGeom prst="rect">
            <a:avLst/>
          </a:prstGeom>
          <a:noFill/>
        </p:spPr>
        <p:txBody>
          <a:bodyPr wrap="none" lIns="0" rIns="0" tIns="0" bIns="0">
            <a:spAutoFit/>
          </a:bodyPr>
          <a:lstStyle/>
          <a:p>
            <a:pPr>
              <a:lnSpc>
                <a:spcPts val="1822"/>
              </a:lnSpc>
              <a:spcBef>
                <a:spcPts val="0"/>
              </a:spcBef>
              <a:spcAft>
                <a:spcPts val="0"/>
              </a:spcAft>
            </a:pPr>
            <a:r>
              <a:rPr sz="1350" b="1">
                <a:solidFill>
                  <a:srgbClr val="168D9D"/>
                </a:solidFill>
                <a:latin typeface="Arial"/>
                <a:ea typeface="Microsoft YaHei"/>
              </a:rPr>
              <a:t>Scientific</a:t>
            </a:r>
            <a:r>
              <a:rPr sz="1350" b="1">
                <a:solidFill>
                  <a:srgbClr val="168D9D"/>
                </a:solidFill>
                <a:latin typeface="Microsoft YaHei"/>
                <a:ea typeface="Microsoft YaHei"/>
              </a:rPr>
              <a:t> </a:t>
            </a:r>
            <a:r>
              <a:rPr sz="1350" b="1">
                <a:solidFill>
                  <a:srgbClr val="168D9D"/>
                </a:solidFill>
                <a:latin typeface="Arial"/>
                <a:ea typeface="Microsoft YaHei"/>
              </a:rPr>
              <a:t>purpose</a:t>
            </a:r>
          </a:p>
        </p:txBody>
      </p:sp>
      <p:sp>
        <p:nvSpPr>
          <p:cNvPr id="11" name="Rectangle 10"/>
          <p:cNvSpPr/>
          <p:nvPr/>
        </p:nvSpPr>
        <p:spPr>
          <a:xfrm>
            <a:off x="523875" y="2514600"/>
            <a:ext cx="11144250" cy="619125"/>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8650" y="2600325"/>
            <a:ext cx="1851310"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23364D"/>
                </a:solidFill>
                <a:latin typeface="Arial"/>
                <a:ea typeface="Microsoft YaHei"/>
              </a:rPr>
              <a:t>A:</a:t>
            </a:r>
            <a:r>
              <a:rPr sz="1350" b="0">
                <a:solidFill>
                  <a:srgbClr val="23364D"/>
                </a:solidFill>
                <a:latin typeface="Microsoft YaHei"/>
                <a:ea typeface="Microsoft YaHei"/>
              </a:rPr>
              <a:t> </a:t>
            </a:r>
            <a:r>
              <a:rPr sz="1350" b="0">
                <a:solidFill>
                  <a:srgbClr val="23364D"/>
                </a:solidFill>
                <a:latin typeface="Arial"/>
                <a:ea typeface="Microsoft YaHei"/>
              </a:rPr>
              <a:t>transport</a:t>
            </a:r>
            <a:r>
              <a:rPr sz="1350" b="0">
                <a:solidFill>
                  <a:srgbClr val="23364D"/>
                </a:solidFill>
                <a:latin typeface="Microsoft YaHei"/>
                <a:ea typeface="Microsoft YaHei"/>
              </a:rPr>
              <a:t> </a:t>
            </a:r>
            <a:r>
              <a:rPr sz="1350" b="0">
                <a:solidFill>
                  <a:srgbClr val="23364D"/>
                </a:solidFill>
                <a:latin typeface="Arial"/>
                <a:ea typeface="Microsoft YaHei"/>
              </a:rPr>
              <a:t>baseline</a:t>
            </a:r>
          </a:p>
        </p:txBody>
      </p:sp>
      <p:sp>
        <p:nvSpPr>
          <p:cNvPr id="13" name="TextBox 12"/>
          <p:cNvSpPr txBox="1"/>
          <p:nvPr/>
        </p:nvSpPr>
        <p:spPr>
          <a:xfrm>
            <a:off x="2861310" y="2600325"/>
            <a:ext cx="1376808"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23364D"/>
                </a:solidFill>
                <a:latin typeface="Arial"/>
                <a:ea typeface="Microsoft YaHei"/>
              </a:rPr>
              <a:t>1f,</a:t>
            </a:r>
            <a:r>
              <a:rPr sz="1350" b="0">
                <a:solidFill>
                  <a:srgbClr val="23364D"/>
                </a:solidFill>
                <a:latin typeface="Microsoft YaHei"/>
                <a:ea typeface="Microsoft YaHei"/>
              </a:rPr>
              <a:t> </a:t>
            </a:r>
            <a:r>
              <a:rPr sz="1350" b="0">
                <a:solidFill>
                  <a:srgbClr val="23364D"/>
                </a:solidFill>
                <a:latin typeface="Arial"/>
                <a:ea typeface="Microsoft YaHei"/>
              </a:rPr>
              <a:t>internal</a:t>
            </a:r>
            <a:r>
              <a:rPr sz="1350" b="0">
                <a:solidFill>
                  <a:srgbClr val="23364D"/>
                </a:solidFill>
                <a:latin typeface="Microsoft YaHei"/>
                <a:ea typeface="Microsoft YaHei"/>
              </a:rPr>
              <a:t> </a:t>
            </a:r>
            <a:r>
              <a:rPr sz="1350" b="0">
                <a:solidFill>
                  <a:srgbClr val="23364D"/>
                </a:solidFill>
                <a:latin typeface="Arial"/>
                <a:ea typeface="Microsoft YaHei"/>
              </a:rPr>
              <a:t>REF</a:t>
            </a:r>
          </a:p>
        </p:txBody>
      </p:sp>
      <p:sp>
        <p:nvSpPr>
          <p:cNvPr id="14" name="TextBox 13"/>
          <p:cNvSpPr txBox="1"/>
          <p:nvPr/>
        </p:nvSpPr>
        <p:spPr>
          <a:xfrm>
            <a:off x="5428869" y="2600325"/>
            <a:ext cx="1298032"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23364D"/>
                </a:solidFill>
                <a:latin typeface="Arial"/>
                <a:ea typeface="Microsoft YaHei"/>
              </a:rPr>
              <a:t>1f,</a:t>
            </a:r>
            <a:r>
              <a:rPr sz="1350" b="0">
                <a:solidFill>
                  <a:srgbClr val="23364D"/>
                </a:solidFill>
                <a:latin typeface="Microsoft YaHei"/>
                <a:ea typeface="Microsoft YaHei"/>
              </a:rPr>
              <a:t> </a:t>
            </a:r>
            <a:r>
              <a:rPr sz="1350" b="0">
                <a:solidFill>
                  <a:srgbClr val="23364D"/>
                </a:solidFill>
                <a:latin typeface="Arial"/>
                <a:ea typeface="Microsoft YaHei"/>
              </a:rPr>
              <a:t>external</a:t>
            </a:r>
            <a:r>
              <a:rPr sz="1350" b="0">
                <a:solidFill>
                  <a:srgbClr val="23364D"/>
                </a:solidFill>
                <a:latin typeface="Microsoft YaHei"/>
                <a:ea typeface="Microsoft YaHei"/>
              </a:rPr>
              <a:t> </a:t>
            </a:r>
            <a:r>
              <a:rPr sz="1350" b="0">
                <a:solidFill>
                  <a:srgbClr val="23364D"/>
                </a:solidFill>
                <a:latin typeface="Arial"/>
                <a:ea typeface="Microsoft YaHei"/>
              </a:rPr>
              <a:t>f_I</a:t>
            </a:r>
          </a:p>
        </p:txBody>
      </p:sp>
      <p:sp>
        <p:nvSpPr>
          <p:cNvPr id="15" name="TextBox 14"/>
          <p:cNvSpPr txBox="1"/>
          <p:nvPr/>
        </p:nvSpPr>
        <p:spPr>
          <a:xfrm>
            <a:off x="8108061" y="2600325"/>
            <a:ext cx="3179210"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23364D"/>
                </a:solidFill>
                <a:latin typeface="Arial"/>
                <a:ea typeface="Microsoft YaHei"/>
              </a:rPr>
              <a:t>Linear</a:t>
            </a:r>
            <a:r>
              <a:rPr sz="1350" b="0">
                <a:solidFill>
                  <a:srgbClr val="23364D"/>
                </a:solidFill>
                <a:latin typeface="Microsoft YaHei"/>
                <a:ea typeface="Microsoft YaHei"/>
              </a:rPr>
              <a:t> </a:t>
            </a:r>
            <a:r>
              <a:rPr sz="1350" b="0">
                <a:solidFill>
                  <a:srgbClr val="23364D"/>
                </a:solidFill>
                <a:latin typeface="Arial"/>
                <a:ea typeface="Microsoft YaHei"/>
              </a:rPr>
              <a:t>response</a:t>
            </a:r>
            <a:r>
              <a:rPr sz="1350" b="0">
                <a:solidFill>
                  <a:srgbClr val="23364D"/>
                </a:solidFill>
                <a:latin typeface="Microsoft YaHei"/>
                <a:ea typeface="Microsoft YaHei"/>
              </a:rPr>
              <a:t> </a:t>
            </a:r>
            <a:r>
              <a:rPr sz="1350" b="0">
                <a:solidFill>
                  <a:srgbClr val="23364D"/>
                </a:solidFill>
                <a:latin typeface="Arial"/>
                <a:ea typeface="Microsoft YaHei"/>
              </a:rPr>
              <a:t>and</a:t>
            </a:r>
            <a:r>
              <a:rPr sz="1350" b="0">
                <a:solidFill>
                  <a:srgbClr val="23364D"/>
                </a:solidFill>
                <a:latin typeface="Microsoft YaHei"/>
                <a:ea typeface="Microsoft YaHei"/>
              </a:rPr>
              <a:t> </a:t>
            </a:r>
            <a:r>
              <a:rPr sz="1350" b="0">
                <a:solidFill>
                  <a:srgbClr val="23364D"/>
                </a:solidFill>
                <a:latin typeface="Arial"/>
                <a:ea typeface="Microsoft YaHei"/>
              </a:rPr>
              <a:t>pickup</a:t>
            </a:r>
            <a:r>
              <a:rPr sz="1350" b="0">
                <a:solidFill>
                  <a:srgbClr val="23364D"/>
                </a:solidFill>
                <a:latin typeface="Microsoft YaHei"/>
                <a:ea typeface="Microsoft YaHei"/>
              </a:rPr>
              <a:t> </a:t>
            </a:r>
            <a:r>
              <a:rPr sz="1350" b="0">
                <a:solidFill>
                  <a:srgbClr val="23364D"/>
                </a:solidFill>
                <a:latin typeface="Arial"/>
                <a:ea typeface="Microsoft YaHei"/>
              </a:rPr>
              <a:t>baseline</a:t>
            </a:r>
          </a:p>
        </p:txBody>
      </p:sp>
      <p:sp>
        <p:nvSpPr>
          <p:cNvPr id="16" name="TextBox 15"/>
          <p:cNvSpPr txBox="1"/>
          <p:nvPr/>
        </p:nvSpPr>
        <p:spPr>
          <a:xfrm>
            <a:off x="628650" y="3219450"/>
            <a:ext cx="1804094"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23364D"/>
                </a:solidFill>
                <a:latin typeface="Arial"/>
                <a:ea typeface="Microsoft YaHei"/>
              </a:rPr>
              <a:t>B:</a:t>
            </a:r>
            <a:r>
              <a:rPr sz="1350" b="0">
                <a:solidFill>
                  <a:srgbClr val="23364D"/>
                </a:solidFill>
                <a:latin typeface="Microsoft YaHei"/>
                <a:ea typeface="Microsoft YaHei"/>
              </a:rPr>
              <a:t> </a:t>
            </a:r>
            <a:r>
              <a:rPr sz="1350" b="0">
                <a:solidFill>
                  <a:srgbClr val="23364D"/>
                </a:solidFill>
                <a:latin typeface="Arial"/>
                <a:ea typeface="Microsoft YaHei"/>
              </a:rPr>
              <a:t>second-order</a:t>
            </a:r>
            <a:r>
              <a:rPr sz="1350" b="0">
                <a:solidFill>
                  <a:srgbClr val="23364D"/>
                </a:solidFill>
                <a:latin typeface="Microsoft YaHei"/>
                <a:ea typeface="Microsoft YaHei"/>
              </a:rPr>
              <a:t> </a:t>
            </a:r>
            <a:r>
              <a:rPr sz="1350" b="0">
                <a:solidFill>
                  <a:srgbClr val="23364D"/>
                </a:solidFill>
                <a:latin typeface="Arial"/>
                <a:ea typeface="Microsoft YaHei"/>
              </a:rPr>
              <a:t>test</a:t>
            </a:r>
          </a:p>
        </p:txBody>
      </p:sp>
      <p:sp>
        <p:nvSpPr>
          <p:cNvPr id="17" name="TextBox 16"/>
          <p:cNvSpPr txBox="1"/>
          <p:nvPr/>
        </p:nvSpPr>
        <p:spPr>
          <a:xfrm>
            <a:off x="2861310" y="3219450"/>
            <a:ext cx="1376808"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23364D"/>
                </a:solidFill>
                <a:latin typeface="Arial"/>
                <a:ea typeface="Microsoft YaHei"/>
              </a:rPr>
              <a:t>1f,</a:t>
            </a:r>
            <a:r>
              <a:rPr sz="1350" b="0">
                <a:solidFill>
                  <a:srgbClr val="23364D"/>
                </a:solidFill>
                <a:latin typeface="Microsoft YaHei"/>
                <a:ea typeface="Microsoft YaHei"/>
              </a:rPr>
              <a:t> </a:t>
            </a:r>
            <a:r>
              <a:rPr sz="1350" b="0">
                <a:solidFill>
                  <a:srgbClr val="23364D"/>
                </a:solidFill>
                <a:latin typeface="Arial"/>
                <a:ea typeface="Microsoft YaHei"/>
              </a:rPr>
              <a:t>internal</a:t>
            </a:r>
            <a:r>
              <a:rPr sz="1350" b="0">
                <a:solidFill>
                  <a:srgbClr val="23364D"/>
                </a:solidFill>
                <a:latin typeface="Microsoft YaHei"/>
                <a:ea typeface="Microsoft YaHei"/>
              </a:rPr>
              <a:t> </a:t>
            </a:r>
            <a:r>
              <a:rPr sz="1350" b="0">
                <a:solidFill>
                  <a:srgbClr val="23364D"/>
                </a:solidFill>
                <a:latin typeface="Arial"/>
                <a:ea typeface="Microsoft YaHei"/>
              </a:rPr>
              <a:t>REF</a:t>
            </a:r>
          </a:p>
        </p:txBody>
      </p:sp>
      <p:sp>
        <p:nvSpPr>
          <p:cNvPr id="18" name="TextBox 17"/>
          <p:cNvSpPr txBox="1"/>
          <p:nvPr/>
        </p:nvSpPr>
        <p:spPr>
          <a:xfrm>
            <a:off x="5428869" y="3219450"/>
            <a:ext cx="1298032"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23364D"/>
                </a:solidFill>
                <a:latin typeface="Arial"/>
                <a:ea typeface="Microsoft YaHei"/>
              </a:rPr>
              <a:t>2f,</a:t>
            </a:r>
            <a:r>
              <a:rPr sz="1350" b="0">
                <a:solidFill>
                  <a:srgbClr val="23364D"/>
                </a:solidFill>
                <a:latin typeface="Microsoft YaHei"/>
                <a:ea typeface="Microsoft YaHei"/>
              </a:rPr>
              <a:t> </a:t>
            </a:r>
            <a:r>
              <a:rPr sz="1350" b="0">
                <a:solidFill>
                  <a:srgbClr val="23364D"/>
                </a:solidFill>
                <a:latin typeface="Arial"/>
                <a:ea typeface="Microsoft YaHei"/>
              </a:rPr>
              <a:t>external</a:t>
            </a:r>
            <a:r>
              <a:rPr sz="1350" b="0">
                <a:solidFill>
                  <a:srgbClr val="23364D"/>
                </a:solidFill>
                <a:latin typeface="Microsoft YaHei"/>
                <a:ea typeface="Microsoft YaHei"/>
              </a:rPr>
              <a:t> </a:t>
            </a:r>
            <a:r>
              <a:rPr sz="1350" b="0">
                <a:solidFill>
                  <a:srgbClr val="23364D"/>
                </a:solidFill>
                <a:latin typeface="Arial"/>
                <a:ea typeface="Microsoft YaHei"/>
              </a:rPr>
              <a:t>f_I</a:t>
            </a:r>
          </a:p>
        </p:txBody>
      </p:sp>
      <p:sp>
        <p:nvSpPr>
          <p:cNvPr id="19" name="TextBox 18"/>
          <p:cNvSpPr txBox="1"/>
          <p:nvPr/>
        </p:nvSpPr>
        <p:spPr>
          <a:xfrm>
            <a:off x="8108061" y="3219450"/>
            <a:ext cx="2272986"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23364D"/>
                </a:solidFill>
                <a:latin typeface="Arial"/>
                <a:ea typeface="Microsoft YaHei"/>
              </a:rPr>
              <a:t>Vxy(2ω)</a:t>
            </a:r>
            <a:r>
              <a:rPr sz="1350" b="0">
                <a:solidFill>
                  <a:srgbClr val="23364D"/>
                </a:solidFill>
                <a:latin typeface="Microsoft YaHei"/>
                <a:ea typeface="Microsoft YaHei"/>
              </a:rPr>
              <a:t> </a:t>
            </a:r>
            <a:r>
              <a:rPr sz="1350" b="0">
                <a:solidFill>
                  <a:srgbClr val="23364D"/>
                </a:solidFill>
                <a:latin typeface="Arial"/>
                <a:ea typeface="Microsoft YaHei"/>
              </a:rPr>
              <a:t>versus</a:t>
            </a:r>
            <a:r>
              <a:rPr sz="1350" b="0">
                <a:solidFill>
                  <a:srgbClr val="23364D"/>
                </a:solidFill>
                <a:latin typeface="Microsoft YaHei"/>
                <a:ea typeface="Microsoft YaHei"/>
              </a:rPr>
              <a:t> </a:t>
            </a:r>
            <a:r>
              <a:rPr sz="1350" b="0">
                <a:solidFill>
                  <a:srgbClr val="23364D"/>
                </a:solidFill>
                <a:latin typeface="Arial"/>
                <a:ea typeface="Microsoft YaHei"/>
              </a:rPr>
              <a:t>actual</a:t>
            </a:r>
            <a:r>
              <a:rPr sz="1350" b="0">
                <a:solidFill>
                  <a:srgbClr val="23364D"/>
                </a:solidFill>
                <a:latin typeface="Microsoft YaHei"/>
                <a:ea typeface="Microsoft YaHei"/>
              </a:rPr>
              <a:t> </a:t>
            </a:r>
            <a:r>
              <a:rPr sz="1350" b="0">
                <a:solidFill>
                  <a:srgbClr val="23364D"/>
                </a:solidFill>
                <a:latin typeface="Arial"/>
                <a:ea typeface="Microsoft YaHei"/>
              </a:rPr>
              <a:t>Iω²</a:t>
            </a:r>
          </a:p>
        </p:txBody>
      </p:sp>
      <p:sp>
        <p:nvSpPr>
          <p:cNvPr id="20" name="Rectangle 19"/>
          <p:cNvSpPr/>
          <p:nvPr/>
        </p:nvSpPr>
        <p:spPr>
          <a:xfrm>
            <a:off x="523875" y="3752850"/>
            <a:ext cx="11144250" cy="619125"/>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8650" y="3838575"/>
            <a:ext cx="1748172"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23364D"/>
                </a:solidFill>
                <a:latin typeface="Arial"/>
                <a:ea typeface="Microsoft YaHei"/>
              </a:rPr>
              <a:t>C:</a:t>
            </a:r>
            <a:r>
              <a:rPr sz="1350" b="0">
                <a:solidFill>
                  <a:srgbClr val="23364D"/>
                </a:solidFill>
                <a:latin typeface="Microsoft YaHei"/>
                <a:ea typeface="Microsoft YaHei"/>
              </a:rPr>
              <a:t> </a:t>
            </a:r>
            <a:r>
              <a:rPr sz="1350" b="0">
                <a:solidFill>
                  <a:srgbClr val="23364D"/>
                </a:solidFill>
                <a:latin typeface="Arial"/>
                <a:ea typeface="Microsoft YaHei"/>
              </a:rPr>
              <a:t>harmonic</a:t>
            </a:r>
            <a:r>
              <a:rPr sz="1350" b="0">
                <a:solidFill>
                  <a:srgbClr val="23364D"/>
                </a:solidFill>
                <a:latin typeface="Microsoft YaHei"/>
                <a:ea typeface="Microsoft YaHei"/>
              </a:rPr>
              <a:t> </a:t>
            </a:r>
            <a:r>
              <a:rPr sz="1350" b="0">
                <a:solidFill>
                  <a:srgbClr val="23364D"/>
                </a:solidFill>
                <a:latin typeface="Arial"/>
                <a:ea typeface="Microsoft YaHei"/>
              </a:rPr>
              <a:t>control</a:t>
            </a:r>
          </a:p>
        </p:txBody>
      </p:sp>
      <p:sp>
        <p:nvSpPr>
          <p:cNvPr id="22" name="TextBox 21"/>
          <p:cNvSpPr txBox="1"/>
          <p:nvPr/>
        </p:nvSpPr>
        <p:spPr>
          <a:xfrm>
            <a:off x="2861310" y="3838575"/>
            <a:ext cx="1376808"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23364D"/>
                </a:solidFill>
                <a:latin typeface="Arial"/>
                <a:ea typeface="Microsoft YaHei"/>
              </a:rPr>
              <a:t>2f,</a:t>
            </a:r>
            <a:r>
              <a:rPr sz="1350" b="0">
                <a:solidFill>
                  <a:srgbClr val="23364D"/>
                </a:solidFill>
                <a:latin typeface="Microsoft YaHei"/>
                <a:ea typeface="Microsoft YaHei"/>
              </a:rPr>
              <a:t> </a:t>
            </a:r>
            <a:r>
              <a:rPr sz="1350" b="0">
                <a:solidFill>
                  <a:srgbClr val="23364D"/>
                </a:solidFill>
                <a:latin typeface="Arial"/>
                <a:ea typeface="Microsoft YaHei"/>
              </a:rPr>
              <a:t>internal</a:t>
            </a:r>
            <a:r>
              <a:rPr sz="1350" b="0">
                <a:solidFill>
                  <a:srgbClr val="23364D"/>
                </a:solidFill>
                <a:latin typeface="Microsoft YaHei"/>
                <a:ea typeface="Microsoft YaHei"/>
              </a:rPr>
              <a:t> </a:t>
            </a:r>
            <a:r>
              <a:rPr sz="1350" b="0">
                <a:solidFill>
                  <a:srgbClr val="23364D"/>
                </a:solidFill>
                <a:latin typeface="Arial"/>
                <a:ea typeface="Microsoft YaHei"/>
              </a:rPr>
              <a:t>REF</a:t>
            </a:r>
          </a:p>
        </p:txBody>
      </p:sp>
      <p:sp>
        <p:nvSpPr>
          <p:cNvPr id="23" name="TextBox 22"/>
          <p:cNvSpPr txBox="1"/>
          <p:nvPr/>
        </p:nvSpPr>
        <p:spPr>
          <a:xfrm>
            <a:off x="5428869" y="3838575"/>
            <a:ext cx="1298032"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23364D"/>
                </a:solidFill>
                <a:latin typeface="Arial"/>
                <a:ea typeface="Microsoft YaHei"/>
              </a:rPr>
              <a:t>2f,</a:t>
            </a:r>
            <a:r>
              <a:rPr sz="1350" b="0">
                <a:solidFill>
                  <a:srgbClr val="23364D"/>
                </a:solidFill>
                <a:latin typeface="Microsoft YaHei"/>
                <a:ea typeface="Microsoft YaHei"/>
              </a:rPr>
              <a:t> </a:t>
            </a:r>
            <a:r>
              <a:rPr sz="1350" b="0">
                <a:solidFill>
                  <a:srgbClr val="23364D"/>
                </a:solidFill>
                <a:latin typeface="Arial"/>
                <a:ea typeface="Microsoft YaHei"/>
              </a:rPr>
              <a:t>external</a:t>
            </a:r>
            <a:r>
              <a:rPr sz="1350" b="0">
                <a:solidFill>
                  <a:srgbClr val="23364D"/>
                </a:solidFill>
                <a:latin typeface="Microsoft YaHei"/>
                <a:ea typeface="Microsoft YaHei"/>
              </a:rPr>
              <a:t> </a:t>
            </a:r>
            <a:r>
              <a:rPr sz="1350" b="0">
                <a:solidFill>
                  <a:srgbClr val="23364D"/>
                </a:solidFill>
                <a:latin typeface="Arial"/>
                <a:ea typeface="Microsoft YaHei"/>
              </a:rPr>
              <a:t>f_I</a:t>
            </a:r>
          </a:p>
        </p:txBody>
      </p:sp>
      <p:sp>
        <p:nvSpPr>
          <p:cNvPr id="24" name="TextBox 23"/>
          <p:cNvSpPr txBox="1"/>
          <p:nvPr/>
        </p:nvSpPr>
        <p:spPr>
          <a:xfrm>
            <a:off x="8108061" y="3838575"/>
            <a:ext cx="3241913"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23364D"/>
                </a:solidFill>
                <a:latin typeface="Arial"/>
                <a:ea typeface="Microsoft YaHei"/>
              </a:rPr>
              <a:t>Longitudinal</a:t>
            </a:r>
            <a:r>
              <a:rPr sz="1350" b="0">
                <a:solidFill>
                  <a:srgbClr val="23364D"/>
                </a:solidFill>
                <a:latin typeface="Microsoft YaHei"/>
                <a:ea typeface="Microsoft YaHei"/>
              </a:rPr>
              <a:t> </a:t>
            </a:r>
            <a:r>
              <a:rPr sz="1350" b="0">
                <a:solidFill>
                  <a:srgbClr val="23364D"/>
                </a:solidFill>
                <a:latin typeface="Arial"/>
                <a:ea typeface="Microsoft YaHei"/>
              </a:rPr>
              <a:t>/</a:t>
            </a:r>
            <a:r>
              <a:rPr sz="1350" b="0">
                <a:solidFill>
                  <a:srgbClr val="23364D"/>
                </a:solidFill>
                <a:latin typeface="Microsoft YaHei"/>
                <a:ea typeface="Microsoft YaHei"/>
              </a:rPr>
              <a:t> </a:t>
            </a:r>
            <a:r>
              <a:rPr sz="1350" b="0">
                <a:solidFill>
                  <a:srgbClr val="23364D"/>
                </a:solidFill>
                <a:latin typeface="Arial"/>
                <a:ea typeface="Microsoft YaHei"/>
              </a:rPr>
              <a:t>transverse</a:t>
            </a:r>
            <a:r>
              <a:rPr sz="1350" b="0">
                <a:solidFill>
                  <a:srgbClr val="23364D"/>
                </a:solidFill>
                <a:latin typeface="Microsoft YaHei"/>
                <a:ea typeface="Microsoft YaHei"/>
              </a:rPr>
              <a:t> </a:t>
            </a:r>
            <a:r>
              <a:rPr sz="1350" b="0">
                <a:solidFill>
                  <a:srgbClr val="23364D"/>
                </a:solidFill>
                <a:latin typeface="Arial"/>
                <a:ea typeface="Microsoft YaHei"/>
              </a:rPr>
              <a:t>comparison</a:t>
            </a:r>
          </a:p>
        </p:txBody>
      </p:sp>
      <p:sp>
        <p:nvSpPr>
          <p:cNvPr id="25" name="TextBox 24"/>
          <p:cNvSpPr txBox="1"/>
          <p:nvPr/>
        </p:nvSpPr>
        <p:spPr>
          <a:xfrm>
            <a:off x="628650" y="4457700"/>
            <a:ext cx="1712928"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23364D"/>
                </a:solidFill>
                <a:latin typeface="Arial"/>
                <a:ea typeface="Microsoft YaHei"/>
              </a:rPr>
              <a:t>D:</a:t>
            </a:r>
            <a:r>
              <a:rPr sz="1350" b="0">
                <a:solidFill>
                  <a:srgbClr val="23364D"/>
                </a:solidFill>
                <a:latin typeface="Microsoft YaHei"/>
                <a:ea typeface="Microsoft YaHei"/>
              </a:rPr>
              <a:t> </a:t>
            </a:r>
            <a:r>
              <a:rPr sz="1350" b="0">
                <a:solidFill>
                  <a:srgbClr val="23364D"/>
                </a:solidFill>
                <a:latin typeface="Arial"/>
                <a:ea typeface="Microsoft YaHei"/>
              </a:rPr>
              <a:t>return</a:t>
            </a:r>
            <a:r>
              <a:rPr sz="1350" b="0">
                <a:solidFill>
                  <a:srgbClr val="23364D"/>
                </a:solidFill>
                <a:latin typeface="Microsoft YaHei"/>
                <a:ea typeface="Microsoft YaHei"/>
              </a:rPr>
              <a:t> </a:t>
            </a:r>
            <a:r>
              <a:rPr sz="1350" b="0">
                <a:solidFill>
                  <a:srgbClr val="23364D"/>
                </a:solidFill>
                <a:latin typeface="Arial"/>
                <a:ea typeface="Microsoft YaHei"/>
              </a:rPr>
              <a:t>reference</a:t>
            </a:r>
          </a:p>
        </p:txBody>
      </p:sp>
      <p:sp>
        <p:nvSpPr>
          <p:cNvPr id="26" name="TextBox 25"/>
          <p:cNvSpPr txBox="1"/>
          <p:nvPr/>
        </p:nvSpPr>
        <p:spPr>
          <a:xfrm>
            <a:off x="2861310" y="4457700"/>
            <a:ext cx="2115098"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23364D"/>
                </a:solidFill>
                <a:latin typeface="Arial"/>
                <a:ea typeface="Microsoft YaHei"/>
              </a:rPr>
              <a:t>Chosen</a:t>
            </a:r>
            <a:r>
              <a:rPr sz="1350" b="0">
                <a:solidFill>
                  <a:srgbClr val="23364D"/>
                </a:solidFill>
                <a:latin typeface="Microsoft YaHei"/>
                <a:ea typeface="Microsoft YaHei"/>
              </a:rPr>
              <a:t> </a:t>
            </a:r>
            <a:r>
              <a:rPr sz="1350" b="0">
                <a:solidFill>
                  <a:srgbClr val="23364D"/>
                </a:solidFill>
                <a:latin typeface="Arial"/>
                <a:ea typeface="Microsoft YaHei"/>
              </a:rPr>
              <a:t>reference</a:t>
            </a:r>
            <a:r>
              <a:rPr sz="1350" b="0">
                <a:solidFill>
                  <a:srgbClr val="23364D"/>
                </a:solidFill>
                <a:latin typeface="Microsoft YaHei"/>
                <a:ea typeface="Microsoft YaHei"/>
              </a:rPr>
              <a:t> </a:t>
            </a:r>
            <a:r>
              <a:rPr sz="1350" b="0">
                <a:solidFill>
                  <a:srgbClr val="23364D"/>
                </a:solidFill>
                <a:latin typeface="Arial"/>
                <a:ea typeface="Microsoft YaHei"/>
              </a:rPr>
              <a:t>mode</a:t>
            </a:r>
          </a:p>
        </p:txBody>
      </p:sp>
      <p:sp>
        <p:nvSpPr>
          <p:cNvPr id="27" name="TextBox 26"/>
          <p:cNvSpPr txBox="1"/>
          <p:nvPr/>
        </p:nvSpPr>
        <p:spPr>
          <a:xfrm>
            <a:off x="5428869" y="4457700"/>
            <a:ext cx="2162230"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23364D"/>
                </a:solidFill>
                <a:latin typeface="Arial"/>
                <a:ea typeface="Microsoft YaHei"/>
              </a:rPr>
              <a:t>Same</a:t>
            </a:r>
            <a:r>
              <a:rPr sz="1350" b="0">
                <a:solidFill>
                  <a:srgbClr val="23364D"/>
                </a:solidFill>
                <a:latin typeface="Microsoft YaHei"/>
                <a:ea typeface="Microsoft YaHei"/>
              </a:rPr>
              <a:t> </a:t>
            </a:r>
            <a:r>
              <a:rPr sz="1350" b="0">
                <a:solidFill>
                  <a:srgbClr val="23364D"/>
                </a:solidFill>
                <a:latin typeface="Arial"/>
                <a:ea typeface="Microsoft YaHei"/>
              </a:rPr>
              <a:t>reference</a:t>
            </a:r>
            <a:r>
              <a:rPr sz="1350" b="0">
                <a:solidFill>
                  <a:srgbClr val="23364D"/>
                </a:solidFill>
                <a:latin typeface="Microsoft YaHei"/>
                <a:ea typeface="Microsoft YaHei"/>
              </a:rPr>
              <a:t> </a:t>
            </a:r>
            <a:r>
              <a:rPr sz="1350" b="0">
                <a:solidFill>
                  <a:srgbClr val="23364D"/>
                </a:solidFill>
                <a:latin typeface="Arial"/>
                <a:ea typeface="Microsoft YaHei"/>
              </a:rPr>
              <a:t>settings</a:t>
            </a:r>
          </a:p>
        </p:txBody>
      </p:sp>
      <p:sp>
        <p:nvSpPr>
          <p:cNvPr id="28" name="TextBox 27"/>
          <p:cNvSpPr txBox="1"/>
          <p:nvPr/>
        </p:nvSpPr>
        <p:spPr>
          <a:xfrm>
            <a:off x="8108061" y="4457700"/>
            <a:ext cx="2526562"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23364D"/>
                </a:solidFill>
                <a:latin typeface="Arial"/>
                <a:ea typeface="Microsoft YaHei"/>
              </a:rPr>
              <a:t>Repeatability</a:t>
            </a:r>
            <a:r>
              <a:rPr sz="1350" b="0">
                <a:solidFill>
                  <a:srgbClr val="23364D"/>
                </a:solidFill>
                <a:latin typeface="Microsoft YaHei"/>
                <a:ea typeface="Microsoft YaHei"/>
              </a:rPr>
              <a:t> </a:t>
            </a:r>
            <a:r>
              <a:rPr sz="1350" b="0">
                <a:solidFill>
                  <a:srgbClr val="23364D"/>
                </a:solidFill>
                <a:latin typeface="Arial"/>
                <a:ea typeface="Microsoft YaHei"/>
              </a:rPr>
              <a:t>and</a:t>
            </a:r>
            <a:r>
              <a:rPr sz="1350" b="0">
                <a:solidFill>
                  <a:srgbClr val="23364D"/>
                </a:solidFill>
                <a:latin typeface="Microsoft YaHei"/>
                <a:ea typeface="Microsoft YaHei"/>
              </a:rPr>
              <a:t> </a:t>
            </a:r>
            <a:r>
              <a:rPr sz="1350" b="0">
                <a:solidFill>
                  <a:srgbClr val="23364D"/>
                </a:solidFill>
                <a:latin typeface="Arial"/>
                <a:ea typeface="Microsoft YaHei"/>
              </a:rPr>
              <a:t>drift</a:t>
            </a:r>
            <a:r>
              <a:rPr sz="1350" b="0">
                <a:solidFill>
                  <a:srgbClr val="23364D"/>
                </a:solidFill>
                <a:latin typeface="Microsoft YaHei"/>
                <a:ea typeface="Microsoft YaHei"/>
              </a:rPr>
              <a:t> </a:t>
            </a:r>
            <a:r>
              <a:rPr sz="1350" b="0">
                <a:solidFill>
                  <a:srgbClr val="23364D"/>
                </a:solidFill>
                <a:latin typeface="Arial"/>
                <a:ea typeface="Microsoft YaHei"/>
              </a:rPr>
              <a:t>check</a:t>
            </a:r>
          </a:p>
        </p:txBody>
      </p:sp>
      <p:sp>
        <p:nvSpPr>
          <p:cNvPr id="29" name="Rounded Rectangle 28"/>
          <p:cNvSpPr/>
          <p:nvPr/>
        </p:nvSpPr>
        <p:spPr>
          <a:xfrm>
            <a:off x="514350" y="5248275"/>
            <a:ext cx="5429250" cy="942975"/>
          </a:xfrm>
          <a:prstGeom prst="roundRect">
            <a:avLst>
              <a:gd name="adj" fmla="val 11111"/>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14350" y="5400675"/>
            <a:ext cx="38100" cy="295275"/>
          </a:xfrm>
          <a:prstGeom prst="rect">
            <a:avLst/>
          </a:pr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850" y="5362575"/>
            <a:ext cx="2994347" cy="293370"/>
          </a:xfrm>
          <a:prstGeom prst="rect">
            <a:avLst/>
          </a:prstGeom>
          <a:noFill/>
        </p:spPr>
        <p:txBody>
          <a:bodyPr wrap="none" lIns="0" rIns="0" tIns="0" bIns="0">
            <a:spAutoFit/>
          </a:bodyPr>
          <a:lstStyle/>
          <a:p>
            <a:pPr>
              <a:lnSpc>
                <a:spcPts val="2227"/>
              </a:lnSpc>
              <a:spcBef>
                <a:spcPts val="0"/>
              </a:spcBef>
              <a:spcAft>
                <a:spcPts val="0"/>
              </a:spcAft>
            </a:pPr>
            <a:r>
              <a:rPr sz="1650" b="1">
                <a:solidFill>
                  <a:srgbClr val="168D9D"/>
                </a:solidFill>
                <a:latin typeface="Arial"/>
                <a:ea typeface="Microsoft YaHei"/>
              </a:rPr>
              <a:t>Preserve</a:t>
            </a:r>
            <a:r>
              <a:rPr sz="1650" b="1">
                <a:solidFill>
                  <a:srgbClr val="168D9D"/>
                </a:solidFill>
                <a:latin typeface="Microsoft YaHei"/>
                <a:ea typeface="Microsoft YaHei"/>
              </a:rPr>
              <a:t> </a:t>
            </a:r>
            <a:r>
              <a:rPr sz="1650" b="1">
                <a:solidFill>
                  <a:srgbClr val="168D9D"/>
                </a:solidFill>
                <a:latin typeface="Arial"/>
                <a:ea typeface="Microsoft YaHei"/>
              </a:rPr>
              <a:t>the</a:t>
            </a:r>
            <a:r>
              <a:rPr sz="1650" b="1">
                <a:solidFill>
                  <a:srgbClr val="168D9D"/>
                </a:solidFill>
                <a:latin typeface="Microsoft YaHei"/>
                <a:ea typeface="Microsoft YaHei"/>
              </a:rPr>
              <a:t> </a:t>
            </a:r>
            <a:r>
              <a:rPr sz="1650" b="1">
                <a:solidFill>
                  <a:srgbClr val="168D9D"/>
                </a:solidFill>
                <a:latin typeface="Arial"/>
                <a:ea typeface="Microsoft YaHei"/>
              </a:rPr>
              <a:t>full</a:t>
            </a:r>
            <a:r>
              <a:rPr sz="1650" b="1">
                <a:solidFill>
                  <a:srgbClr val="168D9D"/>
                </a:solidFill>
                <a:latin typeface="Microsoft YaHei"/>
                <a:ea typeface="Microsoft YaHei"/>
              </a:rPr>
              <a:t> </a:t>
            </a:r>
            <a:r>
              <a:rPr sz="1650" b="1">
                <a:solidFill>
                  <a:srgbClr val="168D9D"/>
                </a:solidFill>
                <a:latin typeface="Arial"/>
                <a:ea typeface="Microsoft YaHei"/>
              </a:rPr>
              <a:t>readout</a:t>
            </a:r>
          </a:p>
        </p:txBody>
      </p:sp>
      <p:sp>
        <p:nvSpPr>
          <p:cNvPr id="32" name="TextBox 31"/>
          <p:cNvSpPr txBox="1"/>
          <p:nvPr/>
        </p:nvSpPr>
        <p:spPr>
          <a:xfrm>
            <a:off x="704850" y="5724525"/>
            <a:ext cx="4205985"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23364D"/>
                </a:solidFill>
                <a:latin typeface="Arial"/>
                <a:ea typeface="Microsoft YaHei"/>
              </a:rPr>
              <a:t>X</a:t>
            </a:r>
            <a:r>
              <a:rPr sz="1350" b="0">
                <a:solidFill>
                  <a:srgbClr val="23364D"/>
                </a:solidFill>
                <a:latin typeface="Microsoft YaHei"/>
                <a:ea typeface="Microsoft YaHei"/>
              </a:rPr>
              <a:t> </a:t>
            </a:r>
            <a:r>
              <a:rPr sz="1350" b="0">
                <a:solidFill>
                  <a:srgbClr val="23364D"/>
                </a:solidFill>
                <a:latin typeface="Arial"/>
                <a:ea typeface="Microsoft YaHei"/>
              </a:rPr>
              <a:t>/</a:t>
            </a:r>
            <a:r>
              <a:rPr sz="1350" b="0">
                <a:solidFill>
                  <a:srgbClr val="23364D"/>
                </a:solidFill>
                <a:latin typeface="Microsoft YaHei"/>
                <a:ea typeface="Microsoft YaHei"/>
              </a:rPr>
              <a:t> </a:t>
            </a:r>
            <a:r>
              <a:rPr sz="1350" b="0">
                <a:solidFill>
                  <a:srgbClr val="23364D"/>
                </a:solidFill>
                <a:latin typeface="Arial"/>
                <a:ea typeface="Microsoft YaHei"/>
              </a:rPr>
              <a:t>Y,</a:t>
            </a:r>
            <a:r>
              <a:rPr sz="1350" b="0">
                <a:solidFill>
                  <a:srgbClr val="23364D"/>
                </a:solidFill>
                <a:latin typeface="Microsoft YaHei"/>
                <a:ea typeface="Microsoft YaHei"/>
              </a:rPr>
              <a:t> </a:t>
            </a:r>
            <a:r>
              <a:rPr sz="1350" b="0">
                <a:solidFill>
                  <a:srgbClr val="23364D"/>
                </a:solidFill>
                <a:latin typeface="Arial"/>
                <a:ea typeface="Microsoft YaHei"/>
              </a:rPr>
              <a:t>frequency,</a:t>
            </a:r>
            <a:r>
              <a:rPr sz="1350" b="0">
                <a:solidFill>
                  <a:srgbClr val="23364D"/>
                </a:solidFill>
                <a:latin typeface="Microsoft YaHei"/>
                <a:ea typeface="Microsoft YaHei"/>
              </a:rPr>
              <a:t> </a:t>
            </a:r>
            <a:r>
              <a:rPr sz="1350" b="0">
                <a:solidFill>
                  <a:srgbClr val="23364D"/>
                </a:solidFill>
                <a:latin typeface="Arial"/>
                <a:ea typeface="Microsoft YaHei"/>
              </a:rPr>
              <a:t>harmonic,</a:t>
            </a:r>
            <a:r>
              <a:rPr sz="1350" b="0">
                <a:solidFill>
                  <a:srgbClr val="23364D"/>
                </a:solidFill>
                <a:latin typeface="Microsoft YaHei"/>
                <a:ea typeface="Microsoft YaHei"/>
              </a:rPr>
              <a:t> </a:t>
            </a:r>
            <a:r>
              <a:rPr sz="1350" b="0">
                <a:solidFill>
                  <a:srgbClr val="23364D"/>
                </a:solidFill>
                <a:latin typeface="Arial"/>
                <a:ea typeface="Microsoft YaHei"/>
              </a:rPr>
              <a:t>gain,</a:t>
            </a:r>
            <a:r>
              <a:rPr sz="1350" b="0">
                <a:solidFill>
                  <a:srgbClr val="23364D"/>
                </a:solidFill>
                <a:latin typeface="Microsoft YaHei"/>
                <a:ea typeface="Microsoft YaHei"/>
              </a:rPr>
              <a:t> </a:t>
            </a:r>
            <a:r>
              <a:rPr sz="1350" b="0">
                <a:solidFill>
                  <a:srgbClr val="23364D"/>
                </a:solidFill>
                <a:latin typeface="Arial"/>
                <a:ea typeface="Microsoft YaHei"/>
              </a:rPr>
              <a:t>range</a:t>
            </a:r>
            <a:r>
              <a:rPr sz="1350" b="0">
                <a:solidFill>
                  <a:srgbClr val="23364D"/>
                </a:solidFill>
                <a:latin typeface="Microsoft YaHei"/>
                <a:ea typeface="Microsoft YaHei"/>
              </a:rPr>
              <a:t> </a:t>
            </a:r>
            <a:r>
              <a:rPr sz="1350" b="0">
                <a:solidFill>
                  <a:srgbClr val="23364D"/>
                </a:solidFill>
                <a:latin typeface="Arial"/>
                <a:ea typeface="Microsoft YaHei"/>
              </a:rPr>
              <a:t>and</a:t>
            </a:r>
            <a:r>
              <a:rPr sz="1350" b="0">
                <a:solidFill>
                  <a:srgbClr val="23364D"/>
                </a:solidFill>
                <a:latin typeface="Microsoft YaHei"/>
                <a:ea typeface="Microsoft YaHei"/>
              </a:rPr>
              <a:t> </a:t>
            </a:r>
            <a:r>
              <a:rPr sz="1350" b="0">
                <a:solidFill>
                  <a:srgbClr val="23364D"/>
                </a:solidFill>
                <a:latin typeface="Arial"/>
                <a:ea typeface="Microsoft YaHei"/>
              </a:rPr>
              <a:t>flags</a:t>
            </a:r>
          </a:p>
        </p:txBody>
      </p:sp>
      <p:sp>
        <p:nvSpPr>
          <p:cNvPr id="33" name="Rounded Rectangle 32"/>
          <p:cNvSpPr/>
          <p:nvPr/>
        </p:nvSpPr>
        <p:spPr>
          <a:xfrm>
            <a:off x="6210300" y="5248275"/>
            <a:ext cx="5467350" cy="942975"/>
          </a:xfrm>
          <a:prstGeom prst="roundRect">
            <a:avLst>
              <a:gd name="adj" fmla="val 11111"/>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10300" y="5400675"/>
            <a:ext cx="38100" cy="295275"/>
          </a:xfrm>
          <a:prstGeom prst="rect">
            <a:avLst/>
          </a:pr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5362575"/>
            <a:ext cx="2943085" cy="293370"/>
          </a:xfrm>
          <a:prstGeom prst="rect">
            <a:avLst/>
          </a:prstGeom>
          <a:noFill/>
        </p:spPr>
        <p:txBody>
          <a:bodyPr wrap="none" lIns="0" rIns="0" tIns="0" bIns="0">
            <a:spAutoFit/>
          </a:bodyPr>
          <a:lstStyle/>
          <a:p>
            <a:pPr>
              <a:lnSpc>
                <a:spcPts val="2227"/>
              </a:lnSpc>
              <a:spcBef>
                <a:spcPts val="0"/>
              </a:spcBef>
              <a:spcAft>
                <a:spcPts val="0"/>
              </a:spcAft>
            </a:pPr>
            <a:r>
              <a:rPr sz="1650" b="1">
                <a:solidFill>
                  <a:srgbClr val="7653CF"/>
                </a:solidFill>
                <a:latin typeface="Arial"/>
                <a:ea typeface="Microsoft YaHei"/>
              </a:rPr>
              <a:t>Keep</a:t>
            </a:r>
            <a:r>
              <a:rPr sz="1650" b="1">
                <a:solidFill>
                  <a:srgbClr val="7653CF"/>
                </a:solidFill>
                <a:latin typeface="Microsoft YaHei"/>
                <a:ea typeface="Microsoft YaHei"/>
              </a:rPr>
              <a:t> </a:t>
            </a:r>
            <a:r>
              <a:rPr sz="1650" b="1">
                <a:solidFill>
                  <a:srgbClr val="7653CF"/>
                </a:solidFill>
                <a:latin typeface="Arial"/>
                <a:ea typeface="Microsoft YaHei"/>
              </a:rPr>
              <a:t>inference</a:t>
            </a:r>
            <a:r>
              <a:rPr sz="1650" b="1">
                <a:solidFill>
                  <a:srgbClr val="7653CF"/>
                </a:solidFill>
                <a:latin typeface="Microsoft YaHei"/>
                <a:ea typeface="Microsoft YaHei"/>
              </a:rPr>
              <a:t> </a:t>
            </a:r>
            <a:r>
              <a:rPr sz="1650" b="1">
                <a:solidFill>
                  <a:srgbClr val="7653CF"/>
                </a:solidFill>
                <a:latin typeface="Arial"/>
                <a:ea typeface="Microsoft YaHei"/>
              </a:rPr>
              <a:t>separate</a:t>
            </a:r>
          </a:p>
        </p:txBody>
      </p:sp>
      <p:sp>
        <p:nvSpPr>
          <p:cNvPr id="36" name="TextBox 35"/>
          <p:cNvSpPr txBox="1"/>
          <p:nvPr/>
        </p:nvSpPr>
        <p:spPr>
          <a:xfrm>
            <a:off x="6400800" y="5724525"/>
            <a:ext cx="4950637"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23364D"/>
                </a:solidFill>
                <a:latin typeface="Arial"/>
                <a:ea typeface="Microsoft YaHei"/>
              </a:rPr>
              <a:t>Quadratic</a:t>
            </a:r>
            <a:r>
              <a:rPr sz="1350" b="0">
                <a:solidFill>
                  <a:srgbClr val="23364D"/>
                </a:solidFill>
                <a:latin typeface="Microsoft YaHei"/>
                <a:ea typeface="Microsoft YaHei"/>
              </a:rPr>
              <a:t> </a:t>
            </a:r>
            <a:r>
              <a:rPr sz="1350" b="0">
                <a:solidFill>
                  <a:srgbClr val="23364D"/>
                </a:solidFill>
                <a:latin typeface="Arial"/>
                <a:ea typeface="Microsoft YaHei"/>
              </a:rPr>
              <a:t>response</a:t>
            </a:r>
            <a:r>
              <a:rPr sz="1350" b="0">
                <a:solidFill>
                  <a:srgbClr val="23364D"/>
                </a:solidFill>
                <a:latin typeface="Microsoft YaHei"/>
                <a:ea typeface="Microsoft YaHei"/>
              </a:rPr>
              <a:t> </a:t>
            </a:r>
            <a:r>
              <a:rPr sz="1350" b="0">
                <a:solidFill>
                  <a:srgbClr val="23364D"/>
                </a:solidFill>
                <a:latin typeface="Arial"/>
                <a:ea typeface="Microsoft YaHei"/>
              </a:rPr>
              <a:t>is</a:t>
            </a:r>
            <a:r>
              <a:rPr sz="1350" b="0">
                <a:solidFill>
                  <a:srgbClr val="23364D"/>
                </a:solidFill>
                <a:latin typeface="Microsoft YaHei"/>
                <a:ea typeface="Microsoft YaHei"/>
              </a:rPr>
              <a:t> </a:t>
            </a:r>
            <a:r>
              <a:rPr sz="1350" b="0">
                <a:solidFill>
                  <a:srgbClr val="23364D"/>
                </a:solidFill>
                <a:latin typeface="Arial"/>
                <a:ea typeface="Microsoft YaHei"/>
              </a:rPr>
              <a:t>evidence,</a:t>
            </a:r>
            <a:r>
              <a:rPr sz="1350" b="0">
                <a:solidFill>
                  <a:srgbClr val="23364D"/>
                </a:solidFill>
                <a:latin typeface="Microsoft YaHei"/>
                <a:ea typeface="Microsoft YaHei"/>
              </a:rPr>
              <a:t> </a:t>
            </a:r>
            <a:r>
              <a:rPr sz="1350" b="0">
                <a:solidFill>
                  <a:srgbClr val="23364D"/>
                </a:solidFill>
                <a:latin typeface="Arial"/>
                <a:ea typeface="Microsoft YaHei"/>
              </a:rPr>
              <a:t>not</a:t>
            </a:r>
            <a:r>
              <a:rPr sz="1350" b="0">
                <a:solidFill>
                  <a:srgbClr val="23364D"/>
                </a:solidFill>
                <a:latin typeface="Microsoft YaHei"/>
                <a:ea typeface="Microsoft YaHei"/>
              </a:rPr>
              <a:t> </a:t>
            </a:r>
            <a:r>
              <a:rPr sz="1350" b="0">
                <a:solidFill>
                  <a:srgbClr val="23364D"/>
                </a:solidFill>
                <a:latin typeface="Arial"/>
                <a:ea typeface="Microsoft YaHei"/>
              </a:rPr>
              <a:t>a</a:t>
            </a:r>
            <a:r>
              <a:rPr sz="1350" b="0">
                <a:solidFill>
                  <a:srgbClr val="23364D"/>
                </a:solidFill>
                <a:latin typeface="Microsoft YaHei"/>
                <a:ea typeface="Microsoft YaHei"/>
              </a:rPr>
              <a:t> </a:t>
            </a:r>
            <a:r>
              <a:rPr sz="1350" b="0">
                <a:solidFill>
                  <a:srgbClr val="23364D"/>
                </a:solidFill>
                <a:latin typeface="Arial"/>
                <a:ea typeface="Microsoft YaHei"/>
              </a:rPr>
              <a:t>unique</a:t>
            </a:r>
            <a:r>
              <a:rPr sz="1350" b="0">
                <a:solidFill>
                  <a:srgbClr val="23364D"/>
                </a:solidFill>
                <a:latin typeface="Microsoft YaHei"/>
                <a:ea typeface="Microsoft YaHei"/>
              </a:rPr>
              <a:t> </a:t>
            </a:r>
            <a:r>
              <a:rPr sz="1350" b="0">
                <a:solidFill>
                  <a:srgbClr val="23364D"/>
                </a:solidFill>
                <a:latin typeface="Arial"/>
                <a:ea typeface="Microsoft YaHei"/>
              </a:rPr>
              <a:t>mechanism</a:t>
            </a:r>
          </a:p>
        </p:txBody>
      </p:sp>
      <p:cxnSp>
        <p:nvCxnSpPr>
          <p:cNvPr id="37" name="Connector 36"/>
          <p:cNvCxnSpPr/>
          <p:nvPr/>
        </p:nvCxnSpPr>
        <p:spPr>
          <a:xfrm>
            <a:off x="514350" y="6543675"/>
            <a:ext cx="11163300" cy="0"/>
          </a:xfrm>
          <a:prstGeom prst="line">
            <a:avLst/>
          </a:prstGeom>
          <a:ln w="9525">
            <a:solidFill>
              <a:srgbClr val="D9E3EE"/>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23875" y="6619875"/>
            <a:ext cx="3609184"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LabOS</a:t>
            </a:r>
            <a:r>
              <a:rPr sz="825" b="0">
                <a:solidFill>
                  <a:srgbClr val="62758C"/>
                </a:solidFill>
                <a:latin typeface="Microsoft YaHei"/>
                <a:ea typeface="Microsoft YaHei"/>
              </a:rPr>
              <a:t>  </a:t>
            </a:r>
            <a:r>
              <a:rPr sz="825" b="0">
                <a:solidFill>
                  <a:srgbClr val="62758C"/>
                </a:solidFill>
                <a:latin typeface="Arial"/>
                <a:ea typeface="Microsoft YaHei"/>
              </a:rPr>
              <a:t>|</a:t>
            </a:r>
            <a:r>
              <a:rPr sz="825" b="0">
                <a:solidFill>
                  <a:srgbClr val="62758C"/>
                </a:solidFill>
                <a:latin typeface="Microsoft YaHei"/>
                <a:ea typeface="Microsoft YaHei"/>
              </a:rPr>
              <a:t>  </a:t>
            </a:r>
            <a:r>
              <a:rPr sz="825" b="0">
                <a:solidFill>
                  <a:srgbClr val="62758C"/>
                </a:solidFill>
                <a:latin typeface="Arial"/>
                <a:ea typeface="Microsoft YaHei"/>
              </a:rPr>
              <a:t>Cross-PC</a:t>
            </a:r>
            <a:r>
              <a:rPr sz="825" b="0">
                <a:solidFill>
                  <a:srgbClr val="62758C"/>
                </a:solidFill>
                <a:latin typeface="Microsoft YaHei"/>
                <a:ea typeface="Microsoft YaHei"/>
              </a:rPr>
              <a:t> </a:t>
            </a:r>
            <a:r>
              <a:rPr sz="825" b="0">
                <a:solidFill>
                  <a:srgbClr val="62758C"/>
                </a:solidFill>
                <a:latin typeface="Arial"/>
                <a:ea typeface="Microsoft YaHei"/>
              </a:rPr>
              <a:t>nonlinear</a:t>
            </a:r>
            <a:r>
              <a:rPr sz="825" b="0">
                <a:solidFill>
                  <a:srgbClr val="62758C"/>
                </a:solidFill>
                <a:latin typeface="Microsoft YaHei"/>
                <a:ea typeface="Microsoft YaHei"/>
              </a:rPr>
              <a:t> </a:t>
            </a:r>
            <a:r>
              <a:rPr sz="825" b="0">
                <a:solidFill>
                  <a:srgbClr val="62758C"/>
                </a:solidFill>
                <a:latin typeface="Arial"/>
                <a:ea typeface="Microsoft YaHei"/>
              </a:rPr>
              <a:t>Hall</a:t>
            </a:r>
            <a:r>
              <a:rPr sz="825" b="0">
                <a:solidFill>
                  <a:srgbClr val="62758C"/>
                </a:solidFill>
                <a:latin typeface="Microsoft YaHei"/>
                <a:ea typeface="Microsoft YaHei"/>
              </a:rPr>
              <a:t> </a:t>
            </a:r>
            <a:r>
              <a:rPr sz="825" b="0">
                <a:solidFill>
                  <a:srgbClr val="62758C"/>
                </a:solidFill>
                <a:latin typeface="Arial"/>
                <a:ea typeface="Microsoft YaHei"/>
              </a:rPr>
              <a:t>and</a:t>
            </a:r>
            <a:r>
              <a:rPr sz="825" b="0">
                <a:solidFill>
                  <a:srgbClr val="62758C"/>
                </a:solidFill>
                <a:latin typeface="Microsoft YaHei"/>
                <a:ea typeface="Microsoft YaHei"/>
              </a:rPr>
              <a:t> </a:t>
            </a:r>
            <a:r>
              <a:rPr sz="825" b="0">
                <a:solidFill>
                  <a:srgbClr val="62758C"/>
                </a:solidFill>
                <a:latin typeface="Arial"/>
                <a:ea typeface="Microsoft YaHei"/>
              </a:rPr>
              <a:t>BVPE</a:t>
            </a:r>
            <a:r>
              <a:rPr sz="825" b="0">
                <a:solidFill>
                  <a:srgbClr val="62758C"/>
                </a:solidFill>
                <a:latin typeface="Microsoft YaHei"/>
                <a:ea typeface="Microsoft YaHei"/>
              </a:rPr>
              <a:t> </a:t>
            </a:r>
            <a:r>
              <a:rPr sz="825" b="0">
                <a:solidFill>
                  <a:srgbClr val="62758C"/>
                </a:solidFill>
                <a:latin typeface="Arial"/>
                <a:ea typeface="Microsoft YaHei"/>
              </a:rPr>
              <a:t>measurement</a:t>
            </a:r>
            <a:r>
              <a:rPr sz="825" b="0">
                <a:solidFill>
                  <a:srgbClr val="62758C"/>
                </a:solidFill>
                <a:latin typeface="Microsoft YaHei"/>
                <a:ea typeface="Microsoft YaHei"/>
              </a:rPr>
              <a:t> </a:t>
            </a:r>
            <a:r>
              <a:rPr sz="825" b="0">
                <a:solidFill>
                  <a:srgbClr val="62758C"/>
                </a:solidFill>
                <a:latin typeface="Arial"/>
                <a:ea typeface="Microsoft YaHei"/>
              </a:rPr>
              <a:t>workflows</a:t>
            </a:r>
          </a:p>
        </p:txBody>
      </p:sp>
      <p:sp>
        <p:nvSpPr>
          <p:cNvPr id="39" name="TextBox 38"/>
          <p:cNvSpPr txBox="1"/>
          <p:nvPr/>
        </p:nvSpPr>
        <p:spPr>
          <a:xfrm>
            <a:off x="11348256" y="6600825"/>
            <a:ext cx="405593"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62758C"/>
                </a:solidFill>
                <a:latin typeface="Arial"/>
                <a:ea typeface="Microsoft YaHei"/>
              </a:rPr>
              <a:t>11/22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295275"/>
            <a:ext cx="1951229"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11</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HALL</a:t>
            </a:r>
            <a:r>
              <a:rPr sz="975" b="1">
                <a:solidFill>
                  <a:srgbClr val="168D9D"/>
                </a:solidFill>
                <a:latin typeface="Microsoft YaHei"/>
                <a:ea typeface="Microsoft YaHei"/>
              </a:rPr>
              <a:t> </a:t>
            </a:r>
            <a:r>
              <a:rPr sz="975" b="1">
                <a:solidFill>
                  <a:srgbClr val="168D9D"/>
                </a:solidFill>
                <a:latin typeface="Arial"/>
                <a:ea typeface="Microsoft YaHei"/>
              </a:rPr>
              <a:t>CAMPAIGN</a:t>
            </a:r>
            <a:r>
              <a:rPr sz="975" b="1">
                <a:solidFill>
                  <a:srgbClr val="168D9D"/>
                </a:solidFill>
                <a:latin typeface="Microsoft YaHei"/>
                <a:ea typeface="Microsoft YaHei"/>
              </a:rPr>
              <a:t> </a:t>
            </a:r>
            <a:r>
              <a:rPr sz="975" b="1">
                <a:solidFill>
                  <a:srgbClr val="168D9D"/>
                </a:solidFill>
                <a:latin typeface="Arial"/>
                <a:ea typeface="Microsoft YaHei"/>
              </a:rPr>
              <a:t>LOGIC</a:t>
            </a:r>
          </a:p>
        </p:txBody>
      </p:sp>
      <p:sp>
        <p:nvSpPr>
          <p:cNvPr id="4" name="TextBox 3"/>
          <p:cNvSpPr txBox="1"/>
          <p:nvPr/>
        </p:nvSpPr>
        <p:spPr>
          <a:xfrm>
            <a:off x="514350" y="676275"/>
            <a:ext cx="10023816" cy="480059"/>
          </a:xfrm>
          <a:prstGeom prst="rect">
            <a:avLst/>
          </a:prstGeom>
          <a:noFill/>
        </p:spPr>
        <p:txBody>
          <a:bodyPr wrap="none" lIns="0" rIns="0" tIns="0" bIns="0">
            <a:spAutoFit/>
          </a:bodyPr>
          <a:lstStyle/>
          <a:p>
            <a:pPr>
              <a:lnSpc>
                <a:spcPts val="3645"/>
              </a:lnSpc>
              <a:spcBef>
                <a:spcPts val="0"/>
              </a:spcBef>
              <a:spcAft>
                <a:spcPts val="0"/>
              </a:spcAft>
            </a:pPr>
            <a:r>
              <a:rPr sz="2700" b="1">
                <a:solidFill>
                  <a:srgbClr val="11233E"/>
                </a:solidFill>
                <a:latin typeface="Arial"/>
                <a:ea typeface="Microsoft YaHei"/>
              </a:rPr>
              <a:t>Turn</a:t>
            </a:r>
            <a:r>
              <a:rPr sz="2700" b="1">
                <a:solidFill>
                  <a:srgbClr val="11233E"/>
                </a:solidFill>
                <a:latin typeface="Microsoft YaHei"/>
                <a:ea typeface="Microsoft YaHei"/>
              </a:rPr>
              <a:t> </a:t>
            </a:r>
            <a:r>
              <a:rPr sz="2700" b="1">
                <a:solidFill>
                  <a:srgbClr val="11233E"/>
                </a:solidFill>
                <a:latin typeface="Arial"/>
                <a:ea typeface="Microsoft YaHei"/>
              </a:rPr>
              <a:t>a</a:t>
            </a:r>
            <a:r>
              <a:rPr sz="2700" b="1">
                <a:solidFill>
                  <a:srgbClr val="11233E"/>
                </a:solidFill>
                <a:latin typeface="Microsoft YaHei"/>
                <a:ea typeface="Microsoft YaHei"/>
              </a:rPr>
              <a:t> </a:t>
            </a:r>
            <a:r>
              <a:rPr sz="2700" b="1">
                <a:solidFill>
                  <a:srgbClr val="11233E"/>
                </a:solidFill>
                <a:latin typeface="Arial"/>
                <a:ea typeface="Microsoft YaHei"/>
              </a:rPr>
              <a:t>nonlinear</a:t>
            </a:r>
            <a:r>
              <a:rPr sz="2700" b="1">
                <a:solidFill>
                  <a:srgbClr val="11233E"/>
                </a:solidFill>
                <a:latin typeface="Microsoft YaHei"/>
                <a:ea typeface="Microsoft YaHei"/>
              </a:rPr>
              <a:t> </a:t>
            </a:r>
            <a:r>
              <a:rPr sz="2700" b="1">
                <a:solidFill>
                  <a:srgbClr val="11233E"/>
                </a:solidFill>
                <a:latin typeface="Arial"/>
                <a:ea typeface="Microsoft YaHei"/>
              </a:rPr>
              <a:t>signal</a:t>
            </a:r>
            <a:r>
              <a:rPr sz="2700" b="1">
                <a:solidFill>
                  <a:srgbClr val="11233E"/>
                </a:solidFill>
                <a:latin typeface="Microsoft YaHei"/>
                <a:ea typeface="Microsoft YaHei"/>
              </a:rPr>
              <a:t> </a:t>
            </a:r>
            <a:r>
              <a:rPr sz="2700" b="1">
                <a:solidFill>
                  <a:srgbClr val="11233E"/>
                </a:solidFill>
                <a:latin typeface="Arial"/>
                <a:ea typeface="Microsoft YaHei"/>
              </a:rPr>
              <a:t>into</a:t>
            </a:r>
            <a:r>
              <a:rPr sz="2700" b="1">
                <a:solidFill>
                  <a:srgbClr val="11233E"/>
                </a:solidFill>
                <a:latin typeface="Microsoft YaHei"/>
                <a:ea typeface="Microsoft YaHei"/>
              </a:rPr>
              <a:t> </a:t>
            </a:r>
            <a:r>
              <a:rPr sz="2700" b="1">
                <a:solidFill>
                  <a:srgbClr val="11233E"/>
                </a:solidFill>
                <a:latin typeface="Arial"/>
                <a:ea typeface="Microsoft YaHei"/>
              </a:rPr>
              <a:t>a</a:t>
            </a:r>
            <a:r>
              <a:rPr sz="2700" b="1">
                <a:solidFill>
                  <a:srgbClr val="11233E"/>
                </a:solidFill>
                <a:latin typeface="Microsoft YaHei"/>
                <a:ea typeface="Microsoft YaHei"/>
              </a:rPr>
              <a:t> </a:t>
            </a:r>
            <a:r>
              <a:rPr sz="2700" b="1">
                <a:solidFill>
                  <a:srgbClr val="11233E"/>
                </a:solidFill>
                <a:latin typeface="Arial"/>
                <a:ea typeface="Microsoft YaHei"/>
              </a:rPr>
              <a:t>controlled</a:t>
            </a:r>
            <a:r>
              <a:rPr sz="2700" b="1">
                <a:solidFill>
                  <a:srgbClr val="11233E"/>
                </a:solidFill>
                <a:latin typeface="Microsoft YaHei"/>
                <a:ea typeface="Microsoft YaHei"/>
              </a:rPr>
              <a:t> </a:t>
            </a:r>
            <a:r>
              <a:rPr sz="2700" b="1">
                <a:solidFill>
                  <a:srgbClr val="11233E"/>
                </a:solidFill>
                <a:latin typeface="Arial"/>
                <a:ea typeface="Microsoft YaHei"/>
              </a:rPr>
              <a:t>comparison</a:t>
            </a:r>
          </a:p>
        </p:txBody>
      </p:sp>
      <p:sp>
        <p:nvSpPr>
          <p:cNvPr id="5" name="TextBox 4"/>
          <p:cNvSpPr txBox="1"/>
          <p:nvPr/>
        </p:nvSpPr>
        <p:spPr>
          <a:xfrm>
            <a:off x="533400" y="1247775"/>
            <a:ext cx="9405337"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62758C"/>
                </a:solidFill>
                <a:latin typeface="Arial"/>
                <a:ea typeface="Microsoft YaHei"/>
              </a:rPr>
              <a:t>Outer</a:t>
            </a:r>
            <a:r>
              <a:rPr sz="1425" b="0">
                <a:solidFill>
                  <a:srgbClr val="62758C"/>
                </a:solidFill>
                <a:latin typeface="Microsoft YaHei"/>
                <a:ea typeface="Microsoft YaHei"/>
              </a:rPr>
              <a:t> </a:t>
            </a:r>
            <a:r>
              <a:rPr sz="1425" b="0">
                <a:solidFill>
                  <a:srgbClr val="62758C"/>
                </a:solidFill>
                <a:latin typeface="Arial"/>
                <a:ea typeface="Microsoft YaHei"/>
              </a:rPr>
              <a:t>coordinates:</a:t>
            </a:r>
            <a:r>
              <a:rPr sz="1425" b="0">
                <a:solidFill>
                  <a:srgbClr val="62758C"/>
                </a:solidFill>
                <a:latin typeface="Microsoft YaHei"/>
                <a:ea typeface="Microsoft YaHei"/>
              </a:rPr>
              <a:t> </a:t>
            </a:r>
            <a:r>
              <a:rPr sz="1425" b="0">
                <a:solidFill>
                  <a:srgbClr val="62758C"/>
                </a:solidFill>
                <a:latin typeface="Arial"/>
                <a:ea typeface="Microsoft YaHei"/>
              </a:rPr>
              <a:t>T</a:t>
            </a:r>
            <a:r>
              <a:rPr sz="1425" b="0">
                <a:solidFill>
                  <a:srgbClr val="62758C"/>
                </a:solidFill>
                <a:latin typeface="Microsoft YaHei"/>
                <a:ea typeface="Microsoft YaHei"/>
              </a:rPr>
              <a:t> </a:t>
            </a:r>
            <a:r>
              <a:rPr sz="1425" b="0">
                <a:solidFill>
                  <a:srgbClr val="62758C"/>
                </a:solidFill>
                <a:latin typeface="Arial"/>
                <a:ea typeface="Microsoft YaHei"/>
              </a:rPr>
              <a:t>×</a:t>
            </a:r>
            <a:r>
              <a:rPr sz="1425" b="0">
                <a:solidFill>
                  <a:srgbClr val="62758C"/>
                </a:solidFill>
                <a:latin typeface="Microsoft YaHei"/>
                <a:ea typeface="Microsoft YaHei"/>
              </a:rPr>
              <a:t> </a:t>
            </a:r>
            <a:r>
              <a:rPr sz="1425" b="0">
                <a:solidFill>
                  <a:srgbClr val="62758C"/>
                </a:solidFill>
                <a:latin typeface="Arial"/>
                <a:ea typeface="Microsoft YaHei"/>
              </a:rPr>
              <a:t>B</a:t>
            </a:r>
            <a:r>
              <a:rPr sz="1425" b="0">
                <a:solidFill>
                  <a:srgbClr val="62758C"/>
                </a:solidFill>
                <a:latin typeface="Microsoft YaHei"/>
                <a:ea typeface="Microsoft YaHei"/>
              </a:rPr>
              <a:t> </a:t>
            </a:r>
            <a:r>
              <a:rPr sz="1425" b="0">
                <a:solidFill>
                  <a:srgbClr val="62758C"/>
                </a:solidFill>
                <a:latin typeface="Arial"/>
                <a:ea typeface="Microsoft YaHei"/>
              </a:rPr>
              <a:t>×</a:t>
            </a:r>
            <a:r>
              <a:rPr sz="1425" b="0">
                <a:solidFill>
                  <a:srgbClr val="62758C"/>
                </a:solidFill>
                <a:latin typeface="Microsoft YaHei"/>
                <a:ea typeface="Microsoft YaHei"/>
              </a:rPr>
              <a:t> </a:t>
            </a:r>
            <a:r>
              <a:rPr sz="1425" b="0">
                <a:solidFill>
                  <a:srgbClr val="62758C"/>
                </a:solidFill>
                <a:latin typeface="Arial"/>
                <a:ea typeface="Microsoft YaHei"/>
              </a:rPr>
              <a:t>Vg.</a:t>
            </a:r>
            <a:r>
              <a:rPr sz="1425" b="0">
                <a:solidFill>
                  <a:srgbClr val="62758C"/>
                </a:solidFill>
                <a:latin typeface="Microsoft YaHei"/>
                <a:ea typeface="Microsoft YaHei"/>
              </a:rPr>
              <a:t> </a:t>
            </a:r>
            <a:r>
              <a:rPr sz="1425" b="0">
                <a:solidFill>
                  <a:srgbClr val="62758C"/>
                </a:solidFill>
                <a:latin typeface="Arial"/>
                <a:ea typeface="Microsoft YaHei"/>
              </a:rPr>
              <a:t>Inner</a:t>
            </a:r>
            <a:r>
              <a:rPr sz="1425" b="0">
                <a:solidFill>
                  <a:srgbClr val="62758C"/>
                </a:solidFill>
                <a:latin typeface="Microsoft YaHei"/>
                <a:ea typeface="Microsoft YaHei"/>
              </a:rPr>
              <a:t> </a:t>
            </a:r>
            <a:r>
              <a:rPr sz="1425" b="0">
                <a:solidFill>
                  <a:srgbClr val="62758C"/>
                </a:solidFill>
                <a:latin typeface="Arial"/>
                <a:ea typeface="Microsoft YaHei"/>
              </a:rPr>
              <a:t>tests:</a:t>
            </a:r>
            <a:r>
              <a:rPr sz="1425" b="0">
                <a:solidFill>
                  <a:srgbClr val="62758C"/>
                </a:solidFill>
                <a:latin typeface="Microsoft YaHei"/>
                <a:ea typeface="Microsoft YaHei"/>
              </a:rPr>
              <a:t> </a:t>
            </a:r>
            <a:r>
              <a:rPr sz="1425" b="0">
                <a:solidFill>
                  <a:srgbClr val="62758C"/>
                </a:solidFill>
                <a:latin typeface="Arial"/>
                <a:ea typeface="Microsoft YaHei"/>
              </a:rPr>
              <a:t>drive</a:t>
            </a:r>
            <a:r>
              <a:rPr sz="1425" b="0">
                <a:solidFill>
                  <a:srgbClr val="62758C"/>
                </a:solidFill>
                <a:latin typeface="Microsoft YaHei"/>
                <a:ea typeface="Microsoft YaHei"/>
              </a:rPr>
              <a:t> </a:t>
            </a:r>
            <a:r>
              <a:rPr sz="1425" b="0">
                <a:solidFill>
                  <a:srgbClr val="62758C"/>
                </a:solidFill>
                <a:latin typeface="Arial"/>
                <a:ea typeface="Microsoft YaHei"/>
              </a:rPr>
              <a:t>amplitude,</a:t>
            </a:r>
            <a:r>
              <a:rPr sz="1425" b="0">
                <a:solidFill>
                  <a:srgbClr val="62758C"/>
                </a:solidFill>
                <a:latin typeface="Microsoft YaHei"/>
                <a:ea typeface="Microsoft YaHei"/>
              </a:rPr>
              <a:t> </a:t>
            </a:r>
            <a:r>
              <a:rPr sz="1425" b="0">
                <a:solidFill>
                  <a:srgbClr val="62758C"/>
                </a:solidFill>
                <a:latin typeface="Arial"/>
                <a:ea typeface="Microsoft YaHei"/>
              </a:rPr>
              <a:t>frequency,</a:t>
            </a:r>
            <a:r>
              <a:rPr sz="1425" b="0">
                <a:solidFill>
                  <a:srgbClr val="62758C"/>
                </a:solidFill>
                <a:latin typeface="Microsoft YaHei"/>
                <a:ea typeface="Microsoft YaHei"/>
              </a:rPr>
              <a:t> </a:t>
            </a:r>
            <a:r>
              <a:rPr sz="1425" b="0">
                <a:solidFill>
                  <a:srgbClr val="62758C"/>
                </a:solidFill>
                <a:latin typeface="Arial"/>
                <a:ea typeface="Microsoft YaHei"/>
              </a:rPr>
              <a:t>harmonic</a:t>
            </a:r>
            <a:r>
              <a:rPr sz="1425" b="0">
                <a:solidFill>
                  <a:srgbClr val="62758C"/>
                </a:solidFill>
                <a:latin typeface="Microsoft YaHei"/>
                <a:ea typeface="Microsoft YaHei"/>
              </a:rPr>
              <a:t> </a:t>
            </a:r>
            <a:r>
              <a:rPr sz="1425" b="0">
                <a:solidFill>
                  <a:srgbClr val="62758C"/>
                </a:solidFill>
                <a:latin typeface="Arial"/>
                <a:ea typeface="Microsoft YaHei"/>
              </a:rPr>
              <a:t>and</a:t>
            </a:r>
            <a:r>
              <a:rPr sz="1425" b="0">
                <a:solidFill>
                  <a:srgbClr val="62758C"/>
                </a:solidFill>
                <a:latin typeface="Microsoft YaHei"/>
                <a:ea typeface="Microsoft YaHei"/>
              </a:rPr>
              <a:t> </a:t>
            </a:r>
            <a:r>
              <a:rPr sz="1425" b="0">
                <a:solidFill>
                  <a:srgbClr val="62758C"/>
                </a:solidFill>
                <a:latin typeface="Arial"/>
                <a:ea typeface="Microsoft YaHei"/>
              </a:rPr>
              <a:t>return</a:t>
            </a:r>
            <a:r>
              <a:rPr sz="1425" b="0">
                <a:solidFill>
                  <a:srgbClr val="62758C"/>
                </a:solidFill>
                <a:latin typeface="Microsoft YaHei"/>
                <a:ea typeface="Microsoft YaHei"/>
              </a:rPr>
              <a:t> </a:t>
            </a:r>
            <a:r>
              <a:rPr sz="1425" b="0">
                <a:solidFill>
                  <a:srgbClr val="62758C"/>
                </a:solidFill>
                <a:latin typeface="Arial"/>
                <a:ea typeface="Microsoft YaHei"/>
              </a:rPr>
              <a:t>references.</a:t>
            </a:r>
          </a:p>
        </p:txBody>
      </p:sp>
      <p:sp>
        <p:nvSpPr>
          <p:cNvPr id="6" name="Rounded Rectangle 5"/>
          <p:cNvSpPr/>
          <p:nvPr/>
        </p:nvSpPr>
        <p:spPr>
          <a:xfrm>
            <a:off x="514350" y="1971675"/>
            <a:ext cx="2095500" cy="1066800"/>
          </a:xfrm>
          <a:prstGeom prst="roundRect">
            <a:avLst>
              <a:gd name="adj" fmla="val 8928"/>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8772" y="2095500"/>
            <a:ext cx="1602855"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Prepare</a:t>
            </a:r>
            <a:r>
              <a:rPr sz="1575" b="1">
                <a:solidFill>
                  <a:srgbClr val="168D9D"/>
                </a:solidFill>
                <a:latin typeface="Microsoft YaHei"/>
                <a:ea typeface="Microsoft YaHei"/>
              </a:rPr>
              <a:t> </a:t>
            </a:r>
            <a:r>
              <a:rPr sz="1575" b="1">
                <a:solidFill>
                  <a:srgbClr val="168D9D"/>
                </a:solidFill>
                <a:latin typeface="Arial"/>
                <a:ea typeface="Microsoft YaHei"/>
              </a:rPr>
              <a:t>state</a:t>
            </a:r>
          </a:p>
        </p:txBody>
      </p:sp>
      <p:sp>
        <p:nvSpPr>
          <p:cNvPr id="8" name="TextBox 7"/>
          <p:cNvSpPr txBox="1"/>
          <p:nvPr/>
        </p:nvSpPr>
        <p:spPr>
          <a:xfrm>
            <a:off x="817661" y="2394108"/>
            <a:ext cx="1565076"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T</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B</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Vg</a:t>
            </a:r>
            <a:r>
              <a:rPr sz="1200" b="0">
                <a:solidFill>
                  <a:srgbClr val="62758C"/>
                </a:solidFill>
                <a:latin typeface="Microsoft YaHei"/>
                <a:ea typeface="Microsoft YaHei"/>
              </a:rPr>
              <a:t> </a:t>
            </a:r>
            <a:r>
              <a:rPr sz="1200" b="0">
                <a:solidFill>
                  <a:srgbClr val="62758C"/>
                </a:solidFill>
                <a:latin typeface="Arial"/>
                <a:ea typeface="Microsoft YaHei"/>
              </a:rPr>
              <a:t>readbacks</a:t>
            </a:r>
          </a:p>
        </p:txBody>
      </p:sp>
      <p:cxnSp>
        <p:nvCxnSpPr>
          <p:cNvPr id="9" name="Connector 8"/>
          <p:cNvCxnSpPr/>
          <p:nvPr/>
        </p:nvCxnSpPr>
        <p:spPr>
          <a:xfrm>
            <a:off x="2609850" y="2505075"/>
            <a:ext cx="152400" cy="0"/>
          </a:xfrm>
          <a:prstGeom prst="line">
            <a:avLst/>
          </a:prstGeom>
          <a:ln w="20955">
            <a:solidFill>
              <a:srgbClr val="168D9D"/>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2705100" y="2476500"/>
            <a:ext cx="63500" cy="50800"/>
          </a:xfrm>
          <a:custGeom>
            <a:avLst/>
            <a:gdLst/>
            <a:ahLst/>
            <a:cxnLst/>
            <a:rect l="l" t="t" r="r" b="b"/>
            <a:pathLst>
              <a:path w="5" h="4">
                <a:moveTo>
                  <a:pt x="5" y="2"/>
                </a:moveTo>
                <a:lnTo>
                  <a:pt x="0" y="0"/>
                </a:lnTo>
                <a:lnTo>
                  <a:pt x="0" y="4"/>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781300" y="1971675"/>
            <a:ext cx="2095500" cy="1066800"/>
          </a:xfrm>
          <a:prstGeom prst="roundRect">
            <a:avLst>
              <a:gd name="adj" fmla="val 8928"/>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62499" y="2095500"/>
            <a:ext cx="1609301"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Dark</a:t>
            </a:r>
            <a:r>
              <a:rPr sz="1575" b="1">
                <a:solidFill>
                  <a:srgbClr val="168D9D"/>
                </a:solidFill>
                <a:latin typeface="Microsoft YaHei"/>
                <a:ea typeface="Microsoft YaHei"/>
              </a:rPr>
              <a:t> </a:t>
            </a:r>
            <a:r>
              <a:rPr sz="1575" b="1">
                <a:solidFill>
                  <a:srgbClr val="168D9D"/>
                </a:solidFill>
                <a:latin typeface="Arial"/>
                <a:ea typeface="Microsoft YaHei"/>
              </a:rPr>
              <a:t>baseline</a:t>
            </a:r>
          </a:p>
        </p:txBody>
      </p:sp>
      <p:sp>
        <p:nvSpPr>
          <p:cNvPr id="13" name="TextBox 12"/>
          <p:cNvSpPr txBox="1"/>
          <p:nvPr/>
        </p:nvSpPr>
        <p:spPr>
          <a:xfrm>
            <a:off x="3285827" y="2394108"/>
            <a:ext cx="1162645"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Low</a:t>
            </a:r>
            <a:r>
              <a:rPr sz="1200" b="0">
                <a:solidFill>
                  <a:srgbClr val="62758C"/>
                </a:solidFill>
                <a:latin typeface="Microsoft YaHei"/>
                <a:ea typeface="Microsoft YaHei"/>
              </a:rPr>
              <a:t> </a:t>
            </a:r>
            <a:r>
              <a:rPr sz="1200" b="0">
                <a:solidFill>
                  <a:srgbClr val="62758C"/>
                </a:solidFill>
                <a:latin typeface="Arial"/>
                <a:ea typeface="Microsoft YaHei"/>
              </a:rPr>
              <a:t>drive</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1f</a:t>
            </a:r>
          </a:p>
        </p:txBody>
      </p:sp>
      <p:cxnSp>
        <p:nvCxnSpPr>
          <p:cNvPr id="14" name="Connector 13"/>
          <p:cNvCxnSpPr/>
          <p:nvPr/>
        </p:nvCxnSpPr>
        <p:spPr>
          <a:xfrm>
            <a:off x="4876800" y="2505075"/>
            <a:ext cx="152400" cy="0"/>
          </a:xfrm>
          <a:prstGeom prst="line">
            <a:avLst/>
          </a:prstGeom>
          <a:ln w="20955">
            <a:solidFill>
              <a:srgbClr val="168D9D"/>
            </a:solidFill>
          </a:ln>
        </p:spPr>
        <p:style>
          <a:lnRef idx="2">
            <a:schemeClr val="accent1"/>
          </a:lnRef>
          <a:fillRef idx="0">
            <a:schemeClr val="accent1"/>
          </a:fillRef>
          <a:effectRef idx="1">
            <a:schemeClr val="accent1"/>
          </a:effectRef>
          <a:fontRef idx="minor">
            <a:schemeClr val="tx1"/>
          </a:fontRef>
        </p:style>
      </p:cxnSp>
      <p:sp>
        <p:nvSpPr>
          <p:cNvPr id="15" name="Freeform 14"/>
          <p:cNvSpPr/>
          <p:nvPr/>
        </p:nvSpPr>
        <p:spPr>
          <a:xfrm>
            <a:off x="4978400" y="2476500"/>
            <a:ext cx="50800" cy="50800"/>
          </a:xfrm>
          <a:custGeom>
            <a:avLst/>
            <a:gdLst/>
            <a:ahLst/>
            <a:cxnLst/>
            <a:rect l="l" t="t" r="r" b="b"/>
            <a:pathLst>
              <a:path w="4" h="4">
                <a:moveTo>
                  <a:pt x="4" y="2"/>
                </a:moveTo>
                <a:lnTo>
                  <a:pt x="0" y="0"/>
                </a:lnTo>
                <a:lnTo>
                  <a:pt x="0" y="4"/>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48250" y="1971675"/>
            <a:ext cx="2095500" cy="1066800"/>
          </a:xfrm>
          <a:prstGeom prst="roundRect">
            <a:avLst>
              <a:gd name="adj" fmla="val 8928"/>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11002" y="2095500"/>
            <a:ext cx="1446195"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Drive</a:t>
            </a:r>
            <a:r>
              <a:rPr sz="1575" b="1">
                <a:solidFill>
                  <a:srgbClr val="168D9D"/>
                </a:solidFill>
                <a:latin typeface="Microsoft YaHei"/>
                <a:ea typeface="Microsoft YaHei"/>
              </a:rPr>
              <a:t> </a:t>
            </a:r>
            <a:r>
              <a:rPr sz="1575" b="1">
                <a:solidFill>
                  <a:srgbClr val="168D9D"/>
                </a:solidFill>
                <a:latin typeface="Arial"/>
                <a:ea typeface="Microsoft YaHei"/>
              </a:rPr>
              <a:t>sweep</a:t>
            </a:r>
          </a:p>
        </p:txBody>
      </p:sp>
      <p:sp>
        <p:nvSpPr>
          <p:cNvPr id="18" name="TextBox 17"/>
          <p:cNvSpPr txBox="1"/>
          <p:nvPr/>
        </p:nvSpPr>
        <p:spPr>
          <a:xfrm>
            <a:off x="5570673" y="2394108"/>
            <a:ext cx="1126852"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Actual</a:t>
            </a:r>
            <a:r>
              <a:rPr sz="1200" b="0">
                <a:solidFill>
                  <a:srgbClr val="62758C"/>
                </a:solidFill>
                <a:latin typeface="Microsoft YaHei"/>
                <a:ea typeface="Microsoft YaHei"/>
              </a:rPr>
              <a:t> </a:t>
            </a:r>
            <a:r>
              <a:rPr sz="1200" b="0">
                <a:solidFill>
                  <a:srgbClr val="62758C"/>
                </a:solidFill>
                <a:latin typeface="Arial"/>
                <a:ea typeface="Microsoft YaHei"/>
              </a:rPr>
              <a:t>Iω</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2f</a:t>
            </a:r>
          </a:p>
        </p:txBody>
      </p:sp>
      <p:cxnSp>
        <p:nvCxnSpPr>
          <p:cNvPr id="19" name="Connector 18"/>
          <p:cNvCxnSpPr/>
          <p:nvPr/>
        </p:nvCxnSpPr>
        <p:spPr>
          <a:xfrm>
            <a:off x="7143750" y="2505075"/>
            <a:ext cx="152400" cy="0"/>
          </a:xfrm>
          <a:prstGeom prst="line">
            <a:avLst/>
          </a:prstGeom>
          <a:ln w="20955">
            <a:solidFill>
              <a:srgbClr val="168D9D"/>
            </a:solidFill>
          </a:ln>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7239000" y="2476500"/>
            <a:ext cx="50800" cy="50800"/>
          </a:xfrm>
          <a:custGeom>
            <a:avLst/>
            <a:gdLst/>
            <a:ahLst/>
            <a:cxnLst/>
            <a:rect l="l" t="t" r="r" b="b"/>
            <a:pathLst>
              <a:path w="4" h="4">
                <a:moveTo>
                  <a:pt x="4" y="2"/>
                </a:moveTo>
                <a:lnTo>
                  <a:pt x="0" y="0"/>
                </a:lnTo>
                <a:lnTo>
                  <a:pt x="0" y="4"/>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15200" y="1971675"/>
            <a:ext cx="2095500" cy="1066800"/>
          </a:xfrm>
          <a:prstGeom prst="roundRect">
            <a:avLst>
              <a:gd name="adj" fmla="val 8928"/>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3554" y="2095500"/>
            <a:ext cx="1814991"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Return</a:t>
            </a:r>
            <a:r>
              <a:rPr sz="1575" b="1">
                <a:solidFill>
                  <a:srgbClr val="168D9D"/>
                </a:solidFill>
                <a:latin typeface="Microsoft YaHei"/>
                <a:ea typeface="Microsoft YaHei"/>
              </a:rPr>
              <a:t> </a:t>
            </a:r>
            <a:r>
              <a:rPr sz="1575" b="1">
                <a:solidFill>
                  <a:srgbClr val="168D9D"/>
                </a:solidFill>
                <a:latin typeface="Arial"/>
                <a:ea typeface="Microsoft YaHei"/>
              </a:rPr>
              <a:t>controls</a:t>
            </a:r>
          </a:p>
        </p:txBody>
      </p:sp>
      <p:sp>
        <p:nvSpPr>
          <p:cNvPr id="23" name="TextBox 22"/>
          <p:cNvSpPr txBox="1"/>
          <p:nvPr/>
        </p:nvSpPr>
        <p:spPr>
          <a:xfrm>
            <a:off x="7535130" y="2394108"/>
            <a:ext cx="1731838"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Repeat</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f</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harmonics</a:t>
            </a:r>
          </a:p>
        </p:txBody>
      </p:sp>
      <p:cxnSp>
        <p:nvCxnSpPr>
          <p:cNvPr id="24" name="Connector 23"/>
          <p:cNvCxnSpPr/>
          <p:nvPr/>
        </p:nvCxnSpPr>
        <p:spPr>
          <a:xfrm>
            <a:off x="9410700" y="2505075"/>
            <a:ext cx="152400" cy="0"/>
          </a:xfrm>
          <a:prstGeom prst="line">
            <a:avLst/>
          </a:prstGeom>
          <a:ln w="20955">
            <a:solidFill>
              <a:srgbClr val="168D9D"/>
            </a:solidFill>
          </a:ln>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9499600" y="2476500"/>
            <a:ext cx="63500" cy="50800"/>
          </a:xfrm>
          <a:custGeom>
            <a:avLst/>
            <a:gdLst/>
            <a:ahLst/>
            <a:cxnLst/>
            <a:rect l="l" t="t" r="r" b="b"/>
            <a:pathLst>
              <a:path w="5" h="4">
                <a:moveTo>
                  <a:pt x="5" y="2"/>
                </a:moveTo>
                <a:lnTo>
                  <a:pt x="0" y="0"/>
                </a:lnTo>
                <a:lnTo>
                  <a:pt x="0" y="4"/>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582150" y="1971675"/>
            <a:ext cx="2095500" cy="1066800"/>
          </a:xfrm>
          <a:prstGeom prst="roundRect">
            <a:avLst>
              <a:gd name="adj" fmla="val 8928"/>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21339" y="2095500"/>
            <a:ext cx="1893321"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Evidence</a:t>
            </a:r>
            <a:r>
              <a:rPr sz="1575" b="1">
                <a:solidFill>
                  <a:srgbClr val="168D9D"/>
                </a:solidFill>
                <a:latin typeface="Microsoft YaHei"/>
                <a:ea typeface="Microsoft YaHei"/>
              </a:rPr>
              <a:t> </a:t>
            </a:r>
            <a:r>
              <a:rPr sz="1575" b="1">
                <a:solidFill>
                  <a:srgbClr val="168D9D"/>
                </a:solidFill>
                <a:latin typeface="Arial"/>
                <a:ea typeface="Microsoft YaHei"/>
              </a:rPr>
              <a:t>review</a:t>
            </a:r>
          </a:p>
        </p:txBody>
      </p:sp>
      <p:sp>
        <p:nvSpPr>
          <p:cNvPr id="28" name="TextBox 27"/>
          <p:cNvSpPr txBox="1"/>
          <p:nvPr/>
        </p:nvSpPr>
        <p:spPr>
          <a:xfrm>
            <a:off x="9920920" y="2394108"/>
            <a:ext cx="1494159"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Qualify</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compare</a:t>
            </a:r>
          </a:p>
        </p:txBody>
      </p:sp>
      <p:sp>
        <p:nvSpPr>
          <p:cNvPr id="29" name="Rounded Rectangle 28"/>
          <p:cNvSpPr/>
          <p:nvPr/>
        </p:nvSpPr>
        <p:spPr>
          <a:xfrm>
            <a:off x="514350" y="3533775"/>
            <a:ext cx="5410200" cy="2114550"/>
          </a:xfrm>
          <a:prstGeom prst="roundRect">
            <a:avLst>
              <a:gd name="adj" fmla="val 5405"/>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14350" y="3695700"/>
            <a:ext cx="38100" cy="314325"/>
          </a:xfrm>
          <a:prstGeom prst="rect">
            <a:avLst/>
          </a:pr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850" y="3686175"/>
            <a:ext cx="3474615" cy="320039"/>
          </a:xfrm>
          <a:prstGeom prst="rect">
            <a:avLst/>
          </a:prstGeom>
          <a:noFill/>
        </p:spPr>
        <p:txBody>
          <a:bodyPr wrap="none" lIns="0" rIns="0" tIns="0" bIns="0">
            <a:spAutoFit/>
          </a:bodyPr>
          <a:lstStyle/>
          <a:p>
            <a:pPr>
              <a:lnSpc>
                <a:spcPts val="2430"/>
              </a:lnSpc>
              <a:spcBef>
                <a:spcPts val="0"/>
              </a:spcBef>
              <a:spcAft>
                <a:spcPts val="0"/>
              </a:spcAft>
            </a:pPr>
            <a:r>
              <a:rPr sz="1800" b="1">
                <a:solidFill>
                  <a:srgbClr val="7653CF"/>
                </a:solidFill>
                <a:latin typeface="Arial"/>
                <a:ea typeface="Microsoft YaHei"/>
              </a:rPr>
              <a:t>Configured</a:t>
            </a:r>
            <a:r>
              <a:rPr sz="1800" b="1">
                <a:solidFill>
                  <a:srgbClr val="7653CF"/>
                </a:solidFill>
                <a:latin typeface="Microsoft YaHei"/>
                <a:ea typeface="Microsoft YaHei"/>
              </a:rPr>
              <a:t> </a:t>
            </a:r>
            <a:r>
              <a:rPr sz="1800" b="1">
                <a:solidFill>
                  <a:srgbClr val="7653CF"/>
                </a:solidFill>
                <a:latin typeface="Arial"/>
                <a:ea typeface="Microsoft YaHei"/>
              </a:rPr>
              <a:t>measurements</a:t>
            </a:r>
          </a:p>
        </p:txBody>
      </p:sp>
      <p:sp>
        <p:nvSpPr>
          <p:cNvPr id="32" name="TextBox 31"/>
          <p:cNvSpPr txBox="1"/>
          <p:nvPr/>
        </p:nvSpPr>
        <p:spPr>
          <a:xfrm>
            <a:off x="704850" y="4124325"/>
            <a:ext cx="3463788" cy="293370"/>
          </a:xfrm>
          <a:prstGeom prst="rect">
            <a:avLst/>
          </a:prstGeom>
          <a:noFill/>
        </p:spPr>
        <p:txBody>
          <a:bodyPr wrap="none" lIns="0" rIns="0" tIns="0" bIns="0">
            <a:spAutoFit/>
          </a:bodyPr>
          <a:lstStyle/>
          <a:p>
            <a:pPr>
              <a:lnSpc>
                <a:spcPts val="2227"/>
              </a:lnSpc>
              <a:spcBef>
                <a:spcPts val="0"/>
              </a:spcBef>
              <a:spcAft>
                <a:spcPts val="0"/>
              </a:spcAft>
            </a:pPr>
            <a:r>
              <a:rPr sz="1650" b="0">
                <a:solidFill>
                  <a:srgbClr val="23364D"/>
                </a:solidFill>
                <a:latin typeface="Arial"/>
                <a:ea typeface="Microsoft YaHei"/>
              </a:rPr>
              <a:t>Current</a:t>
            </a:r>
            <a:r>
              <a:rPr sz="1650" b="0">
                <a:solidFill>
                  <a:srgbClr val="23364D"/>
                </a:solidFill>
                <a:latin typeface="Microsoft YaHei"/>
                <a:ea typeface="Microsoft YaHei"/>
              </a:rPr>
              <a:t> </a:t>
            </a:r>
            <a:r>
              <a:rPr sz="1650" b="0">
                <a:solidFill>
                  <a:srgbClr val="23364D"/>
                </a:solidFill>
                <a:latin typeface="Arial"/>
                <a:ea typeface="Microsoft YaHei"/>
              </a:rPr>
              <a:t>bracket</a:t>
            </a:r>
            <a:r>
              <a:rPr sz="1650" b="0">
                <a:solidFill>
                  <a:srgbClr val="23364D"/>
                </a:solidFill>
                <a:latin typeface="Microsoft YaHei"/>
                <a:ea typeface="Microsoft YaHei"/>
              </a:rPr>
              <a:t> </a:t>
            </a:r>
            <a:r>
              <a:rPr sz="1650" b="0">
                <a:solidFill>
                  <a:srgbClr val="23364D"/>
                </a:solidFill>
                <a:latin typeface="Arial"/>
                <a:ea typeface="Microsoft YaHei"/>
              </a:rPr>
              <a:t>and</a:t>
            </a:r>
            <a:r>
              <a:rPr sz="1650" b="0">
                <a:solidFill>
                  <a:srgbClr val="23364D"/>
                </a:solidFill>
                <a:latin typeface="Microsoft YaHei"/>
                <a:ea typeface="Microsoft YaHei"/>
              </a:rPr>
              <a:t> </a:t>
            </a:r>
            <a:r>
              <a:rPr sz="1650" b="0">
                <a:solidFill>
                  <a:srgbClr val="23364D"/>
                </a:solidFill>
                <a:latin typeface="Arial"/>
                <a:ea typeface="Microsoft YaHei"/>
              </a:rPr>
              <a:t>return</a:t>
            </a:r>
            <a:r>
              <a:rPr sz="1650" b="0">
                <a:solidFill>
                  <a:srgbClr val="23364D"/>
                </a:solidFill>
                <a:latin typeface="Microsoft YaHei"/>
                <a:ea typeface="Microsoft YaHei"/>
              </a:rPr>
              <a:t> </a:t>
            </a:r>
            <a:r>
              <a:rPr sz="1650" b="0">
                <a:solidFill>
                  <a:srgbClr val="23364D"/>
                </a:solidFill>
                <a:latin typeface="Arial"/>
                <a:ea typeface="Microsoft YaHei"/>
              </a:rPr>
              <a:t>point</a:t>
            </a:r>
          </a:p>
        </p:txBody>
      </p:sp>
      <p:sp>
        <p:nvSpPr>
          <p:cNvPr id="33" name="TextBox 32"/>
          <p:cNvSpPr txBox="1"/>
          <p:nvPr/>
        </p:nvSpPr>
        <p:spPr>
          <a:xfrm>
            <a:off x="704850" y="4407217"/>
            <a:ext cx="4052431" cy="293370"/>
          </a:xfrm>
          <a:prstGeom prst="rect">
            <a:avLst/>
          </a:prstGeom>
          <a:noFill/>
        </p:spPr>
        <p:txBody>
          <a:bodyPr wrap="none" lIns="0" rIns="0" tIns="0" bIns="0">
            <a:spAutoFit/>
          </a:bodyPr>
          <a:lstStyle/>
          <a:p>
            <a:pPr>
              <a:lnSpc>
                <a:spcPts val="2227"/>
              </a:lnSpc>
              <a:spcBef>
                <a:spcPts val="0"/>
              </a:spcBef>
              <a:spcAft>
                <a:spcPts val="0"/>
              </a:spcAft>
            </a:pPr>
            <a:r>
              <a:rPr sz="1650" b="0">
                <a:solidFill>
                  <a:srgbClr val="23364D"/>
                </a:solidFill>
                <a:latin typeface="Arial"/>
                <a:ea typeface="Microsoft YaHei"/>
              </a:rPr>
              <a:t>Frequency</a:t>
            </a:r>
            <a:r>
              <a:rPr sz="1650" b="0">
                <a:solidFill>
                  <a:srgbClr val="23364D"/>
                </a:solidFill>
                <a:latin typeface="Microsoft YaHei"/>
                <a:ea typeface="Microsoft YaHei"/>
              </a:rPr>
              <a:t> </a:t>
            </a:r>
            <a:r>
              <a:rPr sz="1650" b="0">
                <a:solidFill>
                  <a:srgbClr val="23364D"/>
                </a:solidFill>
                <a:latin typeface="Arial"/>
                <a:ea typeface="Microsoft YaHei"/>
              </a:rPr>
              <a:t>/</a:t>
            </a:r>
            <a:r>
              <a:rPr sz="1650" b="0">
                <a:solidFill>
                  <a:srgbClr val="23364D"/>
                </a:solidFill>
                <a:latin typeface="Microsoft YaHei"/>
                <a:ea typeface="Microsoft YaHei"/>
              </a:rPr>
              <a:t> </a:t>
            </a:r>
            <a:r>
              <a:rPr sz="1650" b="0">
                <a:solidFill>
                  <a:srgbClr val="23364D"/>
                </a:solidFill>
                <a:latin typeface="Arial"/>
                <a:ea typeface="Microsoft YaHei"/>
              </a:rPr>
              <a:t>phase</a:t>
            </a:r>
            <a:r>
              <a:rPr sz="1650" b="0">
                <a:solidFill>
                  <a:srgbClr val="23364D"/>
                </a:solidFill>
                <a:latin typeface="Microsoft YaHei"/>
                <a:ea typeface="Microsoft YaHei"/>
              </a:rPr>
              <a:t> </a:t>
            </a:r>
            <a:r>
              <a:rPr sz="1650" b="0">
                <a:solidFill>
                  <a:srgbClr val="23364D"/>
                </a:solidFill>
                <a:latin typeface="Arial"/>
                <a:ea typeface="Microsoft YaHei"/>
              </a:rPr>
              <a:t>/</a:t>
            </a:r>
            <a:r>
              <a:rPr sz="1650" b="0">
                <a:solidFill>
                  <a:srgbClr val="23364D"/>
                </a:solidFill>
                <a:latin typeface="Microsoft YaHei"/>
                <a:ea typeface="Microsoft YaHei"/>
              </a:rPr>
              <a:t> </a:t>
            </a:r>
            <a:r>
              <a:rPr sz="1650" b="0">
                <a:solidFill>
                  <a:srgbClr val="23364D"/>
                </a:solidFill>
                <a:latin typeface="Arial"/>
                <a:ea typeface="Microsoft YaHei"/>
              </a:rPr>
              <a:t>harmonic</a:t>
            </a:r>
            <a:r>
              <a:rPr sz="1650" b="0">
                <a:solidFill>
                  <a:srgbClr val="23364D"/>
                </a:solidFill>
                <a:latin typeface="Microsoft YaHei"/>
                <a:ea typeface="Microsoft YaHei"/>
              </a:rPr>
              <a:t> </a:t>
            </a:r>
            <a:r>
              <a:rPr sz="1650" b="0">
                <a:solidFill>
                  <a:srgbClr val="23364D"/>
                </a:solidFill>
                <a:latin typeface="Arial"/>
                <a:ea typeface="Microsoft YaHei"/>
              </a:rPr>
              <a:t>controls</a:t>
            </a:r>
          </a:p>
        </p:txBody>
      </p:sp>
      <p:sp>
        <p:nvSpPr>
          <p:cNvPr id="34" name="TextBox 33"/>
          <p:cNvSpPr txBox="1"/>
          <p:nvPr/>
        </p:nvSpPr>
        <p:spPr>
          <a:xfrm>
            <a:off x="704850" y="4690109"/>
            <a:ext cx="4189641" cy="293370"/>
          </a:xfrm>
          <a:prstGeom prst="rect">
            <a:avLst/>
          </a:prstGeom>
          <a:noFill/>
        </p:spPr>
        <p:txBody>
          <a:bodyPr wrap="none" lIns="0" rIns="0" tIns="0" bIns="0">
            <a:spAutoFit/>
          </a:bodyPr>
          <a:lstStyle/>
          <a:p>
            <a:pPr>
              <a:lnSpc>
                <a:spcPts val="2227"/>
              </a:lnSpc>
              <a:spcBef>
                <a:spcPts val="0"/>
              </a:spcBef>
              <a:spcAft>
                <a:spcPts val="0"/>
              </a:spcAft>
            </a:pPr>
            <a:r>
              <a:rPr sz="1650" b="0">
                <a:solidFill>
                  <a:srgbClr val="23364D"/>
                </a:solidFill>
                <a:latin typeface="Arial"/>
                <a:ea typeface="Microsoft YaHei"/>
              </a:rPr>
              <a:t>Environmental</a:t>
            </a:r>
            <a:r>
              <a:rPr sz="1650" b="0">
                <a:solidFill>
                  <a:srgbClr val="23364D"/>
                </a:solidFill>
                <a:latin typeface="Microsoft YaHei"/>
                <a:ea typeface="Microsoft YaHei"/>
              </a:rPr>
              <a:t> </a:t>
            </a:r>
            <a:r>
              <a:rPr sz="1650" b="0">
                <a:solidFill>
                  <a:srgbClr val="23364D"/>
                </a:solidFill>
                <a:latin typeface="Arial"/>
                <a:ea typeface="Microsoft YaHei"/>
              </a:rPr>
              <a:t>and</a:t>
            </a:r>
            <a:r>
              <a:rPr sz="1650" b="0">
                <a:solidFill>
                  <a:srgbClr val="23364D"/>
                </a:solidFill>
                <a:latin typeface="Microsoft YaHei"/>
                <a:ea typeface="Microsoft YaHei"/>
              </a:rPr>
              <a:t> </a:t>
            </a:r>
            <a:r>
              <a:rPr sz="1650" b="0">
                <a:solidFill>
                  <a:srgbClr val="23364D"/>
                </a:solidFill>
                <a:latin typeface="Arial"/>
                <a:ea typeface="Microsoft YaHei"/>
              </a:rPr>
              <a:t>gate-leakage</a:t>
            </a:r>
            <a:r>
              <a:rPr sz="1650" b="0">
                <a:solidFill>
                  <a:srgbClr val="23364D"/>
                </a:solidFill>
                <a:latin typeface="Microsoft YaHei"/>
                <a:ea typeface="Microsoft YaHei"/>
              </a:rPr>
              <a:t> </a:t>
            </a:r>
            <a:r>
              <a:rPr sz="1650" b="0">
                <a:solidFill>
                  <a:srgbClr val="23364D"/>
                </a:solidFill>
                <a:latin typeface="Arial"/>
                <a:ea typeface="Microsoft YaHei"/>
              </a:rPr>
              <a:t>traces</a:t>
            </a:r>
          </a:p>
        </p:txBody>
      </p:sp>
      <p:sp>
        <p:nvSpPr>
          <p:cNvPr id="35" name="TextBox 34"/>
          <p:cNvSpPr txBox="1"/>
          <p:nvPr/>
        </p:nvSpPr>
        <p:spPr>
          <a:xfrm>
            <a:off x="704850" y="4973002"/>
            <a:ext cx="3450282" cy="293370"/>
          </a:xfrm>
          <a:prstGeom prst="rect">
            <a:avLst/>
          </a:prstGeom>
          <a:noFill/>
        </p:spPr>
        <p:txBody>
          <a:bodyPr wrap="none" lIns="0" rIns="0" tIns="0" bIns="0">
            <a:spAutoFit/>
          </a:bodyPr>
          <a:lstStyle/>
          <a:p>
            <a:pPr>
              <a:lnSpc>
                <a:spcPts val="2227"/>
              </a:lnSpc>
              <a:spcBef>
                <a:spcPts val="0"/>
              </a:spcBef>
              <a:spcAft>
                <a:spcPts val="0"/>
              </a:spcAft>
            </a:pPr>
            <a:r>
              <a:rPr sz="1650" b="0">
                <a:solidFill>
                  <a:srgbClr val="23364D"/>
                </a:solidFill>
                <a:latin typeface="Arial"/>
                <a:ea typeface="Microsoft YaHei"/>
              </a:rPr>
              <a:t>Repeated</a:t>
            </a:r>
            <a:r>
              <a:rPr sz="1650" b="0">
                <a:solidFill>
                  <a:srgbClr val="23364D"/>
                </a:solidFill>
                <a:latin typeface="Microsoft YaHei"/>
                <a:ea typeface="Microsoft YaHei"/>
              </a:rPr>
              <a:t> </a:t>
            </a:r>
            <a:r>
              <a:rPr sz="1650" b="0">
                <a:solidFill>
                  <a:srgbClr val="23364D"/>
                </a:solidFill>
                <a:latin typeface="Arial"/>
                <a:ea typeface="Microsoft YaHei"/>
              </a:rPr>
              <a:t>reference</a:t>
            </a:r>
            <a:r>
              <a:rPr sz="1650" b="0">
                <a:solidFill>
                  <a:srgbClr val="23364D"/>
                </a:solidFill>
                <a:latin typeface="Microsoft YaHei"/>
                <a:ea typeface="Microsoft YaHei"/>
              </a:rPr>
              <a:t> </a:t>
            </a:r>
            <a:r>
              <a:rPr sz="1650" b="0">
                <a:solidFill>
                  <a:srgbClr val="23364D"/>
                </a:solidFill>
                <a:latin typeface="Arial"/>
                <a:ea typeface="Microsoft YaHei"/>
              </a:rPr>
              <a:t>acquisitions</a:t>
            </a:r>
          </a:p>
        </p:txBody>
      </p:sp>
      <p:sp>
        <p:nvSpPr>
          <p:cNvPr id="36" name="Rounded Rectangle 35"/>
          <p:cNvSpPr/>
          <p:nvPr/>
        </p:nvSpPr>
        <p:spPr>
          <a:xfrm>
            <a:off x="6229350" y="3533775"/>
            <a:ext cx="5448300" cy="2114550"/>
          </a:xfrm>
          <a:prstGeom prst="roundRect">
            <a:avLst>
              <a:gd name="adj" fmla="val 5405"/>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29350" y="3695700"/>
            <a:ext cx="38100" cy="314325"/>
          </a:xfrm>
          <a:prstGeom prst="rect">
            <a:avLst/>
          </a:pr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19850" y="3686175"/>
            <a:ext cx="3908598" cy="320039"/>
          </a:xfrm>
          <a:prstGeom prst="rect">
            <a:avLst/>
          </a:prstGeom>
          <a:noFill/>
        </p:spPr>
        <p:txBody>
          <a:bodyPr wrap="none" lIns="0" rIns="0" tIns="0" bIns="0">
            <a:spAutoFit/>
          </a:bodyPr>
          <a:lstStyle/>
          <a:p>
            <a:pPr>
              <a:lnSpc>
                <a:spcPts val="2430"/>
              </a:lnSpc>
              <a:spcBef>
                <a:spcPts val="0"/>
              </a:spcBef>
              <a:spcAft>
                <a:spcPts val="0"/>
              </a:spcAft>
            </a:pPr>
            <a:r>
              <a:rPr sz="1800" b="1">
                <a:solidFill>
                  <a:srgbClr val="168D9D"/>
                </a:solidFill>
                <a:latin typeface="Arial"/>
                <a:ea typeface="Microsoft YaHei"/>
              </a:rPr>
              <a:t>Evidence</a:t>
            </a:r>
            <a:r>
              <a:rPr sz="1800" b="1">
                <a:solidFill>
                  <a:srgbClr val="168D9D"/>
                </a:solidFill>
                <a:latin typeface="Microsoft YaHei"/>
                <a:ea typeface="Microsoft YaHei"/>
              </a:rPr>
              <a:t> </a:t>
            </a:r>
            <a:r>
              <a:rPr sz="1800" b="1">
                <a:solidFill>
                  <a:srgbClr val="168D9D"/>
                </a:solidFill>
                <a:latin typeface="Arial"/>
                <a:ea typeface="Microsoft YaHei"/>
              </a:rPr>
              <a:t>for</a:t>
            </a:r>
            <a:r>
              <a:rPr sz="1800" b="1">
                <a:solidFill>
                  <a:srgbClr val="168D9D"/>
                </a:solidFill>
                <a:latin typeface="Microsoft YaHei"/>
                <a:ea typeface="Microsoft YaHei"/>
              </a:rPr>
              <a:t> </a:t>
            </a:r>
            <a:r>
              <a:rPr sz="1800" b="1">
                <a:solidFill>
                  <a:srgbClr val="168D9D"/>
                </a:solidFill>
                <a:latin typeface="Arial"/>
                <a:ea typeface="Microsoft YaHei"/>
              </a:rPr>
              <a:t>the</a:t>
            </a:r>
            <a:r>
              <a:rPr sz="1800" b="1">
                <a:solidFill>
                  <a:srgbClr val="168D9D"/>
                </a:solidFill>
                <a:latin typeface="Microsoft YaHei"/>
                <a:ea typeface="Microsoft YaHei"/>
              </a:rPr>
              <a:t> </a:t>
            </a:r>
            <a:r>
              <a:rPr sz="1800" b="1">
                <a:solidFill>
                  <a:srgbClr val="168D9D"/>
                </a:solidFill>
                <a:latin typeface="Arial"/>
                <a:ea typeface="Microsoft YaHei"/>
              </a:rPr>
              <a:t>next</a:t>
            </a:r>
            <a:r>
              <a:rPr sz="1800" b="1">
                <a:solidFill>
                  <a:srgbClr val="168D9D"/>
                </a:solidFill>
                <a:latin typeface="Microsoft YaHei"/>
                <a:ea typeface="Microsoft YaHei"/>
              </a:rPr>
              <a:t> </a:t>
            </a:r>
            <a:r>
              <a:rPr sz="1800" b="1">
                <a:solidFill>
                  <a:srgbClr val="168D9D"/>
                </a:solidFill>
                <a:latin typeface="Arial"/>
                <a:ea typeface="Microsoft YaHei"/>
              </a:rPr>
              <a:t>decision</a:t>
            </a:r>
          </a:p>
        </p:txBody>
      </p:sp>
      <p:sp>
        <p:nvSpPr>
          <p:cNvPr id="39" name="TextBox 38"/>
          <p:cNvSpPr txBox="1"/>
          <p:nvPr/>
        </p:nvSpPr>
        <p:spPr>
          <a:xfrm>
            <a:off x="6419850" y="4124325"/>
            <a:ext cx="3602533" cy="293370"/>
          </a:xfrm>
          <a:prstGeom prst="rect">
            <a:avLst/>
          </a:prstGeom>
          <a:noFill/>
        </p:spPr>
        <p:txBody>
          <a:bodyPr wrap="none" lIns="0" rIns="0" tIns="0" bIns="0">
            <a:spAutoFit/>
          </a:bodyPr>
          <a:lstStyle/>
          <a:p>
            <a:pPr>
              <a:lnSpc>
                <a:spcPts val="2227"/>
              </a:lnSpc>
              <a:spcBef>
                <a:spcPts val="0"/>
              </a:spcBef>
              <a:spcAft>
                <a:spcPts val="0"/>
              </a:spcAft>
            </a:pPr>
            <a:r>
              <a:rPr sz="1650" b="0">
                <a:solidFill>
                  <a:srgbClr val="23364D"/>
                </a:solidFill>
                <a:latin typeface="Arial"/>
                <a:ea typeface="Microsoft YaHei"/>
              </a:rPr>
              <a:t>Readable</a:t>
            </a:r>
            <a:r>
              <a:rPr sz="1650" b="0">
                <a:solidFill>
                  <a:srgbClr val="23364D"/>
                </a:solidFill>
                <a:latin typeface="Microsoft YaHei"/>
                <a:ea typeface="Microsoft YaHei"/>
              </a:rPr>
              <a:t> </a:t>
            </a:r>
            <a:r>
              <a:rPr sz="1650" b="0">
                <a:solidFill>
                  <a:srgbClr val="23364D"/>
                </a:solidFill>
                <a:latin typeface="Arial"/>
                <a:ea typeface="Microsoft YaHei"/>
              </a:rPr>
              <a:t>and</a:t>
            </a:r>
            <a:r>
              <a:rPr sz="1650" b="0">
                <a:solidFill>
                  <a:srgbClr val="23364D"/>
                </a:solidFill>
                <a:latin typeface="Microsoft YaHei"/>
                <a:ea typeface="Microsoft YaHei"/>
              </a:rPr>
              <a:t> </a:t>
            </a:r>
            <a:r>
              <a:rPr sz="1650" b="0">
                <a:solidFill>
                  <a:srgbClr val="23364D"/>
                </a:solidFill>
                <a:latin typeface="Arial"/>
                <a:ea typeface="Microsoft YaHei"/>
              </a:rPr>
              <a:t>referenced</a:t>
            </a:r>
            <a:r>
              <a:rPr sz="1650" b="0">
                <a:solidFill>
                  <a:srgbClr val="23364D"/>
                </a:solidFill>
                <a:latin typeface="Microsoft YaHei"/>
                <a:ea typeface="Microsoft YaHei"/>
              </a:rPr>
              <a:t> </a:t>
            </a:r>
            <a:r>
              <a:rPr sz="1650" b="0">
                <a:solidFill>
                  <a:srgbClr val="23364D"/>
                </a:solidFill>
                <a:latin typeface="Arial"/>
                <a:ea typeface="Microsoft YaHei"/>
              </a:rPr>
              <a:t>signals?</a:t>
            </a:r>
          </a:p>
        </p:txBody>
      </p:sp>
      <p:sp>
        <p:nvSpPr>
          <p:cNvPr id="40" name="TextBox 39"/>
          <p:cNvSpPr txBox="1"/>
          <p:nvPr/>
        </p:nvSpPr>
        <p:spPr>
          <a:xfrm>
            <a:off x="6419850" y="4407217"/>
            <a:ext cx="4529137" cy="293370"/>
          </a:xfrm>
          <a:prstGeom prst="rect">
            <a:avLst/>
          </a:prstGeom>
          <a:noFill/>
        </p:spPr>
        <p:txBody>
          <a:bodyPr wrap="none" lIns="0" rIns="0" tIns="0" bIns="0">
            <a:spAutoFit/>
          </a:bodyPr>
          <a:lstStyle/>
          <a:p>
            <a:pPr>
              <a:lnSpc>
                <a:spcPts val="2227"/>
              </a:lnSpc>
              <a:spcBef>
                <a:spcPts val="0"/>
              </a:spcBef>
              <a:spcAft>
                <a:spcPts val="0"/>
              </a:spcAft>
            </a:pPr>
            <a:r>
              <a:rPr sz="1650" b="0">
                <a:solidFill>
                  <a:srgbClr val="23364D"/>
                </a:solidFill>
                <a:latin typeface="Arial"/>
                <a:ea typeface="Microsoft YaHei"/>
              </a:rPr>
              <a:t>Consistent</a:t>
            </a:r>
            <a:r>
              <a:rPr sz="1650" b="0">
                <a:solidFill>
                  <a:srgbClr val="23364D"/>
                </a:solidFill>
                <a:latin typeface="Microsoft YaHei"/>
                <a:ea typeface="Microsoft YaHei"/>
              </a:rPr>
              <a:t> </a:t>
            </a:r>
            <a:r>
              <a:rPr sz="1650" b="0">
                <a:solidFill>
                  <a:srgbClr val="23364D"/>
                </a:solidFill>
                <a:latin typeface="Arial"/>
                <a:ea typeface="Microsoft YaHei"/>
              </a:rPr>
              <a:t>response</a:t>
            </a:r>
            <a:r>
              <a:rPr sz="1650" b="0">
                <a:solidFill>
                  <a:srgbClr val="23364D"/>
                </a:solidFill>
                <a:latin typeface="Microsoft YaHei"/>
                <a:ea typeface="Microsoft YaHei"/>
              </a:rPr>
              <a:t> </a:t>
            </a:r>
            <a:r>
              <a:rPr sz="1650" b="0">
                <a:solidFill>
                  <a:srgbClr val="23364D"/>
                </a:solidFill>
                <a:latin typeface="Arial"/>
                <a:ea typeface="Microsoft YaHei"/>
              </a:rPr>
              <a:t>at</a:t>
            </a:r>
            <a:r>
              <a:rPr sz="1650" b="0">
                <a:solidFill>
                  <a:srgbClr val="23364D"/>
                </a:solidFill>
                <a:latin typeface="Microsoft YaHei"/>
                <a:ea typeface="Microsoft YaHei"/>
              </a:rPr>
              <a:t> </a:t>
            </a:r>
            <a:r>
              <a:rPr sz="1650" b="0">
                <a:solidFill>
                  <a:srgbClr val="23364D"/>
                </a:solidFill>
                <a:latin typeface="Arial"/>
                <a:ea typeface="Microsoft YaHei"/>
              </a:rPr>
              <a:t>reference</a:t>
            </a:r>
            <a:r>
              <a:rPr sz="1650" b="0">
                <a:solidFill>
                  <a:srgbClr val="23364D"/>
                </a:solidFill>
                <a:latin typeface="Microsoft YaHei"/>
                <a:ea typeface="Microsoft YaHei"/>
              </a:rPr>
              <a:t> </a:t>
            </a:r>
            <a:r>
              <a:rPr sz="1650" b="0">
                <a:solidFill>
                  <a:srgbClr val="23364D"/>
                </a:solidFill>
                <a:latin typeface="Arial"/>
                <a:ea typeface="Microsoft YaHei"/>
              </a:rPr>
              <a:t>settings?</a:t>
            </a:r>
          </a:p>
        </p:txBody>
      </p:sp>
      <p:sp>
        <p:nvSpPr>
          <p:cNvPr id="41" name="TextBox 40"/>
          <p:cNvSpPr txBox="1"/>
          <p:nvPr/>
        </p:nvSpPr>
        <p:spPr>
          <a:xfrm>
            <a:off x="6419850" y="4690109"/>
            <a:ext cx="4275283" cy="293370"/>
          </a:xfrm>
          <a:prstGeom prst="rect">
            <a:avLst/>
          </a:prstGeom>
          <a:noFill/>
        </p:spPr>
        <p:txBody>
          <a:bodyPr wrap="none" lIns="0" rIns="0" tIns="0" bIns="0">
            <a:spAutoFit/>
          </a:bodyPr>
          <a:lstStyle/>
          <a:p>
            <a:pPr>
              <a:lnSpc>
                <a:spcPts val="2227"/>
              </a:lnSpc>
              <a:spcBef>
                <a:spcPts val="0"/>
              </a:spcBef>
              <a:spcAft>
                <a:spcPts val="0"/>
              </a:spcAft>
            </a:pPr>
            <a:r>
              <a:rPr sz="1650" b="0">
                <a:solidFill>
                  <a:srgbClr val="23364D"/>
                </a:solidFill>
                <a:latin typeface="Arial"/>
                <a:ea typeface="Microsoft YaHei"/>
              </a:rPr>
              <a:t>Drive</a:t>
            </a:r>
            <a:r>
              <a:rPr sz="1650" b="0">
                <a:solidFill>
                  <a:srgbClr val="23364D"/>
                </a:solidFill>
                <a:latin typeface="Microsoft YaHei"/>
                <a:ea typeface="Microsoft YaHei"/>
              </a:rPr>
              <a:t> </a:t>
            </a:r>
            <a:r>
              <a:rPr sz="1650" b="0">
                <a:solidFill>
                  <a:srgbClr val="23364D"/>
                </a:solidFill>
                <a:latin typeface="Arial"/>
                <a:ea typeface="Microsoft YaHei"/>
              </a:rPr>
              <a:t>scaling</a:t>
            </a:r>
            <a:r>
              <a:rPr sz="1650" b="0">
                <a:solidFill>
                  <a:srgbClr val="23364D"/>
                </a:solidFill>
                <a:latin typeface="Microsoft YaHei"/>
                <a:ea typeface="Microsoft YaHei"/>
              </a:rPr>
              <a:t> </a:t>
            </a:r>
            <a:r>
              <a:rPr sz="1650" b="0">
                <a:solidFill>
                  <a:srgbClr val="23364D"/>
                </a:solidFill>
                <a:latin typeface="Arial"/>
                <a:ea typeface="Microsoft YaHei"/>
              </a:rPr>
              <a:t>preserved</a:t>
            </a:r>
            <a:r>
              <a:rPr sz="1650" b="0">
                <a:solidFill>
                  <a:srgbClr val="23364D"/>
                </a:solidFill>
                <a:latin typeface="Microsoft YaHei"/>
                <a:ea typeface="Microsoft YaHei"/>
              </a:rPr>
              <a:t> </a:t>
            </a:r>
            <a:r>
              <a:rPr sz="1650" b="0">
                <a:solidFill>
                  <a:srgbClr val="23364D"/>
                </a:solidFill>
                <a:latin typeface="Arial"/>
                <a:ea typeface="Microsoft YaHei"/>
              </a:rPr>
              <a:t>across</a:t>
            </a:r>
            <a:r>
              <a:rPr sz="1650" b="0">
                <a:solidFill>
                  <a:srgbClr val="23364D"/>
                </a:solidFill>
                <a:latin typeface="Microsoft YaHei"/>
                <a:ea typeface="Microsoft YaHei"/>
              </a:rPr>
              <a:t> </a:t>
            </a:r>
            <a:r>
              <a:rPr sz="1650" b="0">
                <a:solidFill>
                  <a:srgbClr val="23364D"/>
                </a:solidFill>
                <a:latin typeface="Arial"/>
                <a:ea typeface="Microsoft YaHei"/>
              </a:rPr>
              <a:t>controls?</a:t>
            </a:r>
          </a:p>
        </p:txBody>
      </p:sp>
      <p:sp>
        <p:nvSpPr>
          <p:cNvPr id="42" name="TextBox 41"/>
          <p:cNvSpPr txBox="1"/>
          <p:nvPr/>
        </p:nvSpPr>
        <p:spPr>
          <a:xfrm>
            <a:off x="6419850" y="4973002"/>
            <a:ext cx="4148509" cy="293370"/>
          </a:xfrm>
          <a:prstGeom prst="rect">
            <a:avLst/>
          </a:prstGeom>
          <a:noFill/>
        </p:spPr>
        <p:txBody>
          <a:bodyPr wrap="none" lIns="0" rIns="0" tIns="0" bIns="0">
            <a:spAutoFit/>
          </a:bodyPr>
          <a:lstStyle/>
          <a:p>
            <a:pPr>
              <a:lnSpc>
                <a:spcPts val="2227"/>
              </a:lnSpc>
              <a:spcBef>
                <a:spcPts val="0"/>
              </a:spcBef>
              <a:spcAft>
                <a:spcPts val="0"/>
              </a:spcAft>
            </a:pPr>
            <a:r>
              <a:rPr sz="1650" b="0">
                <a:solidFill>
                  <a:srgbClr val="23364D"/>
                </a:solidFill>
                <a:latin typeface="Arial"/>
                <a:ea typeface="Microsoft YaHei"/>
              </a:rPr>
              <a:t>Which</a:t>
            </a:r>
            <a:r>
              <a:rPr sz="1650" b="0">
                <a:solidFill>
                  <a:srgbClr val="23364D"/>
                </a:solidFill>
                <a:latin typeface="Microsoft YaHei"/>
                <a:ea typeface="Microsoft YaHei"/>
              </a:rPr>
              <a:t> </a:t>
            </a:r>
            <a:r>
              <a:rPr sz="1650" b="0">
                <a:solidFill>
                  <a:srgbClr val="23364D"/>
                </a:solidFill>
                <a:latin typeface="Arial"/>
                <a:ea typeface="Microsoft YaHei"/>
              </a:rPr>
              <a:t>comparison</a:t>
            </a:r>
            <a:r>
              <a:rPr sz="1650" b="0">
                <a:solidFill>
                  <a:srgbClr val="23364D"/>
                </a:solidFill>
                <a:latin typeface="Microsoft YaHei"/>
                <a:ea typeface="Microsoft YaHei"/>
              </a:rPr>
              <a:t> </a:t>
            </a:r>
            <a:r>
              <a:rPr sz="1650" b="0">
                <a:solidFill>
                  <a:srgbClr val="23364D"/>
                </a:solidFill>
                <a:latin typeface="Arial"/>
                <a:ea typeface="Microsoft YaHei"/>
              </a:rPr>
              <a:t>resolves</a:t>
            </a:r>
            <a:r>
              <a:rPr sz="1650" b="0">
                <a:solidFill>
                  <a:srgbClr val="23364D"/>
                </a:solidFill>
                <a:latin typeface="Microsoft YaHei"/>
                <a:ea typeface="Microsoft YaHei"/>
              </a:rPr>
              <a:t> </a:t>
            </a:r>
            <a:r>
              <a:rPr sz="1650" b="0">
                <a:solidFill>
                  <a:srgbClr val="23364D"/>
                </a:solidFill>
                <a:latin typeface="Arial"/>
                <a:ea typeface="Microsoft YaHei"/>
              </a:rPr>
              <a:t>ambiguity?</a:t>
            </a:r>
          </a:p>
        </p:txBody>
      </p:sp>
      <p:sp>
        <p:nvSpPr>
          <p:cNvPr id="43" name="Rounded Rectangle 42"/>
          <p:cNvSpPr/>
          <p:nvPr/>
        </p:nvSpPr>
        <p:spPr>
          <a:xfrm>
            <a:off x="514350" y="5886450"/>
            <a:ext cx="11163300" cy="514350"/>
          </a:xfrm>
          <a:prstGeom prst="roundRect">
            <a:avLst>
              <a:gd name="adj" fmla="val 16666"/>
            </a:avLst>
          </a:prstGeom>
          <a:solidFill>
            <a:srgbClr val="E9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95325" y="6000750"/>
            <a:ext cx="10870106" cy="260032"/>
          </a:xfrm>
          <a:prstGeom prst="rect">
            <a:avLst/>
          </a:prstGeom>
          <a:noFill/>
        </p:spPr>
        <p:txBody>
          <a:bodyPr wrap="none" lIns="0" rIns="0" tIns="0" bIns="0">
            <a:spAutoFit/>
          </a:bodyPr>
          <a:lstStyle/>
          <a:p>
            <a:pPr>
              <a:lnSpc>
                <a:spcPts val="1974"/>
              </a:lnSpc>
              <a:spcBef>
                <a:spcPts val="0"/>
              </a:spcBef>
              <a:spcAft>
                <a:spcPts val="0"/>
              </a:spcAft>
            </a:pPr>
            <a:r>
              <a:rPr sz="1462" b="1">
                <a:solidFill>
                  <a:srgbClr val="168D9D"/>
                </a:solidFill>
                <a:latin typeface="Arial"/>
                <a:ea typeface="Microsoft YaHei"/>
              </a:rPr>
              <a:t>The</a:t>
            </a:r>
            <a:r>
              <a:rPr sz="1462" b="1">
                <a:solidFill>
                  <a:srgbClr val="168D9D"/>
                </a:solidFill>
                <a:latin typeface="Microsoft YaHei"/>
                <a:ea typeface="Microsoft YaHei"/>
              </a:rPr>
              <a:t> </a:t>
            </a:r>
            <a:r>
              <a:rPr sz="1462" b="1">
                <a:solidFill>
                  <a:srgbClr val="168D9D"/>
                </a:solidFill>
                <a:latin typeface="Arial"/>
                <a:ea typeface="Microsoft YaHei"/>
              </a:rPr>
              <a:t>agent</a:t>
            </a:r>
            <a:r>
              <a:rPr sz="1462" b="1">
                <a:solidFill>
                  <a:srgbClr val="168D9D"/>
                </a:solidFill>
                <a:latin typeface="Microsoft YaHei"/>
                <a:ea typeface="Microsoft YaHei"/>
              </a:rPr>
              <a:t> </a:t>
            </a:r>
            <a:r>
              <a:rPr sz="1462" b="1">
                <a:solidFill>
                  <a:srgbClr val="168D9D"/>
                </a:solidFill>
                <a:latin typeface="Arial"/>
                <a:ea typeface="Microsoft YaHei"/>
              </a:rPr>
              <a:t>proposes</a:t>
            </a:r>
            <a:r>
              <a:rPr sz="1462" b="1">
                <a:solidFill>
                  <a:srgbClr val="168D9D"/>
                </a:solidFill>
                <a:latin typeface="Microsoft YaHei"/>
                <a:ea typeface="Microsoft YaHei"/>
              </a:rPr>
              <a:t> </a:t>
            </a:r>
            <a:r>
              <a:rPr sz="1462" b="1">
                <a:solidFill>
                  <a:srgbClr val="168D9D"/>
                </a:solidFill>
                <a:latin typeface="Arial"/>
                <a:ea typeface="Microsoft YaHei"/>
              </a:rPr>
              <a:t>the</a:t>
            </a:r>
            <a:r>
              <a:rPr sz="1462" b="1">
                <a:solidFill>
                  <a:srgbClr val="168D9D"/>
                </a:solidFill>
                <a:latin typeface="Microsoft YaHei"/>
                <a:ea typeface="Microsoft YaHei"/>
              </a:rPr>
              <a:t> </a:t>
            </a:r>
            <a:r>
              <a:rPr sz="1462" b="1">
                <a:solidFill>
                  <a:srgbClr val="168D9D"/>
                </a:solidFill>
                <a:latin typeface="Arial"/>
                <a:ea typeface="Microsoft YaHei"/>
              </a:rPr>
              <a:t>next</a:t>
            </a:r>
            <a:r>
              <a:rPr sz="1462" b="1">
                <a:solidFill>
                  <a:srgbClr val="168D9D"/>
                </a:solidFill>
                <a:latin typeface="Microsoft YaHei"/>
                <a:ea typeface="Microsoft YaHei"/>
              </a:rPr>
              <a:t> </a:t>
            </a:r>
            <a:r>
              <a:rPr sz="1462" b="1">
                <a:solidFill>
                  <a:srgbClr val="168D9D"/>
                </a:solidFill>
                <a:latin typeface="Arial"/>
                <a:ea typeface="Microsoft YaHei"/>
              </a:rPr>
              <a:t>discriminating</a:t>
            </a:r>
            <a:r>
              <a:rPr sz="1462" b="1">
                <a:solidFill>
                  <a:srgbClr val="168D9D"/>
                </a:solidFill>
                <a:latin typeface="Microsoft YaHei"/>
                <a:ea typeface="Microsoft YaHei"/>
              </a:rPr>
              <a:t> </a:t>
            </a:r>
            <a:r>
              <a:rPr sz="1462" b="1">
                <a:solidFill>
                  <a:srgbClr val="168D9D"/>
                </a:solidFill>
                <a:latin typeface="Arial"/>
                <a:ea typeface="Microsoft YaHei"/>
              </a:rPr>
              <a:t>measurement</a:t>
            </a:r>
            <a:r>
              <a:rPr sz="1462" b="1">
                <a:solidFill>
                  <a:srgbClr val="168D9D"/>
                </a:solidFill>
                <a:latin typeface="Microsoft YaHei"/>
                <a:ea typeface="Microsoft YaHei"/>
              </a:rPr>
              <a:t> </a:t>
            </a:r>
            <a:r>
              <a:rPr sz="1462" b="1">
                <a:solidFill>
                  <a:srgbClr val="168D9D"/>
                </a:solidFill>
                <a:latin typeface="Arial"/>
                <a:ea typeface="Microsoft YaHei"/>
              </a:rPr>
              <a:t>within</a:t>
            </a:r>
            <a:r>
              <a:rPr sz="1462" b="1">
                <a:solidFill>
                  <a:srgbClr val="168D9D"/>
                </a:solidFill>
                <a:latin typeface="Microsoft YaHei"/>
                <a:ea typeface="Microsoft YaHei"/>
              </a:rPr>
              <a:t> </a:t>
            </a:r>
            <a:r>
              <a:rPr sz="1462" b="1">
                <a:solidFill>
                  <a:srgbClr val="168D9D"/>
                </a:solidFill>
                <a:latin typeface="Arial"/>
                <a:ea typeface="Microsoft YaHei"/>
              </a:rPr>
              <a:t>the</a:t>
            </a:r>
            <a:r>
              <a:rPr sz="1462" b="1">
                <a:solidFill>
                  <a:srgbClr val="168D9D"/>
                </a:solidFill>
                <a:latin typeface="Microsoft YaHei"/>
                <a:ea typeface="Microsoft YaHei"/>
              </a:rPr>
              <a:t> </a:t>
            </a:r>
            <a:r>
              <a:rPr sz="1462" b="1">
                <a:solidFill>
                  <a:srgbClr val="168D9D"/>
                </a:solidFill>
                <a:latin typeface="Arial"/>
                <a:ea typeface="Microsoft YaHei"/>
              </a:rPr>
              <a:t>configured</a:t>
            </a:r>
            <a:r>
              <a:rPr sz="1462" b="1">
                <a:solidFill>
                  <a:srgbClr val="168D9D"/>
                </a:solidFill>
                <a:latin typeface="Microsoft YaHei"/>
                <a:ea typeface="Microsoft YaHei"/>
              </a:rPr>
              <a:t> </a:t>
            </a:r>
            <a:r>
              <a:rPr sz="1462" b="1">
                <a:solidFill>
                  <a:srgbClr val="168D9D"/>
                </a:solidFill>
                <a:latin typeface="Arial"/>
                <a:ea typeface="Microsoft YaHei"/>
              </a:rPr>
              <a:t>experimental</a:t>
            </a:r>
            <a:r>
              <a:rPr sz="1462" b="1">
                <a:solidFill>
                  <a:srgbClr val="168D9D"/>
                </a:solidFill>
                <a:latin typeface="Microsoft YaHei"/>
                <a:ea typeface="Microsoft YaHei"/>
              </a:rPr>
              <a:t> </a:t>
            </a:r>
            <a:r>
              <a:rPr sz="1462" b="1">
                <a:solidFill>
                  <a:srgbClr val="168D9D"/>
                </a:solidFill>
                <a:latin typeface="Arial"/>
                <a:ea typeface="Microsoft YaHei"/>
              </a:rPr>
              <a:t>envelope.</a:t>
            </a:r>
          </a:p>
        </p:txBody>
      </p:sp>
      <p:cxnSp>
        <p:nvCxnSpPr>
          <p:cNvPr id="45" name="Connector 44"/>
          <p:cNvCxnSpPr/>
          <p:nvPr/>
        </p:nvCxnSpPr>
        <p:spPr>
          <a:xfrm>
            <a:off x="514350" y="6543675"/>
            <a:ext cx="11163300" cy="0"/>
          </a:xfrm>
          <a:prstGeom prst="line">
            <a:avLst/>
          </a:prstGeom>
          <a:ln w="9525">
            <a:solidFill>
              <a:srgbClr val="D9E3EE"/>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23875" y="6619875"/>
            <a:ext cx="3609184"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LabOS</a:t>
            </a:r>
            <a:r>
              <a:rPr sz="825" b="0">
                <a:solidFill>
                  <a:srgbClr val="62758C"/>
                </a:solidFill>
                <a:latin typeface="Microsoft YaHei"/>
                <a:ea typeface="Microsoft YaHei"/>
              </a:rPr>
              <a:t>  </a:t>
            </a:r>
            <a:r>
              <a:rPr sz="825" b="0">
                <a:solidFill>
                  <a:srgbClr val="62758C"/>
                </a:solidFill>
                <a:latin typeface="Arial"/>
                <a:ea typeface="Microsoft YaHei"/>
              </a:rPr>
              <a:t>|</a:t>
            </a:r>
            <a:r>
              <a:rPr sz="825" b="0">
                <a:solidFill>
                  <a:srgbClr val="62758C"/>
                </a:solidFill>
                <a:latin typeface="Microsoft YaHei"/>
                <a:ea typeface="Microsoft YaHei"/>
              </a:rPr>
              <a:t>  </a:t>
            </a:r>
            <a:r>
              <a:rPr sz="825" b="0">
                <a:solidFill>
                  <a:srgbClr val="62758C"/>
                </a:solidFill>
                <a:latin typeface="Arial"/>
                <a:ea typeface="Microsoft YaHei"/>
              </a:rPr>
              <a:t>Cross-PC</a:t>
            </a:r>
            <a:r>
              <a:rPr sz="825" b="0">
                <a:solidFill>
                  <a:srgbClr val="62758C"/>
                </a:solidFill>
                <a:latin typeface="Microsoft YaHei"/>
                <a:ea typeface="Microsoft YaHei"/>
              </a:rPr>
              <a:t> </a:t>
            </a:r>
            <a:r>
              <a:rPr sz="825" b="0">
                <a:solidFill>
                  <a:srgbClr val="62758C"/>
                </a:solidFill>
                <a:latin typeface="Arial"/>
                <a:ea typeface="Microsoft YaHei"/>
              </a:rPr>
              <a:t>nonlinear</a:t>
            </a:r>
            <a:r>
              <a:rPr sz="825" b="0">
                <a:solidFill>
                  <a:srgbClr val="62758C"/>
                </a:solidFill>
                <a:latin typeface="Microsoft YaHei"/>
                <a:ea typeface="Microsoft YaHei"/>
              </a:rPr>
              <a:t> </a:t>
            </a:r>
            <a:r>
              <a:rPr sz="825" b="0">
                <a:solidFill>
                  <a:srgbClr val="62758C"/>
                </a:solidFill>
                <a:latin typeface="Arial"/>
                <a:ea typeface="Microsoft YaHei"/>
              </a:rPr>
              <a:t>Hall</a:t>
            </a:r>
            <a:r>
              <a:rPr sz="825" b="0">
                <a:solidFill>
                  <a:srgbClr val="62758C"/>
                </a:solidFill>
                <a:latin typeface="Microsoft YaHei"/>
                <a:ea typeface="Microsoft YaHei"/>
              </a:rPr>
              <a:t> </a:t>
            </a:r>
            <a:r>
              <a:rPr sz="825" b="0">
                <a:solidFill>
                  <a:srgbClr val="62758C"/>
                </a:solidFill>
                <a:latin typeface="Arial"/>
                <a:ea typeface="Microsoft YaHei"/>
              </a:rPr>
              <a:t>and</a:t>
            </a:r>
            <a:r>
              <a:rPr sz="825" b="0">
                <a:solidFill>
                  <a:srgbClr val="62758C"/>
                </a:solidFill>
                <a:latin typeface="Microsoft YaHei"/>
                <a:ea typeface="Microsoft YaHei"/>
              </a:rPr>
              <a:t> </a:t>
            </a:r>
            <a:r>
              <a:rPr sz="825" b="0">
                <a:solidFill>
                  <a:srgbClr val="62758C"/>
                </a:solidFill>
                <a:latin typeface="Arial"/>
                <a:ea typeface="Microsoft YaHei"/>
              </a:rPr>
              <a:t>BVPE</a:t>
            </a:r>
            <a:r>
              <a:rPr sz="825" b="0">
                <a:solidFill>
                  <a:srgbClr val="62758C"/>
                </a:solidFill>
                <a:latin typeface="Microsoft YaHei"/>
                <a:ea typeface="Microsoft YaHei"/>
              </a:rPr>
              <a:t> </a:t>
            </a:r>
            <a:r>
              <a:rPr sz="825" b="0">
                <a:solidFill>
                  <a:srgbClr val="62758C"/>
                </a:solidFill>
                <a:latin typeface="Arial"/>
                <a:ea typeface="Microsoft YaHei"/>
              </a:rPr>
              <a:t>measurement</a:t>
            </a:r>
            <a:r>
              <a:rPr sz="825" b="0">
                <a:solidFill>
                  <a:srgbClr val="62758C"/>
                </a:solidFill>
                <a:latin typeface="Microsoft YaHei"/>
                <a:ea typeface="Microsoft YaHei"/>
              </a:rPr>
              <a:t> </a:t>
            </a:r>
            <a:r>
              <a:rPr sz="825" b="0">
                <a:solidFill>
                  <a:srgbClr val="62758C"/>
                </a:solidFill>
                <a:latin typeface="Arial"/>
                <a:ea typeface="Microsoft YaHei"/>
              </a:rPr>
              <a:t>workflows</a:t>
            </a:r>
          </a:p>
        </p:txBody>
      </p:sp>
      <p:sp>
        <p:nvSpPr>
          <p:cNvPr id="47" name="TextBox 46"/>
          <p:cNvSpPr txBox="1"/>
          <p:nvPr/>
        </p:nvSpPr>
        <p:spPr>
          <a:xfrm>
            <a:off x="11348256" y="6600825"/>
            <a:ext cx="405593"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62758C"/>
                </a:solidFill>
                <a:latin typeface="Arial"/>
                <a:ea typeface="Microsoft YaHei"/>
              </a:rPr>
              <a:t>12/22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295275"/>
            <a:ext cx="3611621"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12</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FIGURE</a:t>
            </a:r>
            <a:r>
              <a:rPr sz="975" b="1">
                <a:solidFill>
                  <a:srgbClr val="168D9D"/>
                </a:solidFill>
                <a:latin typeface="Microsoft YaHei"/>
                <a:ea typeface="Microsoft YaHei"/>
              </a:rPr>
              <a:t> </a:t>
            </a:r>
            <a:r>
              <a:rPr sz="975" b="1">
                <a:solidFill>
                  <a:srgbClr val="168D9D"/>
                </a:solidFill>
                <a:latin typeface="Arial"/>
                <a:ea typeface="Microsoft YaHei"/>
              </a:rPr>
              <a:t>5</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BVPE</a:t>
            </a:r>
            <a:r>
              <a:rPr sz="975" b="1">
                <a:solidFill>
                  <a:srgbClr val="168D9D"/>
                </a:solidFill>
                <a:latin typeface="Microsoft YaHei"/>
                <a:ea typeface="Microsoft YaHei"/>
              </a:rPr>
              <a:t> </a:t>
            </a:r>
            <a:r>
              <a:rPr sz="975" b="1">
                <a:solidFill>
                  <a:srgbClr val="168D9D"/>
                </a:solidFill>
                <a:latin typeface="Arial"/>
                <a:ea typeface="Microsoft YaHei"/>
              </a:rPr>
              <a:t>OPTICAL</a:t>
            </a:r>
            <a:r>
              <a:rPr sz="975" b="1">
                <a:solidFill>
                  <a:srgbClr val="168D9D"/>
                </a:solidFill>
                <a:latin typeface="Microsoft YaHei"/>
                <a:ea typeface="Microsoft YaHei"/>
              </a:rPr>
              <a:t> </a:t>
            </a:r>
            <a:r>
              <a:rPr sz="975" b="1">
                <a:solidFill>
                  <a:srgbClr val="168D9D"/>
                </a:solidFill>
                <a:latin typeface="Arial"/>
                <a:ea typeface="Microsoft YaHei"/>
              </a:rPr>
              <a:t>AND</a:t>
            </a:r>
            <a:r>
              <a:rPr sz="975" b="1">
                <a:solidFill>
                  <a:srgbClr val="168D9D"/>
                </a:solidFill>
                <a:latin typeface="Microsoft YaHei"/>
                <a:ea typeface="Microsoft YaHei"/>
              </a:rPr>
              <a:t> </a:t>
            </a:r>
            <a:r>
              <a:rPr sz="975" b="1">
                <a:solidFill>
                  <a:srgbClr val="168D9D"/>
                </a:solidFill>
                <a:latin typeface="Arial"/>
                <a:ea typeface="Microsoft YaHei"/>
              </a:rPr>
              <a:t>READOUT</a:t>
            </a:r>
            <a:r>
              <a:rPr sz="975" b="1">
                <a:solidFill>
                  <a:srgbClr val="168D9D"/>
                </a:solidFill>
                <a:latin typeface="Microsoft YaHei"/>
                <a:ea typeface="Microsoft YaHei"/>
              </a:rPr>
              <a:t> </a:t>
            </a:r>
            <a:r>
              <a:rPr sz="975" b="1">
                <a:solidFill>
                  <a:srgbClr val="168D9D"/>
                </a:solidFill>
                <a:latin typeface="Arial"/>
                <a:ea typeface="Microsoft YaHei"/>
              </a:rPr>
              <a:t>PATH</a:t>
            </a:r>
          </a:p>
        </p:txBody>
      </p:sp>
      <p:sp>
        <p:nvSpPr>
          <p:cNvPr id="4" name="TextBox 3"/>
          <p:cNvSpPr txBox="1"/>
          <p:nvPr/>
        </p:nvSpPr>
        <p:spPr>
          <a:xfrm>
            <a:off x="514350" y="676275"/>
            <a:ext cx="8566993" cy="480059"/>
          </a:xfrm>
          <a:prstGeom prst="rect">
            <a:avLst/>
          </a:prstGeom>
          <a:noFill/>
        </p:spPr>
        <p:txBody>
          <a:bodyPr wrap="none" lIns="0" rIns="0" tIns="0" bIns="0">
            <a:spAutoFit/>
          </a:bodyPr>
          <a:lstStyle/>
          <a:p>
            <a:pPr>
              <a:lnSpc>
                <a:spcPts val="3645"/>
              </a:lnSpc>
              <a:spcBef>
                <a:spcPts val="0"/>
              </a:spcBef>
              <a:spcAft>
                <a:spcPts val="0"/>
              </a:spcAft>
            </a:pPr>
            <a:r>
              <a:rPr sz="2700" b="1">
                <a:solidFill>
                  <a:srgbClr val="11233E"/>
                </a:solidFill>
                <a:latin typeface="Arial"/>
                <a:ea typeface="Microsoft YaHei"/>
              </a:rPr>
              <a:t>Optical</a:t>
            </a:r>
            <a:r>
              <a:rPr sz="2700" b="1">
                <a:solidFill>
                  <a:srgbClr val="11233E"/>
                </a:solidFill>
                <a:latin typeface="Microsoft YaHei"/>
                <a:ea typeface="Microsoft YaHei"/>
              </a:rPr>
              <a:t> </a:t>
            </a:r>
            <a:r>
              <a:rPr sz="2700" b="1">
                <a:solidFill>
                  <a:srgbClr val="11233E"/>
                </a:solidFill>
                <a:latin typeface="Arial"/>
                <a:ea typeface="Microsoft YaHei"/>
              </a:rPr>
              <a:t>drive,</a:t>
            </a:r>
            <a:r>
              <a:rPr sz="2700" b="1">
                <a:solidFill>
                  <a:srgbClr val="11233E"/>
                </a:solidFill>
                <a:latin typeface="Microsoft YaHei"/>
                <a:ea typeface="Microsoft YaHei"/>
              </a:rPr>
              <a:t> </a:t>
            </a:r>
            <a:r>
              <a:rPr sz="2700" b="1">
                <a:solidFill>
                  <a:srgbClr val="11233E"/>
                </a:solidFill>
                <a:latin typeface="Arial"/>
                <a:ea typeface="Microsoft YaHei"/>
              </a:rPr>
              <a:t>power</a:t>
            </a:r>
            <a:r>
              <a:rPr sz="2700" b="1">
                <a:solidFill>
                  <a:srgbClr val="11233E"/>
                </a:solidFill>
                <a:latin typeface="Microsoft YaHei"/>
                <a:ea typeface="Microsoft YaHei"/>
              </a:rPr>
              <a:t> </a:t>
            </a:r>
            <a:r>
              <a:rPr sz="2700" b="1">
                <a:solidFill>
                  <a:srgbClr val="11233E"/>
                </a:solidFill>
                <a:latin typeface="Arial"/>
                <a:ea typeface="Microsoft YaHei"/>
              </a:rPr>
              <a:t>and</a:t>
            </a:r>
            <a:r>
              <a:rPr sz="2700" b="1">
                <a:solidFill>
                  <a:srgbClr val="11233E"/>
                </a:solidFill>
                <a:latin typeface="Microsoft YaHei"/>
                <a:ea typeface="Microsoft YaHei"/>
              </a:rPr>
              <a:t> </a:t>
            </a:r>
            <a:r>
              <a:rPr sz="2700" b="1">
                <a:solidFill>
                  <a:srgbClr val="11233E"/>
                </a:solidFill>
                <a:latin typeface="Arial"/>
                <a:ea typeface="Microsoft YaHei"/>
              </a:rPr>
              <a:t>referenced</a:t>
            </a:r>
            <a:r>
              <a:rPr sz="2700" b="1">
                <a:solidFill>
                  <a:srgbClr val="11233E"/>
                </a:solidFill>
                <a:latin typeface="Microsoft YaHei"/>
                <a:ea typeface="Microsoft YaHei"/>
              </a:rPr>
              <a:t> </a:t>
            </a:r>
            <a:r>
              <a:rPr sz="2700" b="1">
                <a:solidFill>
                  <a:srgbClr val="11233E"/>
                </a:solidFill>
                <a:latin typeface="Arial"/>
                <a:ea typeface="Microsoft YaHei"/>
              </a:rPr>
              <a:t>readout</a:t>
            </a:r>
          </a:p>
        </p:txBody>
      </p:sp>
      <p:sp>
        <p:nvSpPr>
          <p:cNvPr id="5" name="TextBox 4"/>
          <p:cNvSpPr txBox="1"/>
          <p:nvPr/>
        </p:nvSpPr>
        <p:spPr>
          <a:xfrm>
            <a:off x="533400" y="1247775"/>
            <a:ext cx="9312287"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62758C"/>
                </a:solidFill>
                <a:latin typeface="Arial"/>
                <a:ea typeface="Microsoft YaHei"/>
              </a:rPr>
              <a:t>The</a:t>
            </a:r>
            <a:r>
              <a:rPr sz="1425" b="0">
                <a:solidFill>
                  <a:srgbClr val="62758C"/>
                </a:solidFill>
                <a:latin typeface="Microsoft YaHei"/>
                <a:ea typeface="Microsoft YaHei"/>
              </a:rPr>
              <a:t> </a:t>
            </a:r>
            <a:r>
              <a:rPr sz="1425" b="0">
                <a:solidFill>
                  <a:srgbClr val="62758C"/>
                </a:solidFill>
                <a:latin typeface="Arial"/>
                <a:ea typeface="Microsoft YaHei"/>
              </a:rPr>
              <a:t>730</a:t>
            </a:r>
            <a:r>
              <a:rPr sz="1425" b="0">
                <a:solidFill>
                  <a:srgbClr val="62758C"/>
                </a:solidFill>
                <a:latin typeface="Microsoft YaHei"/>
                <a:ea typeface="Microsoft YaHei"/>
              </a:rPr>
              <a:t> </a:t>
            </a:r>
            <a:r>
              <a:rPr sz="1425" b="0">
                <a:solidFill>
                  <a:srgbClr val="62758C"/>
                </a:solidFill>
                <a:latin typeface="Arial"/>
                <a:ea typeface="Microsoft YaHei"/>
              </a:rPr>
              <a:t>nm</a:t>
            </a:r>
            <a:r>
              <a:rPr sz="1425" b="0">
                <a:solidFill>
                  <a:srgbClr val="62758C"/>
                </a:solidFill>
                <a:latin typeface="Microsoft YaHei"/>
                <a:ea typeface="Microsoft YaHei"/>
              </a:rPr>
              <a:t> </a:t>
            </a:r>
            <a:r>
              <a:rPr sz="1425" b="0">
                <a:solidFill>
                  <a:srgbClr val="62758C"/>
                </a:solidFill>
                <a:latin typeface="Arial"/>
                <a:ea typeface="Microsoft YaHei"/>
              </a:rPr>
              <a:t>and</a:t>
            </a:r>
            <a:r>
              <a:rPr sz="1425" b="0">
                <a:solidFill>
                  <a:srgbClr val="62758C"/>
                </a:solidFill>
                <a:latin typeface="Microsoft YaHei"/>
                <a:ea typeface="Microsoft YaHei"/>
              </a:rPr>
              <a:t> </a:t>
            </a:r>
            <a:r>
              <a:rPr sz="1425" b="0">
                <a:solidFill>
                  <a:srgbClr val="62758C"/>
                </a:solidFill>
                <a:latin typeface="Arial"/>
                <a:ea typeface="Microsoft YaHei"/>
              </a:rPr>
              <a:t>SuperK</a:t>
            </a:r>
            <a:r>
              <a:rPr sz="1425" b="0">
                <a:solidFill>
                  <a:srgbClr val="62758C"/>
                </a:solidFill>
                <a:latin typeface="Microsoft YaHei"/>
                <a:ea typeface="Microsoft YaHei"/>
              </a:rPr>
              <a:t> </a:t>
            </a:r>
            <a:r>
              <a:rPr sz="1425" b="0">
                <a:solidFill>
                  <a:srgbClr val="62758C"/>
                </a:solidFill>
                <a:latin typeface="Arial"/>
                <a:ea typeface="Microsoft YaHei"/>
              </a:rPr>
              <a:t>paths</a:t>
            </a:r>
            <a:r>
              <a:rPr sz="1425" b="0">
                <a:solidFill>
                  <a:srgbClr val="62758C"/>
                </a:solidFill>
                <a:latin typeface="Microsoft YaHei"/>
                <a:ea typeface="Microsoft YaHei"/>
              </a:rPr>
              <a:t> </a:t>
            </a:r>
            <a:r>
              <a:rPr sz="1425" b="0">
                <a:solidFill>
                  <a:srgbClr val="62758C"/>
                </a:solidFill>
                <a:latin typeface="Arial"/>
                <a:ea typeface="Microsoft YaHei"/>
              </a:rPr>
              <a:t>converge</a:t>
            </a:r>
            <a:r>
              <a:rPr sz="1425" b="0">
                <a:solidFill>
                  <a:srgbClr val="62758C"/>
                </a:solidFill>
                <a:latin typeface="Microsoft YaHei"/>
                <a:ea typeface="Microsoft YaHei"/>
              </a:rPr>
              <a:t> </a:t>
            </a:r>
            <a:r>
              <a:rPr sz="1425" b="0">
                <a:solidFill>
                  <a:srgbClr val="62758C"/>
                </a:solidFill>
                <a:latin typeface="Arial"/>
                <a:ea typeface="Microsoft YaHei"/>
              </a:rPr>
              <a:t>on</a:t>
            </a:r>
            <a:r>
              <a:rPr sz="1425" b="0">
                <a:solidFill>
                  <a:srgbClr val="62758C"/>
                </a:solidFill>
                <a:latin typeface="Microsoft YaHei"/>
                <a:ea typeface="Microsoft YaHei"/>
              </a:rPr>
              <a:t> </a:t>
            </a:r>
            <a:r>
              <a:rPr sz="1425" b="0">
                <a:solidFill>
                  <a:srgbClr val="62758C"/>
                </a:solidFill>
                <a:latin typeface="Arial"/>
                <a:ea typeface="Microsoft YaHei"/>
              </a:rPr>
              <a:t>the</a:t>
            </a:r>
            <a:r>
              <a:rPr sz="1425" b="0">
                <a:solidFill>
                  <a:srgbClr val="62758C"/>
                </a:solidFill>
                <a:latin typeface="Microsoft YaHei"/>
                <a:ea typeface="Microsoft YaHei"/>
              </a:rPr>
              <a:t> </a:t>
            </a:r>
            <a:r>
              <a:rPr sz="1425" b="0">
                <a:solidFill>
                  <a:srgbClr val="62758C"/>
                </a:solidFill>
                <a:latin typeface="Arial"/>
                <a:ea typeface="Microsoft YaHei"/>
              </a:rPr>
              <a:t>same</a:t>
            </a:r>
            <a:r>
              <a:rPr sz="1425" b="0">
                <a:solidFill>
                  <a:srgbClr val="62758C"/>
                </a:solidFill>
                <a:latin typeface="Microsoft YaHei"/>
                <a:ea typeface="Microsoft YaHei"/>
              </a:rPr>
              <a:t> </a:t>
            </a:r>
            <a:r>
              <a:rPr sz="1425" b="0">
                <a:solidFill>
                  <a:srgbClr val="62758C"/>
                </a:solidFill>
                <a:latin typeface="Arial"/>
                <a:ea typeface="Microsoft YaHei"/>
              </a:rPr>
              <a:t>configured</a:t>
            </a:r>
            <a:r>
              <a:rPr sz="1425" b="0">
                <a:solidFill>
                  <a:srgbClr val="62758C"/>
                </a:solidFill>
                <a:latin typeface="Microsoft YaHei"/>
                <a:ea typeface="Microsoft YaHei"/>
              </a:rPr>
              <a:t> </a:t>
            </a:r>
            <a:r>
              <a:rPr sz="1425" b="0">
                <a:solidFill>
                  <a:srgbClr val="62758C"/>
                </a:solidFill>
                <a:latin typeface="Arial"/>
                <a:ea typeface="Microsoft YaHei"/>
              </a:rPr>
              <a:t>polarization</a:t>
            </a:r>
            <a:r>
              <a:rPr sz="1425" b="0">
                <a:solidFill>
                  <a:srgbClr val="62758C"/>
                </a:solidFill>
                <a:latin typeface="Microsoft YaHei"/>
                <a:ea typeface="Microsoft YaHei"/>
              </a:rPr>
              <a:t> </a:t>
            </a:r>
            <a:r>
              <a:rPr sz="1425" b="0">
                <a:solidFill>
                  <a:srgbClr val="62758C"/>
                </a:solidFill>
                <a:latin typeface="Arial"/>
                <a:ea typeface="Microsoft YaHei"/>
              </a:rPr>
              <a:t>and</a:t>
            </a:r>
            <a:r>
              <a:rPr sz="1425" b="0">
                <a:solidFill>
                  <a:srgbClr val="62758C"/>
                </a:solidFill>
                <a:latin typeface="Microsoft YaHei"/>
                <a:ea typeface="Microsoft YaHei"/>
              </a:rPr>
              <a:t> </a:t>
            </a:r>
            <a:r>
              <a:rPr sz="1425" b="0">
                <a:solidFill>
                  <a:srgbClr val="62758C"/>
                </a:solidFill>
                <a:latin typeface="Arial"/>
                <a:ea typeface="Microsoft YaHei"/>
              </a:rPr>
              <a:t>sample</a:t>
            </a:r>
            <a:r>
              <a:rPr sz="1425" b="0">
                <a:solidFill>
                  <a:srgbClr val="62758C"/>
                </a:solidFill>
                <a:latin typeface="Microsoft YaHei"/>
                <a:ea typeface="Microsoft YaHei"/>
              </a:rPr>
              <a:t> </a:t>
            </a:r>
            <a:r>
              <a:rPr sz="1425" b="0">
                <a:solidFill>
                  <a:srgbClr val="62758C"/>
                </a:solidFill>
                <a:latin typeface="Arial"/>
                <a:ea typeface="Microsoft YaHei"/>
              </a:rPr>
              <a:t>environment.</a:t>
            </a:r>
          </a:p>
        </p:txBody>
      </p:sp>
      <p:sp>
        <p:nvSpPr>
          <p:cNvPr id="6" name="Rounded Rectangle 5"/>
          <p:cNvSpPr/>
          <p:nvPr/>
        </p:nvSpPr>
        <p:spPr>
          <a:xfrm>
            <a:off x="523875" y="1914525"/>
            <a:ext cx="2352675" cy="876300"/>
          </a:xfrm>
          <a:prstGeom prst="roundRect">
            <a:avLst>
              <a:gd name="adj" fmla="val 7608"/>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9125" y="1981200"/>
            <a:ext cx="739159"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168D9D"/>
                </a:solidFill>
                <a:latin typeface="Arial"/>
                <a:ea typeface="Microsoft YaHei"/>
              </a:rPr>
              <a:t>SuperK</a:t>
            </a:r>
          </a:p>
        </p:txBody>
      </p:sp>
      <p:sp>
        <p:nvSpPr>
          <p:cNvPr id="8" name="Rounded Rectangle 7"/>
          <p:cNvSpPr/>
          <p:nvPr/>
        </p:nvSpPr>
        <p:spPr>
          <a:xfrm>
            <a:off x="619125" y="2286000"/>
            <a:ext cx="1838325" cy="238125"/>
          </a:xfrm>
          <a:prstGeom prst="roundRect">
            <a:avLst>
              <a:gd name="adj" fmla="val 12000"/>
            </a:avLst>
          </a:prstGeom>
          <a:solidFill>
            <a:srgbClr val="F5F8FC"/>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275" y="2324100"/>
            <a:ext cx="1768333" cy="173354"/>
          </a:xfrm>
          <a:prstGeom prst="rect">
            <a:avLst/>
          </a:prstGeom>
          <a:noFill/>
        </p:spPr>
        <p:txBody>
          <a:bodyPr wrap="none" lIns="0" rIns="0" tIns="0" bIns="0">
            <a:spAutoFit/>
          </a:bodyPr>
          <a:lstStyle/>
          <a:p>
            <a:pPr>
              <a:lnSpc>
                <a:spcPts val="1316"/>
              </a:lnSpc>
              <a:spcBef>
                <a:spcPts val="0"/>
              </a:spcBef>
              <a:spcAft>
                <a:spcPts val="0"/>
              </a:spcAft>
            </a:pPr>
            <a:r>
              <a:rPr sz="975" b="0">
                <a:solidFill>
                  <a:srgbClr val="23364D"/>
                </a:solidFill>
                <a:latin typeface="Arial"/>
                <a:ea typeface="Microsoft YaHei"/>
              </a:rPr>
              <a:t>Band</a:t>
            </a:r>
            <a:r>
              <a:rPr sz="975" b="0">
                <a:solidFill>
                  <a:srgbClr val="23364D"/>
                </a:solidFill>
                <a:latin typeface="Microsoft YaHei"/>
                <a:ea typeface="Microsoft YaHei"/>
              </a:rPr>
              <a:t> </a:t>
            </a:r>
            <a:r>
              <a:rPr sz="975" b="0">
                <a:solidFill>
                  <a:srgbClr val="23364D"/>
                </a:solidFill>
                <a:latin typeface="Arial"/>
                <a:ea typeface="Microsoft YaHei"/>
              </a:rPr>
              <a:t>/</a:t>
            </a:r>
            <a:r>
              <a:rPr sz="975" b="0">
                <a:solidFill>
                  <a:srgbClr val="23364D"/>
                </a:solidFill>
                <a:latin typeface="Microsoft YaHei"/>
                <a:ea typeface="Microsoft YaHei"/>
              </a:rPr>
              <a:t> </a:t>
            </a:r>
            <a:r>
              <a:rPr sz="975" b="0">
                <a:solidFill>
                  <a:srgbClr val="23364D"/>
                </a:solidFill>
                <a:latin typeface="Arial"/>
                <a:ea typeface="Microsoft YaHei"/>
              </a:rPr>
              <a:t>source</a:t>
            </a:r>
            <a:r>
              <a:rPr sz="975" b="0">
                <a:solidFill>
                  <a:srgbClr val="23364D"/>
                </a:solidFill>
                <a:latin typeface="Microsoft YaHei"/>
                <a:ea typeface="Microsoft YaHei"/>
              </a:rPr>
              <a:t> </a:t>
            </a:r>
            <a:r>
              <a:rPr sz="975" b="0">
                <a:solidFill>
                  <a:srgbClr val="23364D"/>
                </a:solidFill>
                <a:latin typeface="Arial"/>
                <a:ea typeface="Microsoft YaHei"/>
              </a:rPr>
              <a:t>configuration</a:t>
            </a:r>
          </a:p>
        </p:txBody>
      </p:sp>
      <p:sp>
        <p:nvSpPr>
          <p:cNvPr id="10" name="Oval 9"/>
          <p:cNvSpPr/>
          <p:nvPr/>
        </p:nvSpPr>
        <p:spPr>
          <a:xfrm>
            <a:off x="2571750" y="2314575"/>
            <a:ext cx="171450" cy="171450"/>
          </a:xfrm>
          <a:prstGeom prst="ellipse">
            <a:avLst/>
          </a:prstGeom>
          <a:solidFill>
            <a:srgbClr val="EDF3FC"/>
          </a:solidFill>
          <a:ln w="11429">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19375" y="2600325"/>
            <a:ext cx="76200" cy="7620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668779" y="2645092"/>
            <a:ext cx="62864" cy="62864"/>
          </a:xfrm>
          <a:prstGeom prst="ellipse">
            <a:avLst/>
          </a:pr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1300" y="2819400"/>
            <a:ext cx="514024"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SOURCE</a:t>
            </a:r>
          </a:p>
        </p:txBody>
      </p:sp>
      <p:sp>
        <p:nvSpPr>
          <p:cNvPr id="14" name="Rounded Rectangle 13"/>
          <p:cNvSpPr/>
          <p:nvPr/>
        </p:nvSpPr>
        <p:spPr>
          <a:xfrm>
            <a:off x="523875" y="3771900"/>
            <a:ext cx="2352675" cy="876300"/>
          </a:xfrm>
          <a:prstGeom prst="roundRect">
            <a:avLst>
              <a:gd name="adj" fmla="val 7608"/>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9125" y="3838575"/>
            <a:ext cx="1233789"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168D9D"/>
                </a:solidFill>
                <a:latin typeface="Arial"/>
                <a:ea typeface="Microsoft YaHei"/>
              </a:rPr>
              <a:t>730</a:t>
            </a:r>
            <a:r>
              <a:rPr sz="1275" b="1">
                <a:solidFill>
                  <a:srgbClr val="168D9D"/>
                </a:solidFill>
                <a:latin typeface="Microsoft YaHei"/>
                <a:ea typeface="Microsoft YaHei"/>
              </a:rPr>
              <a:t> </a:t>
            </a:r>
            <a:r>
              <a:rPr sz="1275" b="1">
                <a:solidFill>
                  <a:srgbClr val="168D9D"/>
                </a:solidFill>
                <a:latin typeface="Arial"/>
                <a:ea typeface="Microsoft YaHei"/>
              </a:rPr>
              <a:t>nm</a:t>
            </a:r>
            <a:r>
              <a:rPr sz="1275" b="1">
                <a:solidFill>
                  <a:srgbClr val="168D9D"/>
                </a:solidFill>
                <a:latin typeface="Microsoft YaHei"/>
                <a:ea typeface="Microsoft YaHei"/>
              </a:rPr>
              <a:t> </a:t>
            </a:r>
            <a:r>
              <a:rPr sz="1275" b="1">
                <a:solidFill>
                  <a:srgbClr val="168D9D"/>
                </a:solidFill>
                <a:latin typeface="Arial"/>
                <a:ea typeface="Microsoft YaHei"/>
              </a:rPr>
              <a:t>laser</a:t>
            </a:r>
          </a:p>
        </p:txBody>
      </p:sp>
      <p:sp>
        <p:nvSpPr>
          <p:cNvPr id="16" name="Rounded Rectangle 15"/>
          <p:cNvSpPr/>
          <p:nvPr/>
        </p:nvSpPr>
        <p:spPr>
          <a:xfrm>
            <a:off x="619125" y="4143375"/>
            <a:ext cx="1838325" cy="238125"/>
          </a:xfrm>
          <a:prstGeom prst="roundRect">
            <a:avLst>
              <a:gd name="adj" fmla="val 12000"/>
            </a:avLst>
          </a:prstGeom>
          <a:solidFill>
            <a:srgbClr val="F5F8FC"/>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275" y="4181475"/>
            <a:ext cx="1593237" cy="173354"/>
          </a:xfrm>
          <a:prstGeom prst="rect">
            <a:avLst/>
          </a:prstGeom>
          <a:noFill/>
        </p:spPr>
        <p:txBody>
          <a:bodyPr wrap="none" lIns="0" rIns="0" tIns="0" bIns="0">
            <a:spAutoFit/>
          </a:bodyPr>
          <a:lstStyle/>
          <a:p>
            <a:pPr>
              <a:lnSpc>
                <a:spcPts val="1316"/>
              </a:lnSpc>
              <a:spcBef>
                <a:spcPts val="0"/>
              </a:spcBef>
              <a:spcAft>
                <a:spcPts val="0"/>
              </a:spcAft>
            </a:pPr>
            <a:r>
              <a:rPr sz="975" b="0">
                <a:solidFill>
                  <a:srgbClr val="23364D"/>
                </a:solidFill>
                <a:latin typeface="Arial"/>
                <a:ea typeface="Microsoft YaHei"/>
              </a:rPr>
              <a:t>Selected</a:t>
            </a:r>
            <a:r>
              <a:rPr sz="975" b="0">
                <a:solidFill>
                  <a:srgbClr val="23364D"/>
                </a:solidFill>
                <a:latin typeface="Microsoft YaHei"/>
                <a:ea typeface="Microsoft YaHei"/>
              </a:rPr>
              <a:t> </a:t>
            </a:r>
            <a:r>
              <a:rPr sz="975" b="0">
                <a:solidFill>
                  <a:srgbClr val="23364D"/>
                </a:solidFill>
                <a:latin typeface="Arial"/>
                <a:ea typeface="Microsoft YaHei"/>
              </a:rPr>
              <a:t>laser</a:t>
            </a:r>
            <a:r>
              <a:rPr sz="975" b="0">
                <a:solidFill>
                  <a:srgbClr val="23364D"/>
                </a:solidFill>
                <a:latin typeface="Microsoft YaHei"/>
                <a:ea typeface="Microsoft YaHei"/>
              </a:rPr>
              <a:t> </a:t>
            </a:r>
            <a:r>
              <a:rPr sz="975" b="0">
                <a:solidFill>
                  <a:srgbClr val="23364D"/>
                </a:solidFill>
                <a:latin typeface="Arial"/>
                <a:ea typeface="Microsoft YaHei"/>
              </a:rPr>
              <a:t>excitation</a:t>
            </a:r>
          </a:p>
        </p:txBody>
      </p:sp>
      <p:sp>
        <p:nvSpPr>
          <p:cNvPr id="18" name="Oval 17"/>
          <p:cNvSpPr/>
          <p:nvPr/>
        </p:nvSpPr>
        <p:spPr>
          <a:xfrm>
            <a:off x="2571750" y="4171950"/>
            <a:ext cx="171450" cy="171450"/>
          </a:xfrm>
          <a:prstGeom prst="ellipse">
            <a:avLst/>
          </a:prstGeom>
          <a:solidFill>
            <a:srgbClr val="EDF3FC"/>
          </a:solidFill>
          <a:ln w="11429">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619375" y="4457700"/>
            <a:ext cx="76200" cy="7620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668779" y="4502467"/>
            <a:ext cx="62864" cy="62864"/>
          </a:xfrm>
          <a:prstGeom prst="ellipse">
            <a:avLst/>
          </a:pr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43587" y="4676775"/>
            <a:ext cx="389450"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LIGHT</a:t>
            </a:r>
          </a:p>
        </p:txBody>
      </p:sp>
      <p:sp>
        <p:nvSpPr>
          <p:cNvPr id="22" name="Rounded Rectangle 21"/>
          <p:cNvSpPr/>
          <p:nvPr/>
        </p:nvSpPr>
        <p:spPr>
          <a:xfrm>
            <a:off x="523875" y="5095875"/>
            <a:ext cx="2352675" cy="542925"/>
          </a:xfrm>
          <a:prstGeom prst="roundRect">
            <a:avLst>
              <a:gd name="adj" fmla="val 17543"/>
            </a:avLst>
          </a:prstGeom>
          <a:solidFill>
            <a:srgbClr val="F1ECFC"/>
          </a:solidFill>
          <a:ln w="13334">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1577" y="5232320"/>
            <a:ext cx="1673469"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7653CF"/>
                </a:solidFill>
                <a:latin typeface="Arial"/>
                <a:ea typeface="Microsoft YaHei"/>
              </a:rPr>
              <a:t>CLD1000:</a:t>
            </a:r>
            <a:r>
              <a:rPr sz="1575" b="1">
                <a:solidFill>
                  <a:srgbClr val="7653CF"/>
                </a:solidFill>
                <a:latin typeface="Microsoft YaHei"/>
                <a:ea typeface="Microsoft YaHei"/>
              </a:rPr>
              <a:t> </a:t>
            </a:r>
            <a:r>
              <a:rPr sz="1575" b="1">
                <a:solidFill>
                  <a:srgbClr val="7653CF"/>
                </a:solidFill>
                <a:latin typeface="Arial"/>
                <a:ea typeface="Microsoft YaHei"/>
              </a:rPr>
              <a:t>I_LD</a:t>
            </a:r>
          </a:p>
        </p:txBody>
      </p:sp>
      <p:cxnSp>
        <p:nvCxnSpPr>
          <p:cNvPr id="24" name="Connector 23"/>
          <p:cNvCxnSpPr/>
          <p:nvPr/>
        </p:nvCxnSpPr>
        <p:spPr>
          <a:xfrm flipV="1">
            <a:off x="1695450" y="4648200"/>
            <a:ext cx="0" cy="447675"/>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1651000" y="4648200"/>
            <a:ext cx="88900" cy="88900"/>
          </a:xfrm>
          <a:custGeom>
            <a:avLst/>
            <a:gdLst/>
            <a:ahLst/>
            <a:cxnLst/>
            <a:rect l="l" t="t" r="r" b="b"/>
            <a:pathLst>
              <a:path w="7" h="7">
                <a:moveTo>
                  <a:pt x="4" y="0"/>
                </a:moveTo>
                <a:lnTo>
                  <a:pt x="0" y="7"/>
                </a:lnTo>
                <a:lnTo>
                  <a:pt x="7" y="7"/>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2876550" y="2362200"/>
            <a:ext cx="457200" cy="0"/>
          </a:xfrm>
          <a:prstGeom prst="line">
            <a:avLst/>
          </a:prstGeom>
          <a:ln w="28575">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333750" y="2362200"/>
            <a:ext cx="0" cy="971550"/>
          </a:xfrm>
          <a:prstGeom prst="line">
            <a:avLst/>
          </a:prstGeom>
          <a:ln w="28575">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333750" y="3333750"/>
            <a:ext cx="381000" cy="0"/>
          </a:xfrm>
          <a:prstGeom prst="line">
            <a:avLst/>
          </a:prstGeom>
          <a:ln w="28575">
            <a:solidFill>
              <a:srgbClr val="168D9D"/>
            </a:solidFill>
          </a:ln>
        </p:spPr>
        <p:style>
          <a:lnRef idx="2">
            <a:schemeClr val="accent1"/>
          </a:lnRef>
          <a:fillRef idx="0">
            <a:schemeClr val="accent1"/>
          </a:fillRef>
          <a:effectRef idx="1">
            <a:schemeClr val="accent1"/>
          </a:effectRef>
          <a:fontRef idx="minor">
            <a:schemeClr val="tx1"/>
          </a:fontRef>
        </p:style>
      </p:cxnSp>
      <p:sp>
        <p:nvSpPr>
          <p:cNvPr id="29" name="Freeform 28"/>
          <p:cNvSpPr/>
          <p:nvPr/>
        </p:nvSpPr>
        <p:spPr>
          <a:xfrm>
            <a:off x="3632200" y="3289300"/>
            <a:ext cx="76200" cy="88900"/>
          </a:xfrm>
          <a:custGeom>
            <a:avLst/>
            <a:gdLst/>
            <a:ahLst/>
            <a:cxnLst/>
            <a:rect l="l" t="t" r="r" b="b"/>
            <a:pathLst>
              <a:path w="6" h="7">
                <a:moveTo>
                  <a:pt x="6" y="3"/>
                </a:moveTo>
                <a:lnTo>
                  <a:pt x="0" y="0"/>
                </a:lnTo>
                <a:lnTo>
                  <a:pt x="0" y="7"/>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2876550" y="4210050"/>
            <a:ext cx="457200" cy="0"/>
          </a:xfrm>
          <a:prstGeom prst="line">
            <a:avLst/>
          </a:prstGeom>
          <a:ln w="28575">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333750" y="3333750"/>
            <a:ext cx="0" cy="876300"/>
          </a:xfrm>
          <a:prstGeom prst="line">
            <a:avLst/>
          </a:prstGeom>
          <a:ln w="28575">
            <a:solidFill>
              <a:srgbClr val="168D9D"/>
            </a:solidFill>
          </a:ln>
        </p:spPr>
        <p:style>
          <a:lnRef idx="2">
            <a:schemeClr val="accent1"/>
          </a:lnRef>
          <a:fillRef idx="0">
            <a:schemeClr val="accent1"/>
          </a:fillRef>
          <a:effectRef idx="1">
            <a:schemeClr val="accent1"/>
          </a:effectRef>
          <a:fontRef idx="minor">
            <a:schemeClr val="tx1"/>
          </a:fontRef>
        </p:style>
      </p:cxnSp>
      <p:sp>
        <p:nvSpPr>
          <p:cNvPr id="32" name="Freeform 31"/>
          <p:cNvSpPr/>
          <p:nvPr/>
        </p:nvSpPr>
        <p:spPr>
          <a:xfrm>
            <a:off x="3289300" y="3327400"/>
            <a:ext cx="88900" cy="88900"/>
          </a:xfrm>
          <a:custGeom>
            <a:avLst/>
            <a:gdLst/>
            <a:ahLst/>
            <a:cxnLst/>
            <a:rect l="l" t="t" r="r" b="b"/>
            <a:pathLst>
              <a:path w="7" h="7">
                <a:moveTo>
                  <a:pt x="3" y="0"/>
                </a:moveTo>
                <a:lnTo>
                  <a:pt x="0" y="7"/>
                </a:lnTo>
                <a:lnTo>
                  <a:pt x="7" y="7"/>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714750" y="3067050"/>
            <a:ext cx="533400" cy="533400"/>
          </a:xfrm>
          <a:prstGeom prst="ellipse">
            <a:avLst/>
          </a:prstGeom>
          <a:solidFill>
            <a:srgbClr val="E9F6F7"/>
          </a:solidFill>
          <a:ln w="14287">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3829050" y="3181350"/>
            <a:ext cx="304800" cy="0"/>
          </a:xfrm>
          <a:prstGeom prst="line">
            <a:avLst/>
          </a:prstGeom>
          <a:ln w="38100">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829050" y="3333750"/>
            <a:ext cx="304800" cy="0"/>
          </a:xfrm>
          <a:prstGeom prst="line">
            <a:avLst/>
          </a:prstGeom>
          <a:ln w="38100">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829050" y="3486150"/>
            <a:ext cx="304800" cy="0"/>
          </a:xfrm>
          <a:prstGeom prst="line">
            <a:avLst/>
          </a:prstGeom>
          <a:ln w="38100">
            <a:solidFill>
              <a:srgbClr val="168D9D"/>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3943350" y="3295650"/>
            <a:ext cx="76200" cy="76200"/>
          </a:xfrm>
          <a:prstGeom prst="ellipse">
            <a:avLst/>
          </a:prstGeom>
          <a:solidFill>
            <a:srgbClr val="FFFFFF"/>
          </a:solidFill>
          <a:ln w="9525">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89757" y="2705100"/>
            <a:ext cx="888159" cy="240029"/>
          </a:xfrm>
          <a:prstGeom prst="rect">
            <a:avLst/>
          </a:prstGeom>
          <a:noFill/>
        </p:spPr>
        <p:txBody>
          <a:bodyPr wrap="none" lIns="0" rIns="0" tIns="0" bIns="0">
            <a:spAutoFit/>
          </a:bodyPr>
          <a:lstStyle/>
          <a:p>
            <a:pPr>
              <a:lnSpc>
                <a:spcPts val="1822"/>
              </a:lnSpc>
              <a:spcBef>
                <a:spcPts val="0"/>
              </a:spcBef>
              <a:spcAft>
                <a:spcPts val="0"/>
              </a:spcAft>
            </a:pPr>
            <a:r>
              <a:rPr sz="1350" b="1">
                <a:solidFill>
                  <a:srgbClr val="168D9D"/>
                </a:solidFill>
                <a:latin typeface="Arial"/>
                <a:ea typeface="Microsoft YaHei"/>
              </a:rPr>
              <a:t>Chopper</a:t>
            </a:r>
          </a:p>
        </p:txBody>
      </p:sp>
      <p:sp>
        <p:nvSpPr>
          <p:cNvPr id="39" name="Rounded Rectangle 38"/>
          <p:cNvSpPr/>
          <p:nvPr/>
        </p:nvSpPr>
        <p:spPr>
          <a:xfrm>
            <a:off x="4810125" y="3067050"/>
            <a:ext cx="190500" cy="533400"/>
          </a:xfrm>
          <a:prstGeom prst="roundRect">
            <a:avLst>
              <a:gd name="adj" fmla="val 15000"/>
            </a:avLst>
          </a:prstGeom>
          <a:solidFill>
            <a:srgbClr val="E9F6F7"/>
          </a:solidFill>
          <a:ln w="14287">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flipV="1">
            <a:off x="4838700" y="3143250"/>
            <a:ext cx="133350" cy="381000"/>
          </a:xfrm>
          <a:prstGeom prst="line">
            <a:avLst/>
          </a:prstGeom>
          <a:ln w="19050">
            <a:solidFill>
              <a:srgbClr val="168D9D"/>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4546269" y="3676650"/>
            <a:ext cx="794411" cy="200025"/>
          </a:xfrm>
          <a:prstGeom prst="rect">
            <a:avLst/>
          </a:prstGeom>
          <a:noFill/>
        </p:spPr>
        <p:txBody>
          <a:bodyPr wrap="none" lIns="0" rIns="0" tIns="0" bIns="0">
            <a:spAutoFit/>
          </a:bodyPr>
          <a:lstStyle/>
          <a:p>
            <a:pPr>
              <a:lnSpc>
                <a:spcPts val="1518"/>
              </a:lnSpc>
              <a:spcBef>
                <a:spcPts val="0"/>
              </a:spcBef>
              <a:spcAft>
                <a:spcPts val="0"/>
              </a:spcAft>
            </a:pPr>
            <a:r>
              <a:rPr sz="1125" b="1">
                <a:solidFill>
                  <a:srgbClr val="168D9D"/>
                </a:solidFill>
                <a:latin typeface="Arial"/>
                <a:ea typeface="Microsoft YaHei"/>
              </a:rPr>
              <a:t>Polarizer</a:t>
            </a:r>
          </a:p>
        </p:txBody>
      </p:sp>
      <p:sp>
        <p:nvSpPr>
          <p:cNvPr id="42" name="Rounded Rectangle 41"/>
          <p:cNvSpPr/>
          <p:nvPr/>
        </p:nvSpPr>
        <p:spPr>
          <a:xfrm>
            <a:off x="5810250" y="3067050"/>
            <a:ext cx="190500" cy="533400"/>
          </a:xfrm>
          <a:prstGeom prst="roundRect">
            <a:avLst>
              <a:gd name="adj" fmla="val 15000"/>
            </a:avLst>
          </a:prstGeom>
          <a:solidFill>
            <a:srgbClr val="E9F6F7"/>
          </a:solidFill>
          <a:ln w="14287">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flipV="1">
            <a:off x="5838825" y="3143250"/>
            <a:ext cx="133350" cy="381000"/>
          </a:xfrm>
          <a:prstGeom prst="line">
            <a:avLst/>
          </a:prstGeom>
          <a:ln w="19050">
            <a:solidFill>
              <a:srgbClr val="168D9D"/>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408158" y="3676650"/>
            <a:ext cx="1070883" cy="200025"/>
          </a:xfrm>
          <a:prstGeom prst="rect">
            <a:avLst/>
          </a:prstGeom>
          <a:noFill/>
        </p:spPr>
        <p:txBody>
          <a:bodyPr wrap="none" lIns="0" rIns="0" tIns="0" bIns="0">
            <a:spAutoFit/>
          </a:bodyPr>
          <a:lstStyle/>
          <a:p>
            <a:pPr>
              <a:lnSpc>
                <a:spcPts val="1518"/>
              </a:lnSpc>
              <a:spcBef>
                <a:spcPts val="0"/>
              </a:spcBef>
              <a:spcAft>
                <a:spcPts val="0"/>
              </a:spcAft>
            </a:pPr>
            <a:r>
              <a:rPr sz="1125" b="1">
                <a:solidFill>
                  <a:srgbClr val="168D9D"/>
                </a:solidFill>
                <a:latin typeface="Arial"/>
                <a:ea typeface="Microsoft YaHei"/>
              </a:rPr>
              <a:t>QWP</a:t>
            </a:r>
            <a:r>
              <a:rPr sz="1125" b="1">
                <a:solidFill>
                  <a:srgbClr val="168D9D"/>
                </a:solidFill>
                <a:latin typeface="Microsoft YaHei"/>
                <a:ea typeface="Microsoft YaHei"/>
              </a:rPr>
              <a:t> </a:t>
            </a:r>
            <a:r>
              <a:rPr sz="1125" b="1">
                <a:solidFill>
                  <a:srgbClr val="168D9D"/>
                </a:solidFill>
                <a:latin typeface="Arial"/>
                <a:ea typeface="Microsoft YaHei"/>
              </a:rPr>
              <a:t>/</a:t>
            </a:r>
            <a:r>
              <a:rPr sz="1125" b="1">
                <a:solidFill>
                  <a:srgbClr val="168D9D"/>
                </a:solidFill>
                <a:latin typeface="Microsoft YaHei"/>
                <a:ea typeface="Microsoft YaHei"/>
              </a:rPr>
              <a:t> </a:t>
            </a:r>
            <a:r>
              <a:rPr sz="1125" b="1">
                <a:solidFill>
                  <a:srgbClr val="168D9D"/>
                </a:solidFill>
                <a:latin typeface="Arial"/>
                <a:ea typeface="Microsoft YaHei"/>
              </a:rPr>
              <a:t>motor</a:t>
            </a:r>
          </a:p>
        </p:txBody>
      </p:sp>
      <p:cxnSp>
        <p:nvCxnSpPr>
          <p:cNvPr id="45" name="Connector 44"/>
          <p:cNvCxnSpPr/>
          <p:nvPr/>
        </p:nvCxnSpPr>
        <p:spPr>
          <a:xfrm>
            <a:off x="4248150" y="3333750"/>
            <a:ext cx="561975" cy="0"/>
          </a:xfrm>
          <a:prstGeom prst="line">
            <a:avLst/>
          </a:prstGeom>
          <a:ln w="28575">
            <a:solidFill>
              <a:srgbClr val="168D9D"/>
            </a:solidFill>
          </a:ln>
        </p:spPr>
        <p:style>
          <a:lnRef idx="2">
            <a:schemeClr val="accent1"/>
          </a:lnRef>
          <a:fillRef idx="0">
            <a:schemeClr val="accent1"/>
          </a:fillRef>
          <a:effectRef idx="1">
            <a:schemeClr val="accent1"/>
          </a:effectRef>
          <a:fontRef idx="minor">
            <a:schemeClr val="tx1"/>
          </a:fontRef>
        </p:style>
      </p:cxnSp>
      <p:sp>
        <p:nvSpPr>
          <p:cNvPr id="46" name="Freeform 45"/>
          <p:cNvSpPr/>
          <p:nvPr/>
        </p:nvSpPr>
        <p:spPr>
          <a:xfrm>
            <a:off x="4724400" y="3289300"/>
            <a:ext cx="88900" cy="88900"/>
          </a:xfrm>
          <a:custGeom>
            <a:avLst/>
            <a:gdLst/>
            <a:ahLst/>
            <a:cxnLst/>
            <a:rect l="l" t="t" r="r" b="b"/>
            <a:pathLst>
              <a:path w="7" h="7">
                <a:moveTo>
                  <a:pt x="7" y="3"/>
                </a:moveTo>
                <a:lnTo>
                  <a:pt x="0" y="0"/>
                </a:lnTo>
                <a:lnTo>
                  <a:pt x="0" y="7"/>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5000625" y="3333750"/>
            <a:ext cx="809625" cy="0"/>
          </a:xfrm>
          <a:prstGeom prst="line">
            <a:avLst/>
          </a:prstGeom>
          <a:ln w="28575">
            <a:solidFill>
              <a:srgbClr val="168D9D"/>
            </a:solidFill>
          </a:ln>
        </p:spPr>
        <p:style>
          <a:lnRef idx="2">
            <a:schemeClr val="accent1"/>
          </a:lnRef>
          <a:fillRef idx="0">
            <a:schemeClr val="accent1"/>
          </a:fillRef>
          <a:effectRef idx="1">
            <a:schemeClr val="accent1"/>
          </a:effectRef>
          <a:fontRef idx="minor">
            <a:schemeClr val="tx1"/>
          </a:fontRef>
        </p:style>
      </p:cxnSp>
      <p:sp>
        <p:nvSpPr>
          <p:cNvPr id="48" name="Freeform 47"/>
          <p:cNvSpPr/>
          <p:nvPr/>
        </p:nvSpPr>
        <p:spPr>
          <a:xfrm>
            <a:off x="5727700" y="3289300"/>
            <a:ext cx="88900" cy="88900"/>
          </a:xfrm>
          <a:custGeom>
            <a:avLst/>
            <a:gdLst/>
            <a:ahLst/>
            <a:cxnLst/>
            <a:rect l="l" t="t" r="r" b="b"/>
            <a:pathLst>
              <a:path w="7" h="7">
                <a:moveTo>
                  <a:pt x="7" y="3"/>
                </a:moveTo>
                <a:lnTo>
                  <a:pt x="0" y="0"/>
                </a:lnTo>
                <a:lnTo>
                  <a:pt x="0" y="7"/>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6000750" y="3333750"/>
            <a:ext cx="1019175" cy="0"/>
          </a:xfrm>
          <a:prstGeom prst="line">
            <a:avLst/>
          </a:prstGeom>
          <a:ln w="28575">
            <a:solidFill>
              <a:srgbClr val="168D9D"/>
            </a:solidFill>
          </a:ln>
        </p:spPr>
        <p:style>
          <a:lnRef idx="2">
            <a:schemeClr val="accent1"/>
          </a:lnRef>
          <a:fillRef idx="0">
            <a:schemeClr val="accent1"/>
          </a:fillRef>
          <a:effectRef idx="1">
            <a:schemeClr val="accent1"/>
          </a:effectRef>
          <a:fontRef idx="minor">
            <a:schemeClr val="tx1"/>
          </a:fontRef>
        </p:style>
      </p:cxnSp>
      <p:sp>
        <p:nvSpPr>
          <p:cNvPr id="50" name="Freeform 49"/>
          <p:cNvSpPr/>
          <p:nvPr/>
        </p:nvSpPr>
        <p:spPr>
          <a:xfrm>
            <a:off x="6934200" y="3289300"/>
            <a:ext cx="88900" cy="88900"/>
          </a:xfrm>
          <a:custGeom>
            <a:avLst/>
            <a:gdLst/>
            <a:ahLst/>
            <a:cxnLst/>
            <a:rect l="l" t="t" r="r" b="b"/>
            <a:pathLst>
              <a:path w="7" h="7">
                <a:moveTo>
                  <a:pt x="7" y="3"/>
                </a:moveTo>
                <a:lnTo>
                  <a:pt x="0" y="0"/>
                </a:lnTo>
                <a:lnTo>
                  <a:pt x="0" y="7"/>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6375400" y="3225800"/>
            <a:ext cx="228600" cy="228600"/>
          </a:xfrm>
          <a:custGeom>
            <a:avLst/>
            <a:gdLst/>
            <a:ahLst/>
            <a:cxnLst/>
            <a:rect l="l" t="t" r="r" b="b"/>
            <a:pathLst>
              <a:path w="18" h="18">
                <a:moveTo>
                  <a:pt x="9" y="0"/>
                </a:moveTo>
                <a:lnTo>
                  <a:pt x="18" y="8"/>
                </a:lnTo>
                <a:lnTo>
                  <a:pt x="9" y="18"/>
                </a:lnTo>
                <a:lnTo>
                  <a:pt x="0" y="8"/>
                </a:lnTo>
                <a:close/>
              </a:path>
            </a:pathLst>
          </a:custGeom>
          <a:solidFill>
            <a:srgbClr val="E9F6EF"/>
          </a:solidFill>
          <a:ln w="13334">
            <a:solidFill>
              <a:srgbClr val="278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7019925" y="2324100"/>
            <a:ext cx="1714500" cy="2000250"/>
          </a:xfrm>
          <a:prstGeom prst="roundRect">
            <a:avLst>
              <a:gd name="adj" fmla="val 13333"/>
            </a:avLst>
          </a:prstGeom>
          <a:solidFill>
            <a:srgbClr val="EDF3FC"/>
          </a:solidFill>
          <a:ln w="19050">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7162800" y="2162175"/>
            <a:ext cx="1428750" cy="333375"/>
          </a:xfrm>
          <a:prstGeom prst="roundRect">
            <a:avLst>
              <a:gd name="adj" fmla="val 37142"/>
            </a:avLst>
          </a:prstGeom>
          <a:solidFill>
            <a:srgbClr val="FFFFFF"/>
          </a:solidFill>
          <a:ln w="16192">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7162800" y="4248150"/>
            <a:ext cx="1428750" cy="333375"/>
          </a:xfrm>
          <a:prstGeom prst="roundRect">
            <a:avLst>
              <a:gd name="adj" fmla="val 37142"/>
            </a:avLst>
          </a:prstGeom>
          <a:solidFill>
            <a:srgbClr val="FFFFFF"/>
          </a:solidFill>
          <a:ln w="16192">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517130" y="2543175"/>
            <a:ext cx="720090" cy="1524000"/>
          </a:xfrm>
          <a:prstGeom prst="roundRect">
            <a:avLst>
              <a:gd name="adj" fmla="val 13227"/>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7191375" y="2928937"/>
            <a:ext cx="394334" cy="266700"/>
          </a:xfrm>
          <a:prstGeom prst="roundRect">
            <a:avLst>
              <a:gd name="adj" fmla="val 14285"/>
            </a:avLst>
          </a:prstGeom>
          <a:solidFill>
            <a:srgbClr val="CCDDF2"/>
          </a:solidFill>
          <a:ln w="952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8168640" y="2928937"/>
            <a:ext cx="394334" cy="266700"/>
          </a:xfrm>
          <a:prstGeom prst="roundRect">
            <a:avLst>
              <a:gd name="adj" fmla="val 14285"/>
            </a:avLst>
          </a:prstGeom>
          <a:solidFill>
            <a:srgbClr val="CCDDF2"/>
          </a:solidFill>
          <a:ln w="952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7219950" y="2957512"/>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202930" y="2957512"/>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286625" y="2957512"/>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8269605" y="2957512"/>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7353300" y="2957512"/>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8336280" y="2957512"/>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419975" y="2957512"/>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402955" y="2957512"/>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7191375" y="3429000"/>
            <a:ext cx="394334" cy="266700"/>
          </a:xfrm>
          <a:prstGeom prst="roundRect">
            <a:avLst>
              <a:gd name="adj" fmla="val 14285"/>
            </a:avLst>
          </a:prstGeom>
          <a:solidFill>
            <a:srgbClr val="CCDDF2"/>
          </a:solidFill>
          <a:ln w="952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8168640" y="3429000"/>
            <a:ext cx="394334" cy="266700"/>
          </a:xfrm>
          <a:prstGeom prst="roundRect">
            <a:avLst>
              <a:gd name="adj" fmla="val 14285"/>
            </a:avLst>
          </a:prstGeom>
          <a:solidFill>
            <a:srgbClr val="CCDDF2"/>
          </a:solidFill>
          <a:ln w="952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Connector 67"/>
          <p:cNvCxnSpPr/>
          <p:nvPr/>
        </p:nvCxnSpPr>
        <p:spPr>
          <a:xfrm>
            <a:off x="7219950" y="3457575"/>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8202930" y="3457575"/>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286625" y="3457575"/>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8269605" y="3457575"/>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353300" y="3457575"/>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8336280" y="3457575"/>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419975" y="3457575"/>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8402955" y="3457575"/>
            <a:ext cx="0" cy="209550"/>
          </a:xfrm>
          <a:prstGeom prst="line">
            <a:avLst/>
          </a:prstGeom>
          <a:ln w="7620">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7860030" y="2824162"/>
            <a:ext cx="0" cy="1023938"/>
          </a:xfrm>
          <a:prstGeom prst="line">
            <a:avLst/>
          </a:prstGeom>
          <a:ln w="15240">
            <a:solidFill>
              <a:srgbClr val="7653CF"/>
            </a:solidFill>
          </a:ln>
        </p:spPr>
        <p:style>
          <a:lnRef idx="2">
            <a:schemeClr val="accent1"/>
          </a:lnRef>
          <a:fillRef idx="0">
            <a:schemeClr val="accent1"/>
          </a:fillRef>
          <a:effectRef idx="1">
            <a:schemeClr val="accent1"/>
          </a:effectRef>
          <a:fontRef idx="minor">
            <a:schemeClr val="tx1"/>
          </a:fontRef>
        </p:style>
      </p:cxnSp>
      <p:sp>
        <p:nvSpPr>
          <p:cNvPr id="77" name="Freeform 76"/>
          <p:cNvSpPr/>
          <p:nvPr/>
        </p:nvSpPr>
        <p:spPr>
          <a:xfrm>
            <a:off x="7835900" y="2819400"/>
            <a:ext cx="50800" cy="63500"/>
          </a:xfrm>
          <a:custGeom>
            <a:avLst/>
            <a:gdLst/>
            <a:ahLst/>
            <a:cxnLst/>
            <a:rect l="l" t="t" r="r" b="b"/>
            <a:pathLst>
              <a:path w="4" h="5">
                <a:moveTo>
                  <a:pt x="2" y="0"/>
                </a:moveTo>
                <a:lnTo>
                  <a:pt x="0" y="5"/>
                </a:lnTo>
                <a:lnTo>
                  <a:pt x="4" y="5"/>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7637144" y="3267075"/>
            <a:ext cx="480060" cy="114300"/>
          </a:xfrm>
          <a:prstGeom prst="roundRect">
            <a:avLst>
              <a:gd name="adj" fmla="val 16666"/>
            </a:avLst>
          </a:pr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7048500" y="3238500"/>
            <a:ext cx="171450" cy="171450"/>
          </a:xfrm>
          <a:prstGeom prst="ellipse">
            <a:avLst/>
          </a:prstGeom>
          <a:solidFill>
            <a:srgbClr val="E9F6F7"/>
          </a:solidFill>
          <a:ln w="17145">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8096250" y="3476625"/>
            <a:ext cx="76200" cy="76200"/>
          </a:xfrm>
          <a:prstGeom prst="ellipse">
            <a:avLst/>
          </a:prstGeom>
          <a:solidFill>
            <a:srgbClr val="B94C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390800" y="4648200"/>
            <a:ext cx="1048949" cy="293370"/>
          </a:xfrm>
          <a:prstGeom prst="rect">
            <a:avLst/>
          </a:prstGeom>
          <a:noFill/>
        </p:spPr>
        <p:txBody>
          <a:bodyPr wrap="none" lIns="0" rIns="0" tIns="0" bIns="0">
            <a:spAutoFit/>
          </a:bodyPr>
          <a:lstStyle/>
          <a:p>
            <a:pPr>
              <a:lnSpc>
                <a:spcPts val="2227"/>
              </a:lnSpc>
              <a:spcBef>
                <a:spcPts val="0"/>
              </a:spcBef>
              <a:spcAft>
                <a:spcPts val="0"/>
              </a:spcAft>
            </a:pPr>
            <a:r>
              <a:rPr sz="1650" b="1">
                <a:solidFill>
                  <a:srgbClr val="3B6CB0"/>
                </a:solidFill>
                <a:latin typeface="Arial"/>
                <a:ea typeface="Microsoft YaHei"/>
              </a:rPr>
              <a:t>attoDRY</a:t>
            </a:r>
          </a:p>
        </p:txBody>
      </p:sp>
      <p:sp>
        <p:nvSpPr>
          <p:cNvPr id="82" name="TextBox 81"/>
          <p:cNvSpPr txBox="1"/>
          <p:nvPr/>
        </p:nvSpPr>
        <p:spPr>
          <a:xfrm>
            <a:off x="7046960" y="1876425"/>
            <a:ext cx="1736628" cy="186690"/>
          </a:xfrm>
          <a:prstGeom prst="rect">
            <a:avLst/>
          </a:prstGeom>
          <a:noFill/>
        </p:spPr>
        <p:txBody>
          <a:bodyPr wrap="none" lIns="0" rIns="0" tIns="0" bIns="0">
            <a:spAutoFit/>
          </a:bodyPr>
          <a:lstStyle/>
          <a:p>
            <a:pPr>
              <a:lnSpc>
                <a:spcPts val="1417"/>
              </a:lnSpc>
              <a:spcBef>
                <a:spcPts val="0"/>
              </a:spcBef>
              <a:spcAft>
                <a:spcPts val="0"/>
              </a:spcAft>
            </a:pPr>
            <a:r>
              <a:rPr sz="1050" b="1">
                <a:solidFill>
                  <a:srgbClr val="3B6CB0"/>
                </a:solidFill>
                <a:latin typeface="Arial"/>
                <a:ea typeface="Microsoft YaHei"/>
              </a:rPr>
              <a:t>Optical-access</a:t>
            </a:r>
            <a:r>
              <a:rPr sz="1050" b="1">
                <a:solidFill>
                  <a:srgbClr val="3B6CB0"/>
                </a:solidFill>
                <a:latin typeface="Microsoft YaHei"/>
                <a:ea typeface="Microsoft YaHei"/>
              </a:rPr>
              <a:t> </a:t>
            </a:r>
            <a:r>
              <a:rPr sz="1050" b="1">
                <a:solidFill>
                  <a:srgbClr val="3B6CB0"/>
                </a:solidFill>
                <a:latin typeface="Arial"/>
                <a:ea typeface="Microsoft YaHei"/>
              </a:rPr>
              <a:t>sample</a:t>
            </a:r>
          </a:p>
        </p:txBody>
      </p:sp>
      <p:cxnSp>
        <p:nvCxnSpPr>
          <p:cNvPr id="83" name="Connector 82"/>
          <p:cNvCxnSpPr/>
          <p:nvPr/>
        </p:nvCxnSpPr>
        <p:spPr>
          <a:xfrm>
            <a:off x="6486525" y="3448050"/>
            <a:ext cx="0" cy="1304925"/>
          </a:xfrm>
          <a:prstGeom prst="line">
            <a:avLst/>
          </a:prstGeom>
          <a:ln w="19050">
            <a:solidFill>
              <a:srgbClr val="278565"/>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5819775" y="4752975"/>
            <a:ext cx="666750" cy="0"/>
          </a:xfrm>
          <a:prstGeom prst="line">
            <a:avLst/>
          </a:prstGeom>
          <a:ln w="19050">
            <a:solidFill>
              <a:srgbClr val="278565"/>
            </a:solidFill>
          </a:ln>
        </p:spPr>
        <p:style>
          <a:lnRef idx="2">
            <a:schemeClr val="accent1"/>
          </a:lnRef>
          <a:fillRef idx="0">
            <a:schemeClr val="accent1"/>
          </a:fillRef>
          <a:effectRef idx="1">
            <a:schemeClr val="accent1"/>
          </a:effectRef>
          <a:fontRef idx="minor">
            <a:schemeClr val="tx1"/>
          </a:fontRef>
        </p:style>
      </p:cxnSp>
      <p:sp>
        <p:nvSpPr>
          <p:cNvPr id="85" name="Freeform 84"/>
          <p:cNvSpPr/>
          <p:nvPr/>
        </p:nvSpPr>
        <p:spPr>
          <a:xfrm>
            <a:off x="5816600" y="4711700"/>
            <a:ext cx="88900" cy="76200"/>
          </a:xfrm>
          <a:custGeom>
            <a:avLst/>
            <a:gdLst/>
            <a:ahLst/>
            <a:cxnLst/>
            <a:rect l="l" t="t" r="r" b="b"/>
            <a:pathLst>
              <a:path w="7" h="6">
                <a:moveTo>
                  <a:pt x="0" y="3"/>
                </a:moveTo>
                <a:lnTo>
                  <a:pt x="7" y="6"/>
                </a:lnTo>
                <a:lnTo>
                  <a:pt x="7" y="0"/>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3629025" y="4391025"/>
            <a:ext cx="2190750" cy="866775"/>
          </a:xfrm>
          <a:prstGeom prst="roundRect">
            <a:avLst>
              <a:gd name="adj" fmla="val 7692"/>
            </a:avLst>
          </a:prstGeom>
          <a:solidFill>
            <a:srgbClr val="FFFFFF"/>
          </a:solidFill>
          <a:ln w="13334">
            <a:solidFill>
              <a:srgbClr val="278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724275" y="4457700"/>
            <a:ext cx="1699719"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278565"/>
                </a:solidFill>
                <a:latin typeface="Arial"/>
                <a:ea typeface="Microsoft YaHei"/>
              </a:rPr>
              <a:t>PD</a:t>
            </a:r>
            <a:r>
              <a:rPr sz="1275" b="1">
                <a:solidFill>
                  <a:srgbClr val="278565"/>
                </a:solidFill>
                <a:latin typeface="Microsoft YaHei"/>
                <a:ea typeface="Microsoft YaHei"/>
              </a:rPr>
              <a:t> </a:t>
            </a:r>
            <a:r>
              <a:rPr sz="1275" b="1">
                <a:solidFill>
                  <a:srgbClr val="278565"/>
                </a:solidFill>
                <a:latin typeface="Arial"/>
                <a:ea typeface="Microsoft YaHei"/>
              </a:rPr>
              <a:t>power</a:t>
            </a:r>
            <a:r>
              <a:rPr sz="1275" b="1">
                <a:solidFill>
                  <a:srgbClr val="278565"/>
                </a:solidFill>
                <a:latin typeface="Microsoft YaHei"/>
                <a:ea typeface="Microsoft YaHei"/>
              </a:rPr>
              <a:t> </a:t>
            </a:r>
            <a:r>
              <a:rPr sz="1275" b="1">
                <a:solidFill>
                  <a:srgbClr val="278565"/>
                </a:solidFill>
                <a:latin typeface="Arial"/>
                <a:ea typeface="Microsoft YaHei"/>
              </a:rPr>
              <a:t>monitor</a:t>
            </a:r>
          </a:p>
        </p:txBody>
      </p:sp>
      <p:sp>
        <p:nvSpPr>
          <p:cNvPr id="88" name="Rounded Rectangle 87"/>
          <p:cNvSpPr/>
          <p:nvPr/>
        </p:nvSpPr>
        <p:spPr>
          <a:xfrm>
            <a:off x="3724275" y="4762500"/>
            <a:ext cx="1676400" cy="228600"/>
          </a:xfrm>
          <a:prstGeom prst="roundRect">
            <a:avLst>
              <a:gd name="adj" fmla="val 12500"/>
            </a:avLst>
          </a:prstGeom>
          <a:solidFill>
            <a:srgbClr val="F5F8FC"/>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781425" y="4800600"/>
            <a:ext cx="1573345" cy="173354"/>
          </a:xfrm>
          <a:prstGeom prst="rect">
            <a:avLst/>
          </a:prstGeom>
          <a:noFill/>
        </p:spPr>
        <p:txBody>
          <a:bodyPr wrap="none" lIns="0" rIns="0" tIns="0" bIns="0">
            <a:spAutoFit/>
          </a:bodyPr>
          <a:lstStyle/>
          <a:p>
            <a:pPr>
              <a:lnSpc>
                <a:spcPts val="1316"/>
              </a:lnSpc>
              <a:spcBef>
                <a:spcPts val="0"/>
              </a:spcBef>
              <a:spcAft>
                <a:spcPts val="0"/>
              </a:spcAft>
            </a:pPr>
            <a:r>
              <a:rPr sz="975" b="0">
                <a:solidFill>
                  <a:srgbClr val="23364D"/>
                </a:solidFill>
                <a:latin typeface="Arial"/>
                <a:ea typeface="Microsoft YaHei"/>
              </a:rPr>
              <a:t>Responsivity</a:t>
            </a:r>
            <a:r>
              <a:rPr sz="975" b="0">
                <a:solidFill>
                  <a:srgbClr val="23364D"/>
                </a:solidFill>
                <a:latin typeface="Microsoft YaHei"/>
                <a:ea typeface="Microsoft YaHei"/>
              </a:rPr>
              <a:t> </a:t>
            </a:r>
            <a:r>
              <a:rPr sz="975" b="0">
                <a:solidFill>
                  <a:srgbClr val="23364D"/>
                </a:solidFill>
                <a:latin typeface="Arial"/>
                <a:ea typeface="Microsoft YaHei"/>
              </a:rPr>
              <a:t>/</a:t>
            </a:r>
            <a:r>
              <a:rPr sz="975" b="0">
                <a:solidFill>
                  <a:srgbClr val="23364D"/>
                </a:solidFill>
                <a:latin typeface="Microsoft YaHei"/>
                <a:ea typeface="Microsoft YaHei"/>
              </a:rPr>
              <a:t> </a:t>
            </a:r>
            <a:r>
              <a:rPr sz="975" b="0">
                <a:solidFill>
                  <a:srgbClr val="23364D"/>
                </a:solidFill>
                <a:latin typeface="Arial"/>
                <a:ea typeface="Microsoft YaHei"/>
              </a:rPr>
              <a:t>transfer</a:t>
            </a:r>
            <a:r>
              <a:rPr sz="975" b="0">
                <a:solidFill>
                  <a:srgbClr val="23364D"/>
                </a:solidFill>
                <a:latin typeface="Microsoft YaHei"/>
                <a:ea typeface="Microsoft YaHei"/>
              </a:rPr>
              <a:t> </a:t>
            </a:r>
            <a:r>
              <a:rPr sz="975" b="0">
                <a:solidFill>
                  <a:srgbClr val="23364D"/>
                </a:solidFill>
                <a:latin typeface="Arial"/>
                <a:ea typeface="Microsoft YaHei"/>
              </a:rPr>
              <a:t>K</a:t>
            </a:r>
          </a:p>
        </p:txBody>
      </p:sp>
      <p:sp>
        <p:nvSpPr>
          <p:cNvPr id="90" name="Oval 89"/>
          <p:cNvSpPr/>
          <p:nvPr/>
        </p:nvSpPr>
        <p:spPr>
          <a:xfrm>
            <a:off x="5514975" y="4791075"/>
            <a:ext cx="171450" cy="171450"/>
          </a:xfrm>
          <a:prstGeom prst="ellipse">
            <a:avLst/>
          </a:prstGeom>
          <a:solidFill>
            <a:srgbClr val="EDF3FC"/>
          </a:solidFill>
          <a:ln w="11429">
            <a:solidFill>
              <a:srgbClr val="278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5562600" y="5076825"/>
            <a:ext cx="76200" cy="7620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4692967" y="5112067"/>
            <a:ext cx="62864" cy="62864"/>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530274" y="5286375"/>
            <a:ext cx="464450"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POWER</a:t>
            </a:r>
          </a:p>
        </p:txBody>
      </p:sp>
      <p:sp>
        <p:nvSpPr>
          <p:cNvPr id="94" name="Rounded Rectangle 93"/>
          <p:cNvSpPr/>
          <p:nvPr/>
        </p:nvSpPr>
        <p:spPr>
          <a:xfrm>
            <a:off x="3629025" y="1914525"/>
            <a:ext cx="2190750" cy="571500"/>
          </a:xfrm>
          <a:prstGeom prst="roundRect">
            <a:avLst>
              <a:gd name="adj" fmla="val 16666"/>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3749079" y="2090975"/>
            <a:ext cx="2026841" cy="220027"/>
          </a:xfrm>
          <a:prstGeom prst="rect">
            <a:avLst/>
          </a:prstGeom>
          <a:noFill/>
        </p:spPr>
        <p:txBody>
          <a:bodyPr wrap="none" lIns="0" rIns="0" tIns="0" bIns="0">
            <a:spAutoFit/>
          </a:bodyPr>
          <a:lstStyle/>
          <a:p>
            <a:pPr>
              <a:lnSpc>
                <a:spcPts val="1670"/>
              </a:lnSpc>
              <a:spcBef>
                <a:spcPts val="0"/>
              </a:spcBef>
              <a:spcAft>
                <a:spcPts val="0"/>
              </a:spcAft>
            </a:pPr>
            <a:r>
              <a:rPr sz="1237" b="1">
                <a:solidFill>
                  <a:srgbClr val="168D9D"/>
                </a:solidFill>
                <a:latin typeface="Arial"/>
                <a:ea typeface="Microsoft YaHei"/>
              </a:rPr>
              <a:t>IR</a:t>
            </a:r>
            <a:r>
              <a:rPr sz="1237" b="1">
                <a:solidFill>
                  <a:srgbClr val="168D9D"/>
                </a:solidFill>
                <a:latin typeface="Microsoft YaHei"/>
                <a:ea typeface="Microsoft YaHei"/>
              </a:rPr>
              <a:t> </a:t>
            </a:r>
            <a:r>
              <a:rPr sz="1237" b="1">
                <a:solidFill>
                  <a:srgbClr val="168D9D"/>
                </a:solidFill>
                <a:latin typeface="Arial"/>
                <a:ea typeface="Microsoft YaHei"/>
              </a:rPr>
              <a:t>reference</a:t>
            </a:r>
            <a:r>
              <a:rPr sz="1237" b="1">
                <a:solidFill>
                  <a:srgbClr val="168D9D"/>
                </a:solidFill>
                <a:latin typeface="Microsoft YaHei"/>
                <a:ea typeface="Microsoft YaHei"/>
              </a:rPr>
              <a:t> </a:t>
            </a:r>
            <a:r>
              <a:rPr sz="1237" b="1">
                <a:solidFill>
                  <a:srgbClr val="168D9D"/>
                </a:solidFill>
                <a:latin typeface="Arial"/>
                <a:ea typeface="Microsoft YaHei"/>
              </a:rPr>
              <a:t>spectrum</a:t>
            </a:r>
          </a:p>
        </p:txBody>
      </p:sp>
      <p:cxnSp>
        <p:nvCxnSpPr>
          <p:cNvPr id="96" name="Connector 95"/>
          <p:cNvCxnSpPr/>
          <p:nvPr/>
        </p:nvCxnSpPr>
        <p:spPr>
          <a:xfrm flipV="1">
            <a:off x="3333750" y="2200275"/>
            <a:ext cx="0" cy="600075"/>
          </a:xfrm>
          <a:prstGeom prst="line">
            <a:avLst/>
          </a:prstGeom>
          <a:ln w="16192">
            <a:solidFill>
              <a:srgbClr val="168D9D"/>
            </a:solidFill>
            <a:prstDash val="dash"/>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3333750" y="2200275"/>
            <a:ext cx="295275" cy="0"/>
          </a:xfrm>
          <a:prstGeom prst="line">
            <a:avLst/>
          </a:prstGeom>
          <a:ln w="16192">
            <a:solidFill>
              <a:srgbClr val="168D9D"/>
            </a:solidFill>
            <a:prstDash val="dash"/>
          </a:ln>
        </p:spPr>
        <p:style>
          <a:lnRef idx="2">
            <a:schemeClr val="accent1"/>
          </a:lnRef>
          <a:fillRef idx="0">
            <a:schemeClr val="accent1"/>
          </a:fillRef>
          <a:effectRef idx="1">
            <a:schemeClr val="accent1"/>
          </a:effectRef>
          <a:fontRef idx="minor">
            <a:schemeClr val="tx1"/>
          </a:fontRef>
        </p:style>
      </p:cxnSp>
      <p:sp>
        <p:nvSpPr>
          <p:cNvPr id="98" name="Freeform 97"/>
          <p:cNvSpPr/>
          <p:nvPr/>
        </p:nvSpPr>
        <p:spPr>
          <a:xfrm>
            <a:off x="3543300" y="2159000"/>
            <a:ext cx="88900" cy="76200"/>
          </a:xfrm>
          <a:custGeom>
            <a:avLst/>
            <a:gdLst/>
            <a:ahLst/>
            <a:cxnLst/>
            <a:rect l="l" t="t" r="r" b="b"/>
            <a:pathLst>
              <a:path w="7" h="6">
                <a:moveTo>
                  <a:pt x="7" y="3"/>
                </a:moveTo>
                <a:lnTo>
                  <a:pt x="0" y="0"/>
                </a:lnTo>
                <a:lnTo>
                  <a:pt x="0" y="6"/>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9229725" y="2657475"/>
            <a:ext cx="2447925" cy="1943100"/>
          </a:xfrm>
          <a:prstGeom prst="roundRect">
            <a:avLst>
              <a:gd name="adj" fmla="val 5392"/>
            </a:avLst>
          </a:prstGeom>
          <a:solidFill>
            <a:srgbClr val="EDF3FC"/>
          </a:solidFill>
          <a:ln w="11429">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9353550" y="2752725"/>
            <a:ext cx="1568574" cy="266700"/>
          </a:xfrm>
          <a:prstGeom prst="rect">
            <a:avLst/>
          </a:prstGeom>
          <a:noFill/>
        </p:spPr>
        <p:txBody>
          <a:bodyPr wrap="none" lIns="0" rIns="0" tIns="0" bIns="0">
            <a:spAutoFit/>
          </a:bodyPr>
          <a:lstStyle/>
          <a:p>
            <a:pPr>
              <a:lnSpc>
                <a:spcPts val="2025"/>
              </a:lnSpc>
              <a:spcBef>
                <a:spcPts val="0"/>
              </a:spcBef>
              <a:spcAft>
                <a:spcPts val="0"/>
              </a:spcAft>
            </a:pPr>
            <a:r>
              <a:rPr sz="1500" b="1">
                <a:solidFill>
                  <a:srgbClr val="3B6CB0"/>
                </a:solidFill>
                <a:latin typeface="Arial"/>
                <a:ea typeface="Microsoft YaHei"/>
              </a:rPr>
              <a:t>BVPE</a:t>
            </a:r>
            <a:r>
              <a:rPr sz="1500" b="1">
                <a:solidFill>
                  <a:srgbClr val="3B6CB0"/>
                </a:solidFill>
                <a:latin typeface="Microsoft YaHei"/>
                <a:ea typeface="Microsoft YaHei"/>
              </a:rPr>
              <a:t> </a:t>
            </a:r>
            <a:r>
              <a:rPr sz="1500" b="1">
                <a:solidFill>
                  <a:srgbClr val="3B6CB0"/>
                </a:solidFill>
                <a:latin typeface="Arial"/>
                <a:ea typeface="Microsoft YaHei"/>
              </a:rPr>
              <a:t>LOCK-IN</a:t>
            </a:r>
          </a:p>
        </p:txBody>
      </p:sp>
      <p:sp>
        <p:nvSpPr>
          <p:cNvPr id="101" name="TextBox 100"/>
          <p:cNvSpPr txBox="1"/>
          <p:nvPr/>
        </p:nvSpPr>
        <p:spPr>
          <a:xfrm>
            <a:off x="9382125" y="3095625"/>
            <a:ext cx="1691747"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3B6CB0"/>
                </a:solidFill>
                <a:latin typeface="Arial"/>
                <a:ea typeface="Microsoft YaHei"/>
              </a:rPr>
              <a:t>Photovoltage</a:t>
            </a:r>
            <a:r>
              <a:rPr sz="1350" b="0">
                <a:solidFill>
                  <a:srgbClr val="3B6CB0"/>
                </a:solidFill>
                <a:latin typeface="Microsoft YaHei"/>
                <a:ea typeface="Microsoft YaHei"/>
              </a:rPr>
              <a:t> </a:t>
            </a:r>
            <a:r>
              <a:rPr sz="1350" b="0">
                <a:solidFill>
                  <a:srgbClr val="3B6CB0"/>
                </a:solidFill>
                <a:latin typeface="Arial"/>
                <a:ea typeface="Microsoft YaHei"/>
              </a:rPr>
              <a:t>input</a:t>
            </a:r>
          </a:p>
        </p:txBody>
      </p:sp>
      <p:sp>
        <p:nvSpPr>
          <p:cNvPr id="102" name="TextBox 101"/>
          <p:cNvSpPr txBox="1"/>
          <p:nvPr/>
        </p:nvSpPr>
        <p:spPr>
          <a:xfrm>
            <a:off x="9382125" y="3327082"/>
            <a:ext cx="2185336"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3B6CB0"/>
                </a:solidFill>
                <a:latin typeface="Arial"/>
                <a:ea typeface="Microsoft YaHei"/>
              </a:rPr>
              <a:t>or</a:t>
            </a:r>
            <a:r>
              <a:rPr sz="1350" b="0">
                <a:solidFill>
                  <a:srgbClr val="3B6CB0"/>
                </a:solidFill>
                <a:latin typeface="Microsoft YaHei"/>
                <a:ea typeface="Microsoft YaHei"/>
              </a:rPr>
              <a:t> </a:t>
            </a:r>
            <a:r>
              <a:rPr sz="1350" b="0">
                <a:solidFill>
                  <a:srgbClr val="3B6CB0"/>
                </a:solidFill>
                <a:latin typeface="Arial"/>
                <a:ea typeface="Microsoft YaHei"/>
              </a:rPr>
              <a:t>current-mode</a:t>
            </a:r>
            <a:r>
              <a:rPr sz="1350" b="0">
                <a:solidFill>
                  <a:srgbClr val="3B6CB0"/>
                </a:solidFill>
                <a:latin typeface="Microsoft YaHei"/>
                <a:ea typeface="Microsoft YaHei"/>
              </a:rPr>
              <a:t> </a:t>
            </a:r>
            <a:r>
              <a:rPr sz="1350" b="0">
                <a:solidFill>
                  <a:srgbClr val="3B6CB0"/>
                </a:solidFill>
                <a:latin typeface="Arial"/>
                <a:ea typeface="Microsoft YaHei"/>
              </a:rPr>
              <a:t>readout</a:t>
            </a:r>
          </a:p>
        </p:txBody>
      </p:sp>
      <p:sp>
        <p:nvSpPr>
          <p:cNvPr id="103" name="TextBox 102"/>
          <p:cNvSpPr txBox="1"/>
          <p:nvPr/>
        </p:nvSpPr>
        <p:spPr>
          <a:xfrm>
            <a:off x="9382125" y="3558540"/>
            <a:ext cx="1633649"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3B6CB0"/>
                </a:solidFill>
                <a:latin typeface="Arial"/>
                <a:ea typeface="Microsoft YaHei"/>
              </a:rPr>
              <a:t>Gain</a:t>
            </a:r>
            <a:r>
              <a:rPr sz="1350" b="0">
                <a:solidFill>
                  <a:srgbClr val="3B6CB0"/>
                </a:solidFill>
                <a:latin typeface="Microsoft YaHei"/>
                <a:ea typeface="Microsoft YaHei"/>
              </a:rPr>
              <a:t> </a:t>
            </a:r>
            <a:r>
              <a:rPr sz="1350" b="0">
                <a:solidFill>
                  <a:srgbClr val="3B6CB0"/>
                </a:solidFill>
                <a:latin typeface="Arial"/>
                <a:ea typeface="Microsoft YaHei"/>
              </a:rPr>
              <a:t>/</a:t>
            </a:r>
            <a:r>
              <a:rPr sz="1350" b="0">
                <a:solidFill>
                  <a:srgbClr val="3B6CB0"/>
                </a:solidFill>
                <a:latin typeface="Microsoft YaHei"/>
                <a:ea typeface="Microsoft YaHei"/>
              </a:rPr>
              <a:t> </a:t>
            </a:r>
            <a:r>
              <a:rPr sz="1350" b="0">
                <a:solidFill>
                  <a:srgbClr val="3B6CB0"/>
                </a:solidFill>
                <a:latin typeface="Arial"/>
                <a:ea typeface="Microsoft YaHei"/>
              </a:rPr>
              <a:t>range</a:t>
            </a:r>
            <a:r>
              <a:rPr sz="1350" b="0">
                <a:solidFill>
                  <a:srgbClr val="3B6CB0"/>
                </a:solidFill>
                <a:latin typeface="Microsoft YaHei"/>
                <a:ea typeface="Microsoft YaHei"/>
              </a:rPr>
              <a:t> </a:t>
            </a:r>
            <a:r>
              <a:rPr sz="1350" b="0">
                <a:solidFill>
                  <a:srgbClr val="3B6CB0"/>
                </a:solidFill>
                <a:latin typeface="Arial"/>
                <a:ea typeface="Microsoft YaHei"/>
              </a:rPr>
              <a:t>/</a:t>
            </a:r>
            <a:r>
              <a:rPr sz="1350" b="0">
                <a:solidFill>
                  <a:srgbClr val="3B6CB0"/>
                </a:solidFill>
                <a:latin typeface="Microsoft YaHei"/>
                <a:ea typeface="Microsoft YaHei"/>
              </a:rPr>
              <a:t> </a:t>
            </a:r>
            <a:r>
              <a:rPr sz="1350" b="0">
                <a:solidFill>
                  <a:srgbClr val="3B6CB0"/>
                </a:solidFill>
                <a:latin typeface="Arial"/>
                <a:ea typeface="Microsoft YaHei"/>
              </a:rPr>
              <a:t>X</a:t>
            </a:r>
            <a:r>
              <a:rPr sz="1350" b="0">
                <a:solidFill>
                  <a:srgbClr val="3B6CB0"/>
                </a:solidFill>
                <a:latin typeface="Microsoft YaHei"/>
                <a:ea typeface="Microsoft YaHei"/>
              </a:rPr>
              <a:t> </a:t>
            </a:r>
            <a:r>
              <a:rPr sz="1350" b="0">
                <a:solidFill>
                  <a:srgbClr val="3B6CB0"/>
                </a:solidFill>
                <a:latin typeface="Arial"/>
                <a:ea typeface="Microsoft YaHei"/>
              </a:rPr>
              <a:t>/</a:t>
            </a:r>
            <a:r>
              <a:rPr sz="1350" b="0">
                <a:solidFill>
                  <a:srgbClr val="3B6CB0"/>
                </a:solidFill>
                <a:latin typeface="Microsoft YaHei"/>
                <a:ea typeface="Microsoft YaHei"/>
              </a:rPr>
              <a:t> </a:t>
            </a:r>
            <a:r>
              <a:rPr sz="1350" b="0">
                <a:solidFill>
                  <a:srgbClr val="3B6CB0"/>
                </a:solidFill>
                <a:latin typeface="Arial"/>
                <a:ea typeface="Microsoft YaHei"/>
              </a:rPr>
              <a:t>Y</a:t>
            </a:r>
          </a:p>
        </p:txBody>
      </p:sp>
      <p:sp>
        <p:nvSpPr>
          <p:cNvPr id="104" name="TextBox 103"/>
          <p:cNvSpPr txBox="1"/>
          <p:nvPr/>
        </p:nvSpPr>
        <p:spPr>
          <a:xfrm>
            <a:off x="9382125" y="3789997"/>
            <a:ext cx="1871904" cy="240029"/>
          </a:xfrm>
          <a:prstGeom prst="rect">
            <a:avLst/>
          </a:prstGeom>
          <a:noFill/>
        </p:spPr>
        <p:txBody>
          <a:bodyPr wrap="none" lIns="0" rIns="0" tIns="0" bIns="0">
            <a:spAutoFit/>
          </a:bodyPr>
          <a:lstStyle/>
          <a:p>
            <a:pPr>
              <a:lnSpc>
                <a:spcPts val="1822"/>
              </a:lnSpc>
              <a:spcBef>
                <a:spcPts val="0"/>
              </a:spcBef>
              <a:spcAft>
                <a:spcPts val="0"/>
              </a:spcAft>
            </a:pPr>
            <a:r>
              <a:rPr sz="1350" b="0">
                <a:solidFill>
                  <a:srgbClr val="3B6CB0"/>
                </a:solidFill>
                <a:latin typeface="Arial"/>
                <a:ea typeface="Microsoft YaHei"/>
              </a:rPr>
              <a:t>External</a:t>
            </a:r>
            <a:r>
              <a:rPr sz="1350" b="0">
                <a:solidFill>
                  <a:srgbClr val="3B6CB0"/>
                </a:solidFill>
                <a:latin typeface="Microsoft YaHei"/>
                <a:ea typeface="Microsoft YaHei"/>
              </a:rPr>
              <a:t> </a:t>
            </a:r>
            <a:r>
              <a:rPr sz="1350" b="0">
                <a:solidFill>
                  <a:srgbClr val="3B6CB0"/>
                </a:solidFill>
                <a:latin typeface="Arial"/>
                <a:ea typeface="Microsoft YaHei"/>
              </a:rPr>
              <a:t>REF</a:t>
            </a:r>
            <a:r>
              <a:rPr sz="1350" b="0">
                <a:solidFill>
                  <a:srgbClr val="3B6CB0"/>
                </a:solidFill>
                <a:latin typeface="Microsoft YaHei"/>
                <a:ea typeface="Microsoft YaHei"/>
              </a:rPr>
              <a:t> </a:t>
            </a:r>
            <a:r>
              <a:rPr sz="1350" b="0">
                <a:solidFill>
                  <a:srgbClr val="3B6CB0"/>
                </a:solidFill>
                <a:latin typeface="Arial"/>
                <a:ea typeface="Microsoft YaHei"/>
              </a:rPr>
              <a:t>=</a:t>
            </a:r>
            <a:r>
              <a:rPr sz="1350" b="0">
                <a:solidFill>
                  <a:srgbClr val="3B6CB0"/>
                </a:solidFill>
                <a:latin typeface="Microsoft YaHei"/>
                <a:ea typeface="Microsoft YaHei"/>
              </a:rPr>
              <a:t> </a:t>
            </a:r>
            <a:r>
              <a:rPr sz="1350" b="0">
                <a:solidFill>
                  <a:srgbClr val="3B6CB0"/>
                </a:solidFill>
                <a:latin typeface="Arial"/>
                <a:ea typeface="Microsoft YaHei"/>
              </a:rPr>
              <a:t>fchop</a:t>
            </a:r>
          </a:p>
        </p:txBody>
      </p:sp>
      <p:cxnSp>
        <p:nvCxnSpPr>
          <p:cNvPr id="105" name="Connector 104"/>
          <p:cNvCxnSpPr/>
          <p:nvPr/>
        </p:nvCxnSpPr>
        <p:spPr>
          <a:xfrm>
            <a:off x="8734425" y="3333750"/>
            <a:ext cx="247650" cy="0"/>
          </a:xfrm>
          <a:prstGeom prst="line">
            <a:avLst/>
          </a:prstGeom>
          <a:ln w="23812">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8982075" y="3333750"/>
            <a:ext cx="0" cy="152400"/>
          </a:xfrm>
          <a:prstGeom prst="line">
            <a:avLst/>
          </a:prstGeom>
          <a:ln w="23812">
            <a:solidFill>
              <a:srgbClr val="3B6CB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8982075" y="3486150"/>
            <a:ext cx="247650" cy="0"/>
          </a:xfrm>
          <a:prstGeom prst="line">
            <a:avLst/>
          </a:prstGeom>
          <a:ln w="23812">
            <a:solidFill>
              <a:srgbClr val="3B6CB0"/>
            </a:solidFill>
          </a:ln>
        </p:spPr>
        <p:style>
          <a:lnRef idx="2">
            <a:schemeClr val="accent1"/>
          </a:lnRef>
          <a:fillRef idx="0">
            <a:schemeClr val="accent1"/>
          </a:fillRef>
          <a:effectRef idx="1">
            <a:schemeClr val="accent1"/>
          </a:effectRef>
          <a:fontRef idx="minor">
            <a:schemeClr val="tx1"/>
          </a:fontRef>
        </p:style>
      </p:cxnSp>
      <p:sp>
        <p:nvSpPr>
          <p:cNvPr id="108" name="Freeform 107"/>
          <p:cNvSpPr/>
          <p:nvPr/>
        </p:nvSpPr>
        <p:spPr>
          <a:xfrm>
            <a:off x="9144000" y="3441700"/>
            <a:ext cx="88900" cy="88900"/>
          </a:xfrm>
          <a:custGeom>
            <a:avLst/>
            <a:gdLst/>
            <a:ahLst/>
            <a:cxnLst/>
            <a:rect l="l" t="t" r="r" b="b"/>
            <a:pathLst>
              <a:path w="7" h="7">
                <a:moveTo>
                  <a:pt x="7" y="3"/>
                </a:moveTo>
                <a:lnTo>
                  <a:pt x="0" y="0"/>
                </a:lnTo>
                <a:lnTo>
                  <a:pt x="0" y="7"/>
                </a:lnTo>
                <a:close/>
              </a:path>
            </a:pathLst>
          </a:cu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9" name="Connector 108"/>
          <p:cNvCxnSpPr/>
          <p:nvPr/>
        </p:nvCxnSpPr>
        <p:spPr>
          <a:xfrm>
            <a:off x="3981450" y="3600450"/>
            <a:ext cx="0" cy="400050"/>
          </a:xfrm>
          <a:prstGeom prst="line">
            <a:avLst/>
          </a:prstGeom>
          <a:ln w="19050">
            <a:solidFill>
              <a:srgbClr val="BC7D1D"/>
            </a:solidFill>
            <a:prstDash val="dash"/>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3981450" y="4000500"/>
            <a:ext cx="2686050" cy="0"/>
          </a:xfrm>
          <a:prstGeom prst="line">
            <a:avLst/>
          </a:prstGeom>
          <a:ln w="19050">
            <a:solidFill>
              <a:srgbClr val="BC7D1D"/>
            </a:solidFill>
            <a:prstDash val="dash"/>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6667500" y="4000500"/>
            <a:ext cx="0" cy="1752600"/>
          </a:xfrm>
          <a:prstGeom prst="line">
            <a:avLst/>
          </a:prstGeom>
          <a:ln w="19050">
            <a:solidFill>
              <a:srgbClr val="BC7D1D"/>
            </a:solidFill>
            <a:prstDash val="dash"/>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6667500" y="5753100"/>
            <a:ext cx="3781425" cy="0"/>
          </a:xfrm>
          <a:prstGeom prst="line">
            <a:avLst/>
          </a:prstGeom>
          <a:ln w="19050">
            <a:solidFill>
              <a:srgbClr val="BC7D1D"/>
            </a:solidFill>
            <a:prstDash val="dash"/>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10448925" y="4600575"/>
            <a:ext cx="0" cy="1152525"/>
          </a:xfrm>
          <a:prstGeom prst="line">
            <a:avLst/>
          </a:prstGeom>
          <a:ln w="19050">
            <a:solidFill>
              <a:srgbClr val="BC7D1D"/>
            </a:solidFill>
            <a:prstDash val="dash"/>
          </a:ln>
        </p:spPr>
        <p:style>
          <a:lnRef idx="2">
            <a:schemeClr val="accent1"/>
          </a:lnRef>
          <a:fillRef idx="0">
            <a:schemeClr val="accent1"/>
          </a:fillRef>
          <a:effectRef idx="1">
            <a:schemeClr val="accent1"/>
          </a:effectRef>
          <a:fontRef idx="minor">
            <a:schemeClr val="tx1"/>
          </a:fontRef>
        </p:style>
      </p:cxnSp>
      <p:sp>
        <p:nvSpPr>
          <p:cNvPr id="114" name="Freeform 113"/>
          <p:cNvSpPr/>
          <p:nvPr/>
        </p:nvSpPr>
        <p:spPr>
          <a:xfrm>
            <a:off x="10414000" y="4597400"/>
            <a:ext cx="76200" cy="88900"/>
          </a:xfrm>
          <a:custGeom>
            <a:avLst/>
            <a:gdLst/>
            <a:ahLst/>
            <a:cxnLst/>
            <a:rect l="l" t="t" r="r" b="b"/>
            <a:pathLst>
              <a:path w="6" h="7">
                <a:moveTo>
                  <a:pt x="3" y="0"/>
                </a:moveTo>
                <a:lnTo>
                  <a:pt x="0" y="7"/>
                </a:lnTo>
                <a:lnTo>
                  <a:pt x="6" y="7"/>
                </a:lnTo>
                <a:close/>
              </a:path>
            </a:pathLst>
          </a:custGeom>
          <a:solidFill>
            <a:srgbClr val="BC7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943975" y="5191125"/>
            <a:ext cx="1163389"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BC7D1D"/>
                </a:solidFill>
                <a:latin typeface="Arial"/>
                <a:ea typeface="Microsoft YaHei"/>
              </a:rPr>
              <a:t>Chopper</a:t>
            </a:r>
            <a:r>
              <a:rPr sz="1200" b="1">
                <a:solidFill>
                  <a:srgbClr val="BC7D1D"/>
                </a:solidFill>
                <a:latin typeface="Microsoft YaHei"/>
                <a:ea typeface="Microsoft YaHei"/>
              </a:rPr>
              <a:t> </a:t>
            </a:r>
            <a:r>
              <a:rPr sz="1200" b="1">
                <a:solidFill>
                  <a:srgbClr val="BC7D1D"/>
                </a:solidFill>
                <a:latin typeface="Arial"/>
                <a:ea typeface="Microsoft YaHei"/>
              </a:rPr>
              <a:t>REF</a:t>
            </a:r>
          </a:p>
        </p:txBody>
      </p:sp>
      <p:sp>
        <p:nvSpPr>
          <p:cNvPr id="116" name="TextBox 115"/>
          <p:cNvSpPr txBox="1"/>
          <p:nvPr/>
        </p:nvSpPr>
        <p:spPr>
          <a:xfrm>
            <a:off x="8943975" y="5396865"/>
            <a:ext cx="555128"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BC7D1D"/>
                </a:solidFill>
                <a:latin typeface="Arial"/>
                <a:ea typeface="Microsoft YaHei"/>
              </a:rPr>
              <a:t>fchop</a:t>
            </a:r>
          </a:p>
        </p:txBody>
      </p:sp>
      <p:sp>
        <p:nvSpPr>
          <p:cNvPr id="117" name="Rounded Rectangle 116"/>
          <p:cNvSpPr/>
          <p:nvPr/>
        </p:nvSpPr>
        <p:spPr>
          <a:xfrm>
            <a:off x="7019925" y="5124450"/>
            <a:ext cx="1714500" cy="495300"/>
          </a:xfrm>
          <a:prstGeom prst="roundRect">
            <a:avLst>
              <a:gd name="adj" fmla="val 19230"/>
            </a:avLst>
          </a:prstGeom>
          <a:solidFill>
            <a:srgbClr val="FFFFFF"/>
          </a:solidFill>
          <a:ln w="13334">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7284718" y="5256371"/>
            <a:ext cx="1261113" cy="240029"/>
          </a:xfrm>
          <a:prstGeom prst="rect">
            <a:avLst/>
          </a:prstGeom>
          <a:noFill/>
        </p:spPr>
        <p:txBody>
          <a:bodyPr wrap="none" lIns="0" rIns="0" tIns="0" bIns="0">
            <a:spAutoFit/>
          </a:bodyPr>
          <a:lstStyle/>
          <a:p>
            <a:pPr>
              <a:lnSpc>
                <a:spcPts val="1822"/>
              </a:lnSpc>
              <a:spcBef>
                <a:spcPts val="0"/>
              </a:spcBef>
              <a:spcAft>
                <a:spcPts val="0"/>
              </a:spcAft>
            </a:pPr>
            <a:r>
              <a:rPr sz="1350" b="1">
                <a:solidFill>
                  <a:srgbClr val="7653CF"/>
                </a:solidFill>
                <a:latin typeface="Arial"/>
                <a:ea typeface="Microsoft YaHei"/>
              </a:rPr>
              <a:t>2400:</a:t>
            </a:r>
            <a:r>
              <a:rPr sz="1350" b="1">
                <a:solidFill>
                  <a:srgbClr val="7653CF"/>
                </a:solidFill>
                <a:latin typeface="Microsoft YaHei"/>
                <a:ea typeface="Microsoft YaHei"/>
              </a:rPr>
              <a:t> </a:t>
            </a:r>
            <a:r>
              <a:rPr sz="1350" b="1">
                <a:solidFill>
                  <a:srgbClr val="7653CF"/>
                </a:solidFill>
                <a:latin typeface="Arial"/>
                <a:ea typeface="Microsoft YaHei"/>
              </a:rPr>
              <a:t>Vg</a:t>
            </a:r>
            <a:r>
              <a:rPr sz="1350" b="1">
                <a:solidFill>
                  <a:srgbClr val="7653CF"/>
                </a:solidFill>
                <a:latin typeface="Microsoft YaHei"/>
                <a:ea typeface="Microsoft YaHei"/>
              </a:rPr>
              <a:t> </a:t>
            </a:r>
            <a:r>
              <a:rPr sz="1350" b="1">
                <a:solidFill>
                  <a:srgbClr val="7653CF"/>
                </a:solidFill>
                <a:latin typeface="Arial"/>
                <a:ea typeface="Microsoft YaHei"/>
              </a:rPr>
              <a:t>/</a:t>
            </a:r>
            <a:r>
              <a:rPr sz="1350" b="1">
                <a:solidFill>
                  <a:srgbClr val="7653CF"/>
                </a:solidFill>
                <a:latin typeface="Microsoft YaHei"/>
                <a:ea typeface="Microsoft YaHei"/>
              </a:rPr>
              <a:t> </a:t>
            </a:r>
            <a:r>
              <a:rPr sz="1350" b="1">
                <a:solidFill>
                  <a:srgbClr val="7653CF"/>
                </a:solidFill>
                <a:latin typeface="Arial"/>
                <a:ea typeface="Microsoft YaHei"/>
              </a:rPr>
              <a:t>Ig</a:t>
            </a:r>
          </a:p>
        </p:txBody>
      </p:sp>
      <p:cxnSp>
        <p:nvCxnSpPr>
          <p:cNvPr id="119" name="Connector 118"/>
          <p:cNvCxnSpPr/>
          <p:nvPr/>
        </p:nvCxnSpPr>
        <p:spPr>
          <a:xfrm>
            <a:off x="7877175" y="5124450"/>
            <a:ext cx="981075" cy="0"/>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8858250" y="3943350"/>
            <a:ext cx="0" cy="1181100"/>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H="1">
            <a:off x="8734425" y="3943350"/>
            <a:ext cx="123825" cy="0"/>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sp>
        <p:nvSpPr>
          <p:cNvPr id="122" name="Freeform 121"/>
          <p:cNvSpPr/>
          <p:nvPr/>
        </p:nvSpPr>
        <p:spPr>
          <a:xfrm>
            <a:off x="8737600" y="3898900"/>
            <a:ext cx="76200" cy="88900"/>
          </a:xfrm>
          <a:custGeom>
            <a:avLst/>
            <a:gdLst/>
            <a:ahLst/>
            <a:cxnLst/>
            <a:rect l="l" t="t" r="r" b="b"/>
            <a:pathLst>
              <a:path w="6" h="7">
                <a:moveTo>
                  <a:pt x="0" y="3"/>
                </a:moveTo>
                <a:lnTo>
                  <a:pt x="6" y="7"/>
                </a:lnTo>
                <a:lnTo>
                  <a:pt x="6" y="0"/>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ounded Rectangle 122"/>
          <p:cNvSpPr/>
          <p:nvPr/>
        </p:nvSpPr>
        <p:spPr>
          <a:xfrm>
            <a:off x="514350" y="5886450"/>
            <a:ext cx="11163300" cy="514350"/>
          </a:xfrm>
          <a:prstGeom prst="roundRect">
            <a:avLst>
              <a:gd name="adj" fmla="val 16666"/>
            </a:avLst>
          </a:prstGeom>
          <a:solidFill>
            <a:srgbClr val="E9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95325" y="6000750"/>
            <a:ext cx="10743844" cy="273367"/>
          </a:xfrm>
          <a:prstGeom prst="rect">
            <a:avLst/>
          </a:prstGeom>
          <a:noFill/>
        </p:spPr>
        <p:txBody>
          <a:bodyPr wrap="none" lIns="0" rIns="0" tIns="0" bIns="0">
            <a:spAutoFit/>
          </a:bodyPr>
          <a:lstStyle/>
          <a:p>
            <a:pPr>
              <a:lnSpc>
                <a:spcPts val="2075"/>
              </a:lnSpc>
              <a:spcBef>
                <a:spcPts val="0"/>
              </a:spcBef>
              <a:spcAft>
                <a:spcPts val="0"/>
              </a:spcAft>
            </a:pPr>
            <a:r>
              <a:rPr sz="1537" b="1">
                <a:solidFill>
                  <a:srgbClr val="168D9D"/>
                </a:solidFill>
                <a:latin typeface="Arial"/>
                <a:ea typeface="Microsoft YaHei"/>
              </a:rPr>
              <a:t>fchop</a:t>
            </a:r>
            <a:r>
              <a:rPr sz="1537" b="1">
                <a:solidFill>
                  <a:srgbClr val="168D9D"/>
                </a:solidFill>
                <a:latin typeface="Microsoft YaHei"/>
                <a:ea typeface="Microsoft YaHei"/>
              </a:rPr>
              <a:t> </a:t>
            </a:r>
            <a:r>
              <a:rPr sz="1537" b="1">
                <a:solidFill>
                  <a:srgbClr val="168D9D"/>
                </a:solidFill>
                <a:latin typeface="Arial"/>
                <a:ea typeface="Microsoft YaHei"/>
              </a:rPr>
              <a:t>is</a:t>
            </a:r>
            <a:r>
              <a:rPr sz="1537" b="1">
                <a:solidFill>
                  <a:srgbClr val="168D9D"/>
                </a:solidFill>
                <a:latin typeface="Microsoft YaHei"/>
                <a:ea typeface="Microsoft YaHei"/>
              </a:rPr>
              <a:t> </a:t>
            </a:r>
            <a:r>
              <a:rPr sz="1537" b="1">
                <a:solidFill>
                  <a:srgbClr val="168D9D"/>
                </a:solidFill>
                <a:latin typeface="Arial"/>
                <a:ea typeface="Microsoft YaHei"/>
              </a:rPr>
              <a:t>the</a:t>
            </a:r>
            <a:r>
              <a:rPr sz="1537" b="1">
                <a:solidFill>
                  <a:srgbClr val="168D9D"/>
                </a:solidFill>
                <a:latin typeface="Microsoft YaHei"/>
                <a:ea typeface="Microsoft YaHei"/>
              </a:rPr>
              <a:t> </a:t>
            </a:r>
            <a:r>
              <a:rPr sz="1537" b="1">
                <a:solidFill>
                  <a:srgbClr val="168D9D"/>
                </a:solidFill>
                <a:latin typeface="Arial"/>
                <a:ea typeface="Microsoft YaHei"/>
              </a:rPr>
              <a:t>optical-intensity</a:t>
            </a:r>
            <a:r>
              <a:rPr sz="1537" b="1">
                <a:solidFill>
                  <a:srgbClr val="168D9D"/>
                </a:solidFill>
                <a:latin typeface="Microsoft YaHei"/>
                <a:ea typeface="Microsoft YaHei"/>
              </a:rPr>
              <a:t> </a:t>
            </a:r>
            <a:r>
              <a:rPr sz="1537" b="1">
                <a:solidFill>
                  <a:srgbClr val="168D9D"/>
                </a:solidFill>
                <a:latin typeface="Arial"/>
                <a:ea typeface="Microsoft YaHei"/>
              </a:rPr>
              <a:t>envelope</a:t>
            </a:r>
            <a:r>
              <a:rPr sz="1537" b="1">
                <a:solidFill>
                  <a:srgbClr val="168D9D"/>
                </a:solidFill>
                <a:latin typeface="Microsoft YaHei"/>
                <a:ea typeface="Microsoft YaHei"/>
              </a:rPr>
              <a:t> </a:t>
            </a:r>
            <a:r>
              <a:rPr sz="1537" b="1">
                <a:solidFill>
                  <a:srgbClr val="168D9D"/>
                </a:solidFill>
                <a:latin typeface="Arial"/>
                <a:ea typeface="Microsoft YaHei"/>
              </a:rPr>
              <a:t>reference;</a:t>
            </a:r>
            <a:r>
              <a:rPr sz="1537" b="1">
                <a:solidFill>
                  <a:srgbClr val="168D9D"/>
                </a:solidFill>
                <a:latin typeface="Microsoft YaHei"/>
                <a:ea typeface="Microsoft YaHei"/>
              </a:rPr>
              <a:t> </a:t>
            </a:r>
            <a:r>
              <a:rPr sz="1537" b="1">
                <a:solidFill>
                  <a:srgbClr val="168D9D"/>
                </a:solidFill>
                <a:latin typeface="Arial"/>
                <a:ea typeface="Microsoft YaHei"/>
              </a:rPr>
              <a:t>it</a:t>
            </a:r>
            <a:r>
              <a:rPr sz="1537" b="1">
                <a:solidFill>
                  <a:srgbClr val="168D9D"/>
                </a:solidFill>
                <a:latin typeface="Microsoft YaHei"/>
                <a:ea typeface="Microsoft YaHei"/>
              </a:rPr>
              <a:t> </a:t>
            </a:r>
            <a:r>
              <a:rPr sz="1537" b="1">
                <a:solidFill>
                  <a:srgbClr val="168D9D"/>
                </a:solidFill>
                <a:latin typeface="Arial"/>
                <a:ea typeface="Microsoft YaHei"/>
              </a:rPr>
              <a:t>is</a:t>
            </a:r>
            <a:r>
              <a:rPr sz="1537" b="1">
                <a:solidFill>
                  <a:srgbClr val="168D9D"/>
                </a:solidFill>
                <a:latin typeface="Microsoft YaHei"/>
                <a:ea typeface="Microsoft YaHei"/>
              </a:rPr>
              <a:t> </a:t>
            </a:r>
            <a:r>
              <a:rPr sz="1537" b="1">
                <a:solidFill>
                  <a:srgbClr val="168D9D"/>
                </a:solidFill>
                <a:latin typeface="Arial"/>
                <a:ea typeface="Microsoft YaHei"/>
              </a:rPr>
              <a:t>not</a:t>
            </a:r>
            <a:r>
              <a:rPr sz="1537" b="1">
                <a:solidFill>
                  <a:srgbClr val="168D9D"/>
                </a:solidFill>
                <a:latin typeface="Microsoft YaHei"/>
                <a:ea typeface="Microsoft YaHei"/>
              </a:rPr>
              <a:t> </a:t>
            </a:r>
            <a:r>
              <a:rPr sz="1537" b="1">
                <a:solidFill>
                  <a:srgbClr val="168D9D"/>
                </a:solidFill>
                <a:latin typeface="Arial"/>
                <a:ea typeface="Microsoft YaHei"/>
              </a:rPr>
              <a:t>the</a:t>
            </a:r>
            <a:r>
              <a:rPr sz="1537" b="1">
                <a:solidFill>
                  <a:srgbClr val="168D9D"/>
                </a:solidFill>
                <a:latin typeface="Microsoft YaHei"/>
                <a:ea typeface="Microsoft YaHei"/>
              </a:rPr>
              <a:t> </a:t>
            </a:r>
            <a:r>
              <a:rPr sz="1537" b="1">
                <a:solidFill>
                  <a:srgbClr val="168D9D"/>
                </a:solidFill>
                <a:latin typeface="Arial"/>
                <a:ea typeface="Microsoft YaHei"/>
              </a:rPr>
              <a:t>optical</a:t>
            </a:r>
            <a:r>
              <a:rPr sz="1537" b="1">
                <a:solidFill>
                  <a:srgbClr val="168D9D"/>
                </a:solidFill>
                <a:latin typeface="Microsoft YaHei"/>
                <a:ea typeface="Microsoft YaHei"/>
              </a:rPr>
              <a:t> </a:t>
            </a:r>
            <a:r>
              <a:rPr sz="1537" b="1">
                <a:solidFill>
                  <a:srgbClr val="168D9D"/>
                </a:solidFill>
                <a:latin typeface="Arial"/>
                <a:ea typeface="Microsoft YaHei"/>
              </a:rPr>
              <a:t>carrier</a:t>
            </a:r>
            <a:r>
              <a:rPr sz="1537" b="1">
                <a:solidFill>
                  <a:srgbClr val="168D9D"/>
                </a:solidFill>
                <a:latin typeface="Microsoft YaHei"/>
                <a:ea typeface="Microsoft YaHei"/>
              </a:rPr>
              <a:t> </a:t>
            </a:r>
            <a:r>
              <a:rPr sz="1537" b="1">
                <a:solidFill>
                  <a:srgbClr val="168D9D"/>
                </a:solidFill>
                <a:latin typeface="Arial"/>
                <a:ea typeface="Microsoft YaHei"/>
              </a:rPr>
              <a:t>frequency</a:t>
            </a:r>
            <a:r>
              <a:rPr sz="1537" b="1">
                <a:solidFill>
                  <a:srgbClr val="168D9D"/>
                </a:solidFill>
                <a:latin typeface="Microsoft YaHei"/>
                <a:ea typeface="Microsoft YaHei"/>
              </a:rPr>
              <a:t> </a:t>
            </a:r>
            <a:r>
              <a:rPr sz="1537" b="1">
                <a:solidFill>
                  <a:srgbClr val="168D9D"/>
                </a:solidFill>
                <a:latin typeface="Arial"/>
                <a:ea typeface="Microsoft YaHei"/>
              </a:rPr>
              <a:t>or</a:t>
            </a:r>
            <a:r>
              <a:rPr sz="1537" b="1">
                <a:solidFill>
                  <a:srgbClr val="168D9D"/>
                </a:solidFill>
                <a:latin typeface="Microsoft YaHei"/>
                <a:ea typeface="Microsoft YaHei"/>
              </a:rPr>
              <a:t> </a:t>
            </a:r>
            <a:r>
              <a:rPr sz="1537" b="1">
                <a:solidFill>
                  <a:srgbClr val="168D9D"/>
                </a:solidFill>
                <a:latin typeface="Arial"/>
                <a:ea typeface="Microsoft YaHei"/>
              </a:rPr>
              <a:t>Hall</a:t>
            </a:r>
            <a:r>
              <a:rPr sz="1537" b="1">
                <a:solidFill>
                  <a:srgbClr val="168D9D"/>
                </a:solidFill>
                <a:latin typeface="Microsoft YaHei"/>
                <a:ea typeface="Microsoft YaHei"/>
              </a:rPr>
              <a:t> </a:t>
            </a:r>
            <a:r>
              <a:rPr sz="1537" b="1">
                <a:solidFill>
                  <a:srgbClr val="168D9D"/>
                </a:solidFill>
                <a:latin typeface="Arial"/>
                <a:ea typeface="Microsoft YaHei"/>
              </a:rPr>
              <a:t>2f_I.</a:t>
            </a:r>
          </a:p>
        </p:txBody>
      </p:sp>
      <p:cxnSp>
        <p:nvCxnSpPr>
          <p:cNvPr id="125" name="Connector 124"/>
          <p:cNvCxnSpPr/>
          <p:nvPr/>
        </p:nvCxnSpPr>
        <p:spPr>
          <a:xfrm>
            <a:off x="514350" y="6543675"/>
            <a:ext cx="11163300" cy="0"/>
          </a:xfrm>
          <a:prstGeom prst="line">
            <a:avLst/>
          </a:prstGeom>
          <a:ln w="9525">
            <a:solidFill>
              <a:srgbClr val="D9E3EE"/>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523875" y="6619875"/>
            <a:ext cx="4861931"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Optical</a:t>
            </a:r>
            <a:r>
              <a:rPr sz="825" b="0">
                <a:solidFill>
                  <a:srgbClr val="62758C"/>
                </a:solidFill>
                <a:latin typeface="Microsoft YaHei"/>
                <a:ea typeface="Microsoft YaHei"/>
              </a:rPr>
              <a:t> </a:t>
            </a:r>
            <a:r>
              <a:rPr sz="825" b="0">
                <a:solidFill>
                  <a:srgbClr val="62758C"/>
                </a:solidFill>
                <a:latin typeface="Arial"/>
                <a:ea typeface="Microsoft YaHei"/>
              </a:rPr>
              <a:t>/</a:t>
            </a:r>
            <a:r>
              <a:rPr sz="825" b="0">
                <a:solidFill>
                  <a:srgbClr val="62758C"/>
                </a:solidFill>
                <a:latin typeface="Microsoft YaHei"/>
                <a:ea typeface="Microsoft YaHei"/>
              </a:rPr>
              <a:t> </a:t>
            </a:r>
            <a:r>
              <a:rPr sz="825" b="0">
                <a:solidFill>
                  <a:srgbClr val="62758C"/>
                </a:solidFill>
                <a:latin typeface="Arial"/>
                <a:ea typeface="Microsoft YaHei"/>
              </a:rPr>
              <a:t>photocurrent</a:t>
            </a:r>
            <a:r>
              <a:rPr sz="825" b="0">
                <a:solidFill>
                  <a:srgbClr val="62758C"/>
                </a:solidFill>
                <a:latin typeface="Microsoft YaHei"/>
                <a:ea typeface="Microsoft YaHei"/>
              </a:rPr>
              <a:t> </a:t>
            </a:r>
            <a:r>
              <a:rPr sz="825" b="0">
                <a:solidFill>
                  <a:srgbClr val="62758C"/>
                </a:solidFill>
                <a:latin typeface="Arial"/>
                <a:ea typeface="Microsoft YaHei"/>
              </a:rPr>
              <a:t>scenario</a:t>
            </a:r>
            <a:r>
              <a:rPr sz="825" b="0">
                <a:solidFill>
                  <a:srgbClr val="62758C"/>
                </a:solidFill>
                <a:latin typeface="Microsoft YaHei"/>
                <a:ea typeface="Microsoft YaHei"/>
              </a:rPr>
              <a:t> </a:t>
            </a:r>
            <a:r>
              <a:rPr sz="825" b="0">
                <a:solidFill>
                  <a:srgbClr val="62758C"/>
                </a:solidFill>
                <a:latin typeface="Arial"/>
                <a:ea typeface="Microsoft YaHei"/>
              </a:rPr>
              <a:t>for</a:t>
            </a:r>
            <a:r>
              <a:rPr sz="825" b="0">
                <a:solidFill>
                  <a:srgbClr val="62758C"/>
                </a:solidFill>
                <a:latin typeface="Microsoft YaHei"/>
                <a:ea typeface="Microsoft YaHei"/>
              </a:rPr>
              <a:t> </a:t>
            </a:r>
            <a:r>
              <a:rPr sz="825" b="0">
                <a:solidFill>
                  <a:srgbClr val="62758C"/>
                </a:solidFill>
                <a:latin typeface="Arial"/>
                <a:ea typeface="Microsoft YaHei"/>
              </a:rPr>
              <a:t>LabOS;</a:t>
            </a:r>
            <a:r>
              <a:rPr sz="825" b="0">
                <a:solidFill>
                  <a:srgbClr val="62758C"/>
                </a:solidFill>
                <a:latin typeface="Microsoft YaHei"/>
                <a:ea typeface="Microsoft YaHei"/>
              </a:rPr>
              <a:t> </a:t>
            </a:r>
            <a:r>
              <a:rPr sz="825" b="0">
                <a:solidFill>
                  <a:srgbClr val="62758C"/>
                </a:solidFill>
                <a:latin typeface="Arial"/>
                <a:ea typeface="Microsoft YaHei"/>
              </a:rPr>
              <a:t>BVPE</a:t>
            </a:r>
            <a:r>
              <a:rPr sz="825" b="0">
                <a:solidFill>
                  <a:srgbClr val="62758C"/>
                </a:solidFill>
                <a:latin typeface="Microsoft YaHei"/>
                <a:ea typeface="Microsoft YaHei"/>
              </a:rPr>
              <a:t> </a:t>
            </a:r>
            <a:r>
              <a:rPr sz="825" b="0">
                <a:solidFill>
                  <a:srgbClr val="62758C"/>
                </a:solidFill>
                <a:latin typeface="Arial"/>
                <a:ea typeface="Microsoft YaHei"/>
              </a:rPr>
              <a:t>experimental</a:t>
            </a:r>
            <a:r>
              <a:rPr sz="825" b="0">
                <a:solidFill>
                  <a:srgbClr val="62758C"/>
                </a:solidFill>
                <a:latin typeface="Microsoft YaHei"/>
                <a:ea typeface="Microsoft YaHei"/>
              </a:rPr>
              <a:t> </a:t>
            </a:r>
            <a:r>
              <a:rPr sz="825" b="0">
                <a:solidFill>
                  <a:srgbClr val="62758C"/>
                </a:solidFill>
                <a:latin typeface="Arial"/>
                <a:ea typeface="Microsoft YaHei"/>
              </a:rPr>
              <a:t>context:</a:t>
            </a:r>
            <a:r>
              <a:rPr sz="825" b="0">
                <a:solidFill>
                  <a:srgbClr val="62758C"/>
                </a:solidFill>
                <a:latin typeface="Microsoft YaHei"/>
                <a:ea typeface="Microsoft YaHei"/>
              </a:rPr>
              <a:t> </a:t>
            </a:r>
            <a:r>
              <a:rPr sz="825" b="0">
                <a:solidFill>
                  <a:srgbClr val="62758C"/>
                </a:solidFill>
                <a:latin typeface="Arial"/>
                <a:ea typeface="Microsoft YaHei"/>
              </a:rPr>
              <a:t>Osterhoudt</a:t>
            </a:r>
            <a:r>
              <a:rPr sz="825" b="0">
                <a:solidFill>
                  <a:srgbClr val="62758C"/>
                </a:solidFill>
                <a:latin typeface="Microsoft YaHei"/>
                <a:ea typeface="Microsoft YaHei"/>
              </a:rPr>
              <a:t> </a:t>
            </a:r>
            <a:r>
              <a:rPr sz="825" b="0">
                <a:solidFill>
                  <a:srgbClr val="62758C"/>
                </a:solidFill>
                <a:latin typeface="Arial"/>
                <a:ea typeface="Microsoft YaHei"/>
              </a:rPr>
              <a:t>et</a:t>
            </a:r>
            <a:r>
              <a:rPr sz="825" b="0">
                <a:solidFill>
                  <a:srgbClr val="62758C"/>
                </a:solidFill>
                <a:latin typeface="Microsoft YaHei"/>
                <a:ea typeface="Microsoft YaHei"/>
              </a:rPr>
              <a:t> </a:t>
            </a:r>
            <a:r>
              <a:rPr sz="825" b="0">
                <a:solidFill>
                  <a:srgbClr val="62758C"/>
                </a:solidFill>
                <a:latin typeface="Arial"/>
                <a:ea typeface="Microsoft YaHei"/>
              </a:rPr>
              <a:t>al.</a:t>
            </a:r>
            <a:r>
              <a:rPr sz="825" b="0">
                <a:solidFill>
                  <a:srgbClr val="62758C"/>
                </a:solidFill>
                <a:latin typeface="Microsoft YaHei"/>
                <a:ea typeface="Microsoft YaHei"/>
              </a:rPr>
              <a:t> </a:t>
            </a:r>
            <a:r>
              <a:rPr sz="825" b="0">
                <a:solidFill>
                  <a:srgbClr val="62758C"/>
                </a:solidFill>
                <a:latin typeface="Arial"/>
                <a:ea typeface="Microsoft YaHei"/>
              </a:rPr>
              <a:t>[4].</a:t>
            </a:r>
          </a:p>
        </p:txBody>
      </p:sp>
      <p:sp>
        <p:nvSpPr>
          <p:cNvPr id="127" name="TextBox 126"/>
          <p:cNvSpPr txBox="1"/>
          <p:nvPr/>
        </p:nvSpPr>
        <p:spPr>
          <a:xfrm>
            <a:off x="11348256" y="6600825"/>
            <a:ext cx="405593"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62758C"/>
                </a:solidFill>
                <a:latin typeface="Arial"/>
                <a:ea typeface="Microsoft YaHei"/>
              </a:rPr>
              <a:t>13/22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295275"/>
            <a:ext cx="2835599"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13</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CALIBRATION</a:t>
            </a:r>
            <a:r>
              <a:rPr sz="975" b="1">
                <a:solidFill>
                  <a:srgbClr val="168D9D"/>
                </a:solidFill>
                <a:latin typeface="Microsoft YaHei"/>
                <a:ea typeface="Microsoft YaHei"/>
              </a:rPr>
              <a:t> </a:t>
            </a:r>
            <a:r>
              <a:rPr sz="975" b="1">
                <a:solidFill>
                  <a:srgbClr val="168D9D"/>
                </a:solidFill>
                <a:latin typeface="Arial"/>
                <a:ea typeface="Microsoft YaHei"/>
              </a:rPr>
              <a:t>AND</a:t>
            </a:r>
            <a:r>
              <a:rPr sz="975" b="1">
                <a:solidFill>
                  <a:srgbClr val="168D9D"/>
                </a:solidFill>
                <a:latin typeface="Microsoft YaHei"/>
                <a:ea typeface="Microsoft YaHei"/>
              </a:rPr>
              <a:t> </a:t>
            </a:r>
            <a:r>
              <a:rPr sz="975" b="1">
                <a:solidFill>
                  <a:srgbClr val="168D9D"/>
                </a:solidFill>
                <a:latin typeface="Arial"/>
                <a:ea typeface="Microsoft YaHei"/>
              </a:rPr>
              <a:t>NORMALIZATION</a:t>
            </a:r>
          </a:p>
        </p:txBody>
      </p:sp>
      <p:sp>
        <p:nvSpPr>
          <p:cNvPr id="4" name="TextBox 3"/>
          <p:cNvSpPr txBox="1"/>
          <p:nvPr/>
        </p:nvSpPr>
        <p:spPr>
          <a:xfrm>
            <a:off x="514350" y="676275"/>
            <a:ext cx="8840074" cy="480059"/>
          </a:xfrm>
          <a:prstGeom prst="rect">
            <a:avLst/>
          </a:prstGeom>
          <a:noFill/>
        </p:spPr>
        <p:txBody>
          <a:bodyPr wrap="none" lIns="0" rIns="0" tIns="0" bIns="0">
            <a:spAutoFit/>
          </a:bodyPr>
          <a:lstStyle/>
          <a:p>
            <a:pPr>
              <a:lnSpc>
                <a:spcPts val="3645"/>
              </a:lnSpc>
              <a:spcBef>
                <a:spcPts val="0"/>
              </a:spcBef>
              <a:spcAft>
                <a:spcPts val="0"/>
              </a:spcAft>
            </a:pPr>
            <a:r>
              <a:rPr sz="2700" b="1">
                <a:solidFill>
                  <a:srgbClr val="11233E"/>
                </a:solidFill>
                <a:latin typeface="Arial"/>
                <a:ea typeface="Microsoft YaHei"/>
              </a:rPr>
              <a:t>Describe</a:t>
            </a:r>
            <a:r>
              <a:rPr sz="2700" b="1">
                <a:solidFill>
                  <a:srgbClr val="11233E"/>
                </a:solidFill>
                <a:latin typeface="Microsoft YaHei"/>
                <a:ea typeface="Microsoft YaHei"/>
              </a:rPr>
              <a:t> </a:t>
            </a:r>
            <a:r>
              <a:rPr sz="2700" b="1">
                <a:solidFill>
                  <a:srgbClr val="11233E"/>
                </a:solidFill>
                <a:latin typeface="Arial"/>
                <a:ea typeface="Microsoft YaHei"/>
              </a:rPr>
              <a:t>the</a:t>
            </a:r>
            <a:r>
              <a:rPr sz="2700" b="1">
                <a:solidFill>
                  <a:srgbClr val="11233E"/>
                </a:solidFill>
                <a:latin typeface="Microsoft YaHei"/>
                <a:ea typeface="Microsoft YaHei"/>
              </a:rPr>
              <a:t> </a:t>
            </a:r>
            <a:r>
              <a:rPr sz="2700" b="1">
                <a:solidFill>
                  <a:srgbClr val="11233E"/>
                </a:solidFill>
                <a:latin typeface="Arial"/>
                <a:ea typeface="Microsoft YaHei"/>
              </a:rPr>
              <a:t>optical</a:t>
            </a:r>
            <a:r>
              <a:rPr sz="2700" b="1">
                <a:solidFill>
                  <a:srgbClr val="11233E"/>
                </a:solidFill>
                <a:latin typeface="Microsoft YaHei"/>
                <a:ea typeface="Microsoft YaHei"/>
              </a:rPr>
              <a:t> </a:t>
            </a:r>
            <a:r>
              <a:rPr sz="2700" b="1">
                <a:solidFill>
                  <a:srgbClr val="11233E"/>
                </a:solidFill>
                <a:latin typeface="Arial"/>
                <a:ea typeface="Microsoft YaHei"/>
              </a:rPr>
              <a:t>state</a:t>
            </a:r>
            <a:r>
              <a:rPr sz="2700" b="1">
                <a:solidFill>
                  <a:srgbClr val="11233E"/>
                </a:solidFill>
                <a:latin typeface="Microsoft YaHei"/>
                <a:ea typeface="Microsoft YaHei"/>
              </a:rPr>
              <a:t> </a:t>
            </a:r>
            <a:r>
              <a:rPr sz="2700" b="1">
                <a:solidFill>
                  <a:srgbClr val="11233E"/>
                </a:solidFill>
                <a:latin typeface="Arial"/>
                <a:ea typeface="Microsoft YaHei"/>
              </a:rPr>
              <a:t>at</a:t>
            </a:r>
            <a:r>
              <a:rPr sz="2700" b="1">
                <a:solidFill>
                  <a:srgbClr val="11233E"/>
                </a:solidFill>
                <a:latin typeface="Microsoft YaHei"/>
                <a:ea typeface="Microsoft YaHei"/>
              </a:rPr>
              <a:t> </a:t>
            </a:r>
            <a:r>
              <a:rPr sz="2700" b="1">
                <a:solidFill>
                  <a:srgbClr val="11233E"/>
                </a:solidFill>
                <a:latin typeface="Arial"/>
                <a:ea typeface="Microsoft YaHei"/>
              </a:rPr>
              <a:t>the</a:t>
            </a:r>
            <a:r>
              <a:rPr sz="2700" b="1">
                <a:solidFill>
                  <a:srgbClr val="11233E"/>
                </a:solidFill>
                <a:latin typeface="Microsoft YaHei"/>
                <a:ea typeface="Microsoft YaHei"/>
              </a:rPr>
              <a:t> </a:t>
            </a:r>
            <a:r>
              <a:rPr sz="2700" b="1">
                <a:solidFill>
                  <a:srgbClr val="11233E"/>
                </a:solidFill>
                <a:latin typeface="Arial"/>
                <a:ea typeface="Microsoft YaHei"/>
              </a:rPr>
              <a:t>sample</a:t>
            </a:r>
            <a:r>
              <a:rPr sz="2700" b="1">
                <a:solidFill>
                  <a:srgbClr val="11233E"/>
                </a:solidFill>
                <a:latin typeface="Microsoft YaHei"/>
                <a:ea typeface="Microsoft YaHei"/>
              </a:rPr>
              <a:t> </a:t>
            </a:r>
            <a:r>
              <a:rPr sz="2700" b="1">
                <a:solidFill>
                  <a:srgbClr val="11233E"/>
                </a:solidFill>
                <a:latin typeface="Arial"/>
                <a:ea typeface="Microsoft YaHei"/>
              </a:rPr>
              <a:t>plane</a:t>
            </a:r>
          </a:p>
        </p:txBody>
      </p:sp>
      <p:sp>
        <p:nvSpPr>
          <p:cNvPr id="5" name="TextBox 4"/>
          <p:cNvSpPr txBox="1"/>
          <p:nvPr/>
        </p:nvSpPr>
        <p:spPr>
          <a:xfrm>
            <a:off x="533400" y="1247775"/>
            <a:ext cx="9076613"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62758C"/>
                </a:solidFill>
                <a:latin typeface="Arial"/>
                <a:ea typeface="Microsoft YaHei"/>
              </a:rPr>
              <a:t>Drive</a:t>
            </a:r>
            <a:r>
              <a:rPr sz="1425" b="0">
                <a:solidFill>
                  <a:srgbClr val="62758C"/>
                </a:solidFill>
                <a:latin typeface="Microsoft YaHei"/>
                <a:ea typeface="Microsoft YaHei"/>
              </a:rPr>
              <a:t> </a:t>
            </a:r>
            <a:r>
              <a:rPr sz="1425" b="0">
                <a:solidFill>
                  <a:srgbClr val="62758C"/>
                </a:solidFill>
                <a:latin typeface="Arial"/>
                <a:ea typeface="Microsoft YaHei"/>
              </a:rPr>
              <a:t>settings,</a:t>
            </a:r>
            <a:r>
              <a:rPr sz="1425" b="0">
                <a:solidFill>
                  <a:srgbClr val="62758C"/>
                </a:solidFill>
                <a:latin typeface="Microsoft YaHei"/>
                <a:ea typeface="Microsoft YaHei"/>
              </a:rPr>
              <a:t> </a:t>
            </a:r>
            <a:r>
              <a:rPr sz="1425" b="0">
                <a:solidFill>
                  <a:srgbClr val="62758C"/>
                </a:solidFill>
                <a:latin typeface="Arial"/>
                <a:ea typeface="Microsoft YaHei"/>
              </a:rPr>
              <a:t>monitor</a:t>
            </a:r>
            <a:r>
              <a:rPr sz="1425" b="0">
                <a:solidFill>
                  <a:srgbClr val="62758C"/>
                </a:solidFill>
                <a:latin typeface="Microsoft YaHei"/>
                <a:ea typeface="Microsoft YaHei"/>
              </a:rPr>
              <a:t> </a:t>
            </a:r>
            <a:r>
              <a:rPr sz="1425" b="0">
                <a:solidFill>
                  <a:srgbClr val="62758C"/>
                </a:solidFill>
                <a:latin typeface="Arial"/>
                <a:ea typeface="Microsoft YaHei"/>
              </a:rPr>
              <a:t>readings</a:t>
            </a:r>
            <a:r>
              <a:rPr sz="1425" b="0">
                <a:solidFill>
                  <a:srgbClr val="62758C"/>
                </a:solidFill>
                <a:latin typeface="Microsoft YaHei"/>
                <a:ea typeface="Microsoft YaHei"/>
              </a:rPr>
              <a:t> </a:t>
            </a:r>
            <a:r>
              <a:rPr sz="1425" b="0">
                <a:solidFill>
                  <a:srgbClr val="62758C"/>
                </a:solidFill>
                <a:latin typeface="Arial"/>
                <a:ea typeface="Microsoft YaHei"/>
              </a:rPr>
              <a:t>and</a:t>
            </a:r>
            <a:r>
              <a:rPr sz="1425" b="0">
                <a:solidFill>
                  <a:srgbClr val="62758C"/>
                </a:solidFill>
                <a:latin typeface="Microsoft YaHei"/>
                <a:ea typeface="Microsoft YaHei"/>
              </a:rPr>
              <a:t> </a:t>
            </a:r>
            <a:r>
              <a:rPr sz="1425" b="0">
                <a:solidFill>
                  <a:srgbClr val="62758C"/>
                </a:solidFill>
                <a:latin typeface="Arial"/>
                <a:ea typeface="Microsoft YaHei"/>
              </a:rPr>
              <a:t>sample-plane</a:t>
            </a:r>
            <a:r>
              <a:rPr sz="1425" b="0">
                <a:solidFill>
                  <a:srgbClr val="62758C"/>
                </a:solidFill>
                <a:latin typeface="Microsoft YaHei"/>
                <a:ea typeface="Microsoft YaHei"/>
              </a:rPr>
              <a:t> </a:t>
            </a:r>
            <a:r>
              <a:rPr sz="1425" b="0">
                <a:solidFill>
                  <a:srgbClr val="62758C"/>
                </a:solidFill>
                <a:latin typeface="Arial"/>
                <a:ea typeface="Microsoft YaHei"/>
              </a:rPr>
              <a:t>power</a:t>
            </a:r>
            <a:r>
              <a:rPr sz="1425" b="0">
                <a:solidFill>
                  <a:srgbClr val="62758C"/>
                </a:solidFill>
                <a:latin typeface="Microsoft YaHei"/>
                <a:ea typeface="Microsoft YaHei"/>
              </a:rPr>
              <a:t> </a:t>
            </a:r>
            <a:r>
              <a:rPr sz="1425" b="0">
                <a:solidFill>
                  <a:srgbClr val="62758C"/>
                </a:solidFill>
                <a:latin typeface="Arial"/>
                <a:ea typeface="Microsoft YaHei"/>
              </a:rPr>
              <a:t>are</a:t>
            </a:r>
            <a:r>
              <a:rPr sz="1425" b="0">
                <a:solidFill>
                  <a:srgbClr val="62758C"/>
                </a:solidFill>
                <a:latin typeface="Microsoft YaHei"/>
                <a:ea typeface="Microsoft YaHei"/>
              </a:rPr>
              <a:t> </a:t>
            </a:r>
            <a:r>
              <a:rPr sz="1425" b="0">
                <a:solidFill>
                  <a:srgbClr val="62758C"/>
                </a:solidFill>
                <a:latin typeface="Arial"/>
                <a:ea typeface="Microsoft YaHei"/>
              </a:rPr>
              <a:t>related</a:t>
            </a:r>
            <a:r>
              <a:rPr sz="1425" b="0">
                <a:solidFill>
                  <a:srgbClr val="62758C"/>
                </a:solidFill>
                <a:latin typeface="Microsoft YaHei"/>
                <a:ea typeface="Microsoft YaHei"/>
              </a:rPr>
              <a:t> </a:t>
            </a:r>
            <a:r>
              <a:rPr sz="1425" b="0">
                <a:solidFill>
                  <a:srgbClr val="62758C"/>
                </a:solidFill>
                <a:latin typeface="Arial"/>
                <a:ea typeface="Microsoft YaHei"/>
              </a:rPr>
              <a:t>through</a:t>
            </a:r>
            <a:r>
              <a:rPr sz="1425" b="0">
                <a:solidFill>
                  <a:srgbClr val="62758C"/>
                </a:solidFill>
                <a:latin typeface="Microsoft YaHei"/>
                <a:ea typeface="Microsoft YaHei"/>
              </a:rPr>
              <a:t> </a:t>
            </a:r>
            <a:r>
              <a:rPr sz="1425" b="0">
                <a:solidFill>
                  <a:srgbClr val="62758C"/>
                </a:solidFill>
                <a:latin typeface="Arial"/>
                <a:ea typeface="Microsoft YaHei"/>
              </a:rPr>
              <a:t>an</a:t>
            </a:r>
            <a:r>
              <a:rPr sz="1425" b="0">
                <a:solidFill>
                  <a:srgbClr val="62758C"/>
                </a:solidFill>
                <a:latin typeface="Microsoft YaHei"/>
                <a:ea typeface="Microsoft YaHei"/>
              </a:rPr>
              <a:t> </a:t>
            </a:r>
            <a:r>
              <a:rPr sz="1425" b="0">
                <a:solidFill>
                  <a:srgbClr val="62758C"/>
                </a:solidFill>
                <a:latin typeface="Arial"/>
                <a:ea typeface="Microsoft YaHei"/>
              </a:rPr>
              <a:t>explicit</a:t>
            </a:r>
            <a:r>
              <a:rPr sz="1425" b="0">
                <a:solidFill>
                  <a:srgbClr val="62758C"/>
                </a:solidFill>
                <a:latin typeface="Microsoft YaHei"/>
                <a:ea typeface="Microsoft YaHei"/>
              </a:rPr>
              <a:t> </a:t>
            </a:r>
            <a:r>
              <a:rPr sz="1425" b="0">
                <a:solidFill>
                  <a:srgbClr val="62758C"/>
                </a:solidFill>
                <a:latin typeface="Arial"/>
                <a:ea typeface="Microsoft YaHei"/>
              </a:rPr>
              <a:t>calibration.</a:t>
            </a:r>
          </a:p>
        </p:txBody>
      </p:sp>
      <p:sp>
        <p:nvSpPr>
          <p:cNvPr id="6" name="Rounded Rectangle 5"/>
          <p:cNvSpPr/>
          <p:nvPr/>
        </p:nvSpPr>
        <p:spPr>
          <a:xfrm>
            <a:off x="514350" y="2009775"/>
            <a:ext cx="2095500" cy="1095375"/>
          </a:xfrm>
          <a:prstGeom prst="roundRect">
            <a:avLst>
              <a:gd name="adj" fmla="val 8695"/>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7496" y="2133600"/>
            <a:ext cx="1705407"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Source</a:t>
            </a:r>
            <a:r>
              <a:rPr sz="1575" b="1">
                <a:solidFill>
                  <a:srgbClr val="168D9D"/>
                </a:solidFill>
                <a:latin typeface="Microsoft YaHei"/>
                <a:ea typeface="Microsoft YaHei"/>
              </a:rPr>
              <a:t> </a:t>
            </a:r>
            <a:r>
              <a:rPr sz="1575" b="1">
                <a:solidFill>
                  <a:srgbClr val="168D9D"/>
                </a:solidFill>
                <a:latin typeface="Arial"/>
                <a:ea typeface="Microsoft YaHei"/>
              </a:rPr>
              <a:t>setting</a:t>
            </a:r>
          </a:p>
        </p:txBody>
      </p:sp>
      <p:sp>
        <p:nvSpPr>
          <p:cNvPr id="8" name="TextBox 7"/>
          <p:cNvSpPr txBox="1"/>
          <p:nvPr/>
        </p:nvSpPr>
        <p:spPr>
          <a:xfrm>
            <a:off x="806722" y="2432208"/>
            <a:ext cx="1586954"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I_LD</a:t>
            </a:r>
            <a:r>
              <a:rPr sz="1200" b="0">
                <a:solidFill>
                  <a:srgbClr val="62758C"/>
                </a:solidFill>
                <a:latin typeface="Microsoft YaHei"/>
                <a:ea typeface="Microsoft YaHei"/>
              </a:rPr>
              <a:t> </a:t>
            </a:r>
            <a:r>
              <a:rPr sz="1200" b="0">
                <a:solidFill>
                  <a:srgbClr val="62758C"/>
                </a:solidFill>
                <a:latin typeface="Arial"/>
                <a:ea typeface="Microsoft YaHei"/>
              </a:rPr>
              <a:t>or</a:t>
            </a:r>
            <a:r>
              <a:rPr sz="1200" b="0">
                <a:solidFill>
                  <a:srgbClr val="62758C"/>
                </a:solidFill>
                <a:latin typeface="Microsoft YaHei"/>
                <a:ea typeface="Microsoft YaHei"/>
              </a:rPr>
              <a:t> </a:t>
            </a:r>
            <a:r>
              <a:rPr sz="1200" b="0">
                <a:solidFill>
                  <a:srgbClr val="62758C"/>
                </a:solidFill>
                <a:latin typeface="Arial"/>
                <a:ea typeface="Microsoft YaHei"/>
              </a:rPr>
              <a:t>band</a:t>
            </a:r>
            <a:r>
              <a:rPr sz="1200" b="0">
                <a:solidFill>
                  <a:srgbClr val="62758C"/>
                </a:solidFill>
                <a:latin typeface="Microsoft YaHei"/>
                <a:ea typeface="Microsoft YaHei"/>
              </a:rPr>
              <a:t> </a:t>
            </a:r>
            <a:r>
              <a:rPr sz="1200" b="0">
                <a:solidFill>
                  <a:srgbClr val="62758C"/>
                </a:solidFill>
                <a:latin typeface="Arial"/>
                <a:ea typeface="Microsoft YaHei"/>
              </a:rPr>
              <a:t>setting</a:t>
            </a:r>
          </a:p>
        </p:txBody>
      </p:sp>
      <p:cxnSp>
        <p:nvCxnSpPr>
          <p:cNvPr id="9" name="Connector 8"/>
          <p:cNvCxnSpPr/>
          <p:nvPr/>
        </p:nvCxnSpPr>
        <p:spPr>
          <a:xfrm>
            <a:off x="2609850" y="2557462"/>
            <a:ext cx="152400" cy="0"/>
          </a:xfrm>
          <a:prstGeom prst="line">
            <a:avLst/>
          </a:prstGeom>
          <a:ln w="20955">
            <a:solidFill>
              <a:srgbClr val="168D9D"/>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2705100" y="2527300"/>
            <a:ext cx="63500" cy="50800"/>
          </a:xfrm>
          <a:custGeom>
            <a:avLst/>
            <a:gdLst/>
            <a:ahLst/>
            <a:cxnLst/>
            <a:rect l="l" t="t" r="r" b="b"/>
            <a:pathLst>
              <a:path w="5" h="4">
                <a:moveTo>
                  <a:pt x="5" y="2"/>
                </a:moveTo>
                <a:lnTo>
                  <a:pt x="0" y="0"/>
                </a:lnTo>
                <a:lnTo>
                  <a:pt x="0" y="4"/>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781300" y="2009775"/>
            <a:ext cx="2095500" cy="1095375"/>
          </a:xfrm>
          <a:prstGeom prst="roundRect">
            <a:avLst>
              <a:gd name="adj" fmla="val 8695"/>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25446" y="2133600"/>
            <a:ext cx="1483407"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PD</a:t>
            </a:r>
            <a:r>
              <a:rPr sz="1575" b="1">
                <a:solidFill>
                  <a:srgbClr val="168D9D"/>
                </a:solidFill>
                <a:latin typeface="Microsoft YaHei"/>
                <a:ea typeface="Microsoft YaHei"/>
              </a:rPr>
              <a:t> </a:t>
            </a:r>
            <a:r>
              <a:rPr sz="1575" b="1">
                <a:solidFill>
                  <a:srgbClr val="168D9D"/>
                </a:solidFill>
                <a:latin typeface="Arial"/>
                <a:ea typeface="Microsoft YaHei"/>
              </a:rPr>
              <a:t>readback</a:t>
            </a:r>
          </a:p>
        </p:txBody>
      </p:sp>
      <p:sp>
        <p:nvSpPr>
          <p:cNvPr id="13" name="TextBox 12"/>
          <p:cNvSpPr txBox="1"/>
          <p:nvPr/>
        </p:nvSpPr>
        <p:spPr>
          <a:xfrm>
            <a:off x="2977567" y="2432208"/>
            <a:ext cx="1779165"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Detector</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electronics</a:t>
            </a:r>
          </a:p>
        </p:txBody>
      </p:sp>
      <p:cxnSp>
        <p:nvCxnSpPr>
          <p:cNvPr id="14" name="Connector 13"/>
          <p:cNvCxnSpPr/>
          <p:nvPr/>
        </p:nvCxnSpPr>
        <p:spPr>
          <a:xfrm>
            <a:off x="4876800" y="2557462"/>
            <a:ext cx="152400" cy="0"/>
          </a:xfrm>
          <a:prstGeom prst="line">
            <a:avLst/>
          </a:prstGeom>
          <a:ln w="20955">
            <a:solidFill>
              <a:srgbClr val="168D9D"/>
            </a:solidFill>
          </a:ln>
        </p:spPr>
        <p:style>
          <a:lnRef idx="2">
            <a:schemeClr val="accent1"/>
          </a:lnRef>
          <a:fillRef idx="0">
            <a:schemeClr val="accent1"/>
          </a:fillRef>
          <a:effectRef idx="1">
            <a:schemeClr val="accent1"/>
          </a:effectRef>
          <a:fontRef idx="minor">
            <a:schemeClr val="tx1"/>
          </a:fontRef>
        </p:style>
      </p:cxnSp>
      <p:sp>
        <p:nvSpPr>
          <p:cNvPr id="15" name="Freeform 14"/>
          <p:cNvSpPr/>
          <p:nvPr/>
        </p:nvSpPr>
        <p:spPr>
          <a:xfrm>
            <a:off x="4978400" y="2527300"/>
            <a:ext cx="50800" cy="50800"/>
          </a:xfrm>
          <a:custGeom>
            <a:avLst/>
            <a:gdLst/>
            <a:ahLst/>
            <a:cxnLst/>
            <a:rect l="l" t="t" r="r" b="b"/>
            <a:pathLst>
              <a:path w="4" h="4">
                <a:moveTo>
                  <a:pt x="4" y="2"/>
                </a:moveTo>
                <a:lnTo>
                  <a:pt x="0" y="0"/>
                </a:lnTo>
                <a:lnTo>
                  <a:pt x="0" y="4"/>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48250" y="2009775"/>
            <a:ext cx="2095500" cy="1095375"/>
          </a:xfrm>
          <a:prstGeom prst="roundRect">
            <a:avLst>
              <a:gd name="adj" fmla="val 8695"/>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72472" y="2133600"/>
            <a:ext cx="1523255"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Calibration</a:t>
            </a:r>
            <a:r>
              <a:rPr sz="1575" b="1">
                <a:solidFill>
                  <a:srgbClr val="168D9D"/>
                </a:solidFill>
                <a:latin typeface="Microsoft YaHei"/>
                <a:ea typeface="Microsoft YaHei"/>
              </a:rPr>
              <a:t> </a:t>
            </a:r>
            <a:r>
              <a:rPr sz="1575" b="1">
                <a:solidFill>
                  <a:srgbClr val="168D9D"/>
                </a:solidFill>
                <a:latin typeface="Arial"/>
                <a:ea typeface="Microsoft YaHei"/>
              </a:rPr>
              <a:t>K</a:t>
            </a:r>
          </a:p>
        </p:txBody>
      </p:sp>
      <p:sp>
        <p:nvSpPr>
          <p:cNvPr id="18" name="TextBox 17"/>
          <p:cNvSpPr txBox="1"/>
          <p:nvPr/>
        </p:nvSpPr>
        <p:spPr>
          <a:xfrm>
            <a:off x="5400302" y="2432208"/>
            <a:ext cx="1467594"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Wavelength</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path</a:t>
            </a:r>
          </a:p>
        </p:txBody>
      </p:sp>
      <p:cxnSp>
        <p:nvCxnSpPr>
          <p:cNvPr id="19" name="Connector 18"/>
          <p:cNvCxnSpPr/>
          <p:nvPr/>
        </p:nvCxnSpPr>
        <p:spPr>
          <a:xfrm>
            <a:off x="7143750" y="2557462"/>
            <a:ext cx="152400" cy="0"/>
          </a:xfrm>
          <a:prstGeom prst="line">
            <a:avLst/>
          </a:prstGeom>
          <a:ln w="20955">
            <a:solidFill>
              <a:srgbClr val="168D9D"/>
            </a:solidFill>
          </a:ln>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7239000" y="2527300"/>
            <a:ext cx="50800" cy="50800"/>
          </a:xfrm>
          <a:custGeom>
            <a:avLst/>
            <a:gdLst/>
            <a:ahLst/>
            <a:cxnLst/>
            <a:rect l="l" t="t" r="r" b="b"/>
            <a:pathLst>
              <a:path w="4" h="4">
                <a:moveTo>
                  <a:pt x="4" y="2"/>
                </a:moveTo>
                <a:lnTo>
                  <a:pt x="0" y="0"/>
                </a:lnTo>
                <a:lnTo>
                  <a:pt x="0" y="4"/>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15200" y="2009775"/>
            <a:ext cx="2095500" cy="1095375"/>
          </a:xfrm>
          <a:prstGeom prst="roundRect">
            <a:avLst>
              <a:gd name="adj" fmla="val 8695"/>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2138" y="2133600"/>
            <a:ext cx="1817823"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Sample-plane</a:t>
            </a:r>
            <a:r>
              <a:rPr sz="1575" b="1">
                <a:solidFill>
                  <a:srgbClr val="168D9D"/>
                </a:solidFill>
                <a:latin typeface="Microsoft YaHei"/>
                <a:ea typeface="Microsoft YaHei"/>
              </a:rPr>
              <a:t> </a:t>
            </a:r>
            <a:r>
              <a:rPr sz="1575" b="1">
                <a:solidFill>
                  <a:srgbClr val="168D9D"/>
                </a:solidFill>
                <a:latin typeface="Arial"/>
                <a:ea typeface="Microsoft YaHei"/>
              </a:rPr>
              <a:t>P</a:t>
            </a:r>
          </a:p>
        </p:txBody>
      </p:sp>
      <p:sp>
        <p:nvSpPr>
          <p:cNvPr id="23" name="TextBox 22"/>
          <p:cNvSpPr txBox="1"/>
          <p:nvPr/>
        </p:nvSpPr>
        <p:spPr>
          <a:xfrm>
            <a:off x="7547260" y="2432208"/>
            <a:ext cx="1707579"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Window</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polarization</a:t>
            </a:r>
          </a:p>
        </p:txBody>
      </p:sp>
      <p:cxnSp>
        <p:nvCxnSpPr>
          <p:cNvPr id="24" name="Connector 23"/>
          <p:cNvCxnSpPr/>
          <p:nvPr/>
        </p:nvCxnSpPr>
        <p:spPr>
          <a:xfrm>
            <a:off x="9410700" y="2557462"/>
            <a:ext cx="152400" cy="0"/>
          </a:xfrm>
          <a:prstGeom prst="line">
            <a:avLst/>
          </a:prstGeom>
          <a:ln w="20955">
            <a:solidFill>
              <a:srgbClr val="168D9D"/>
            </a:solidFill>
          </a:ln>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9499600" y="2527300"/>
            <a:ext cx="63500" cy="50800"/>
          </a:xfrm>
          <a:custGeom>
            <a:avLst/>
            <a:gdLst/>
            <a:ahLst/>
            <a:cxnLst/>
            <a:rect l="l" t="t" r="r" b="b"/>
            <a:pathLst>
              <a:path w="5" h="4">
                <a:moveTo>
                  <a:pt x="5" y="2"/>
                </a:moveTo>
                <a:lnTo>
                  <a:pt x="0" y="0"/>
                </a:lnTo>
                <a:lnTo>
                  <a:pt x="0" y="4"/>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582150" y="2009775"/>
            <a:ext cx="2095500" cy="1095375"/>
          </a:xfrm>
          <a:prstGeom prst="roundRect">
            <a:avLst>
              <a:gd name="adj" fmla="val 8695"/>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7448" y="2133600"/>
            <a:ext cx="1941102" cy="260032"/>
          </a:xfrm>
          <a:prstGeom prst="rect">
            <a:avLst/>
          </a:prstGeom>
          <a:noFill/>
        </p:spPr>
        <p:txBody>
          <a:bodyPr wrap="none" lIns="0" rIns="0" tIns="0" bIns="0">
            <a:spAutoFit/>
          </a:bodyPr>
          <a:lstStyle/>
          <a:p>
            <a:pPr>
              <a:lnSpc>
                <a:spcPts val="1974"/>
              </a:lnSpc>
              <a:spcBef>
                <a:spcPts val="0"/>
              </a:spcBef>
              <a:spcAft>
                <a:spcPts val="0"/>
              </a:spcAft>
            </a:pPr>
            <a:r>
              <a:rPr sz="1462" b="1">
                <a:solidFill>
                  <a:srgbClr val="168D9D"/>
                </a:solidFill>
                <a:latin typeface="Arial"/>
                <a:ea typeface="Microsoft YaHei"/>
              </a:rPr>
              <a:t>Normalized</a:t>
            </a:r>
            <a:r>
              <a:rPr sz="1462" b="1">
                <a:solidFill>
                  <a:srgbClr val="168D9D"/>
                </a:solidFill>
                <a:latin typeface="Microsoft YaHei"/>
                <a:ea typeface="Microsoft YaHei"/>
              </a:rPr>
              <a:t> </a:t>
            </a:r>
            <a:r>
              <a:rPr sz="1462" b="1">
                <a:solidFill>
                  <a:srgbClr val="168D9D"/>
                </a:solidFill>
                <a:latin typeface="Arial"/>
                <a:ea typeface="Microsoft YaHei"/>
              </a:rPr>
              <a:t>signal</a:t>
            </a:r>
          </a:p>
        </p:txBody>
      </p:sp>
      <p:sp>
        <p:nvSpPr>
          <p:cNvPr id="28" name="TextBox 27"/>
          <p:cNvSpPr txBox="1"/>
          <p:nvPr/>
        </p:nvSpPr>
        <p:spPr>
          <a:xfrm>
            <a:off x="9826637" y="2432208"/>
            <a:ext cx="1682725"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Current</a:t>
            </a:r>
            <a:r>
              <a:rPr sz="1200" b="0">
                <a:solidFill>
                  <a:srgbClr val="62758C"/>
                </a:solidFill>
                <a:latin typeface="Microsoft YaHei"/>
                <a:ea typeface="Microsoft YaHei"/>
              </a:rPr>
              <a:t> </a:t>
            </a:r>
            <a:r>
              <a:rPr sz="1200" b="0">
                <a:solidFill>
                  <a:srgbClr val="62758C"/>
                </a:solidFill>
                <a:latin typeface="Arial"/>
                <a:ea typeface="Microsoft YaHei"/>
              </a:rPr>
              <a:t>or</a:t>
            </a:r>
            <a:r>
              <a:rPr sz="1200" b="0">
                <a:solidFill>
                  <a:srgbClr val="62758C"/>
                </a:solidFill>
                <a:latin typeface="Microsoft YaHei"/>
                <a:ea typeface="Microsoft YaHei"/>
              </a:rPr>
              <a:t> </a:t>
            </a:r>
            <a:r>
              <a:rPr sz="1200" b="0">
                <a:solidFill>
                  <a:srgbClr val="62758C"/>
                </a:solidFill>
                <a:latin typeface="Arial"/>
                <a:ea typeface="Microsoft YaHei"/>
              </a:rPr>
              <a:t>voltage</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P</a:t>
            </a:r>
          </a:p>
        </p:txBody>
      </p:sp>
      <p:sp>
        <p:nvSpPr>
          <p:cNvPr id="29" name="Rounded Rectangle 28"/>
          <p:cNvSpPr/>
          <p:nvPr/>
        </p:nvSpPr>
        <p:spPr>
          <a:xfrm>
            <a:off x="514350" y="3638550"/>
            <a:ext cx="3476625" cy="1990725"/>
          </a:xfrm>
          <a:prstGeom prst="roundRect">
            <a:avLst>
              <a:gd name="adj" fmla="val 5741"/>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14350" y="3800475"/>
            <a:ext cx="38100" cy="314325"/>
          </a:xfrm>
          <a:prstGeom prst="rect">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850" y="3790950"/>
            <a:ext cx="2184610" cy="320039"/>
          </a:xfrm>
          <a:prstGeom prst="rect">
            <a:avLst/>
          </a:prstGeom>
          <a:noFill/>
        </p:spPr>
        <p:txBody>
          <a:bodyPr wrap="none" lIns="0" rIns="0" tIns="0" bIns="0">
            <a:spAutoFit/>
          </a:bodyPr>
          <a:lstStyle/>
          <a:p>
            <a:pPr>
              <a:lnSpc>
                <a:spcPts val="2430"/>
              </a:lnSpc>
              <a:spcBef>
                <a:spcPts val="0"/>
              </a:spcBef>
              <a:spcAft>
                <a:spcPts val="0"/>
              </a:spcAft>
            </a:pPr>
            <a:r>
              <a:rPr sz="1800" b="1">
                <a:solidFill>
                  <a:srgbClr val="278565"/>
                </a:solidFill>
                <a:latin typeface="Arial"/>
                <a:ea typeface="Microsoft YaHei"/>
              </a:rPr>
              <a:t>Power</a:t>
            </a:r>
            <a:r>
              <a:rPr sz="1800" b="1">
                <a:solidFill>
                  <a:srgbClr val="278565"/>
                </a:solidFill>
                <a:latin typeface="Microsoft YaHei"/>
                <a:ea typeface="Microsoft YaHei"/>
              </a:rPr>
              <a:t> </a:t>
            </a:r>
            <a:r>
              <a:rPr sz="1800" b="1">
                <a:solidFill>
                  <a:srgbClr val="278565"/>
                </a:solidFill>
                <a:latin typeface="Arial"/>
                <a:ea typeface="Microsoft YaHei"/>
              </a:rPr>
              <a:t>definition</a:t>
            </a:r>
          </a:p>
        </p:txBody>
      </p:sp>
      <p:sp>
        <p:nvSpPr>
          <p:cNvPr id="32" name="TextBox 31"/>
          <p:cNvSpPr txBox="1"/>
          <p:nvPr/>
        </p:nvSpPr>
        <p:spPr>
          <a:xfrm>
            <a:off x="704850" y="4229100"/>
            <a:ext cx="2008454"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Monitor</a:t>
            </a:r>
            <a:r>
              <a:rPr sz="1500" b="0">
                <a:solidFill>
                  <a:srgbClr val="23364D"/>
                </a:solidFill>
                <a:latin typeface="Microsoft YaHei"/>
                <a:ea typeface="Microsoft YaHei"/>
              </a:rPr>
              <a:t> </a:t>
            </a:r>
            <a:r>
              <a:rPr sz="1500" b="0">
                <a:solidFill>
                  <a:srgbClr val="23364D"/>
                </a:solidFill>
                <a:latin typeface="Arial"/>
                <a:ea typeface="Microsoft YaHei"/>
              </a:rPr>
              <a:t>responsivity</a:t>
            </a:r>
          </a:p>
        </p:txBody>
      </p:sp>
      <p:sp>
        <p:nvSpPr>
          <p:cNvPr id="33" name="TextBox 32"/>
          <p:cNvSpPr txBox="1"/>
          <p:nvPr/>
        </p:nvSpPr>
        <p:spPr>
          <a:xfrm>
            <a:off x="704850" y="4486275"/>
            <a:ext cx="2089658"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Calibration</a:t>
            </a:r>
            <a:r>
              <a:rPr sz="1500" b="0">
                <a:solidFill>
                  <a:srgbClr val="23364D"/>
                </a:solidFill>
                <a:latin typeface="Microsoft YaHei"/>
                <a:ea typeface="Microsoft YaHei"/>
              </a:rPr>
              <a:t> </a:t>
            </a:r>
            <a:r>
              <a:rPr sz="1500" b="0">
                <a:solidFill>
                  <a:srgbClr val="23364D"/>
                </a:solidFill>
                <a:latin typeface="Arial"/>
                <a:ea typeface="Microsoft YaHei"/>
              </a:rPr>
              <a:t>transfer</a:t>
            </a:r>
            <a:r>
              <a:rPr sz="1500" b="0">
                <a:solidFill>
                  <a:srgbClr val="23364D"/>
                </a:solidFill>
                <a:latin typeface="Microsoft YaHei"/>
                <a:ea typeface="Microsoft YaHei"/>
              </a:rPr>
              <a:t> </a:t>
            </a:r>
            <a:r>
              <a:rPr sz="1500" b="0">
                <a:solidFill>
                  <a:srgbClr val="23364D"/>
                </a:solidFill>
                <a:latin typeface="Arial"/>
                <a:ea typeface="Microsoft YaHei"/>
              </a:rPr>
              <a:t>K</a:t>
            </a:r>
          </a:p>
        </p:txBody>
      </p:sp>
      <p:sp>
        <p:nvSpPr>
          <p:cNvPr id="34" name="TextBox 33"/>
          <p:cNvSpPr txBox="1"/>
          <p:nvPr/>
        </p:nvSpPr>
        <p:spPr>
          <a:xfrm>
            <a:off x="704850" y="4743450"/>
            <a:ext cx="2355595"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Sample-plane</a:t>
            </a:r>
            <a:r>
              <a:rPr sz="1500" b="0">
                <a:solidFill>
                  <a:srgbClr val="23364D"/>
                </a:solidFill>
                <a:latin typeface="Microsoft YaHei"/>
                <a:ea typeface="Microsoft YaHei"/>
              </a:rPr>
              <a:t> </a:t>
            </a:r>
            <a:r>
              <a:rPr sz="1500" b="0">
                <a:solidFill>
                  <a:srgbClr val="23364D"/>
                </a:solidFill>
                <a:latin typeface="Arial"/>
                <a:ea typeface="Microsoft YaHei"/>
              </a:rPr>
              <a:t>reference</a:t>
            </a:r>
          </a:p>
        </p:txBody>
      </p:sp>
      <p:sp>
        <p:nvSpPr>
          <p:cNvPr id="35" name="TextBox 34"/>
          <p:cNvSpPr txBox="1"/>
          <p:nvPr/>
        </p:nvSpPr>
        <p:spPr>
          <a:xfrm>
            <a:off x="704850" y="5000625"/>
            <a:ext cx="2145841"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Modulation</a:t>
            </a:r>
            <a:r>
              <a:rPr sz="1500" b="0">
                <a:solidFill>
                  <a:srgbClr val="23364D"/>
                </a:solidFill>
                <a:latin typeface="Microsoft YaHei"/>
                <a:ea typeface="Microsoft YaHei"/>
              </a:rPr>
              <a:t> </a:t>
            </a:r>
            <a:r>
              <a:rPr sz="1500" b="0">
                <a:solidFill>
                  <a:srgbClr val="23364D"/>
                </a:solidFill>
                <a:latin typeface="Arial"/>
                <a:ea typeface="Microsoft YaHei"/>
              </a:rPr>
              <a:t>amplitude</a:t>
            </a:r>
          </a:p>
        </p:txBody>
      </p:sp>
      <p:sp>
        <p:nvSpPr>
          <p:cNvPr id="36" name="TextBox 35"/>
          <p:cNvSpPr txBox="1"/>
          <p:nvPr/>
        </p:nvSpPr>
        <p:spPr>
          <a:xfrm>
            <a:off x="704850" y="5257800"/>
            <a:ext cx="1133809"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convention</a:t>
            </a:r>
          </a:p>
        </p:txBody>
      </p:sp>
      <p:sp>
        <p:nvSpPr>
          <p:cNvPr id="37" name="Rounded Rectangle 36"/>
          <p:cNvSpPr/>
          <p:nvPr/>
        </p:nvSpPr>
        <p:spPr>
          <a:xfrm>
            <a:off x="4352925" y="3638550"/>
            <a:ext cx="3476625" cy="1990725"/>
          </a:xfrm>
          <a:prstGeom prst="roundRect">
            <a:avLst>
              <a:gd name="adj" fmla="val 5741"/>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352925" y="3800475"/>
            <a:ext cx="38100" cy="314325"/>
          </a:xfrm>
          <a:prstGeom prst="rect">
            <a:avLst/>
          </a:pr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43425" y="3790950"/>
            <a:ext cx="2924100" cy="320039"/>
          </a:xfrm>
          <a:prstGeom prst="rect">
            <a:avLst/>
          </a:prstGeom>
          <a:noFill/>
        </p:spPr>
        <p:txBody>
          <a:bodyPr wrap="none" lIns="0" rIns="0" tIns="0" bIns="0">
            <a:spAutoFit/>
          </a:bodyPr>
          <a:lstStyle/>
          <a:p>
            <a:pPr>
              <a:lnSpc>
                <a:spcPts val="2430"/>
              </a:lnSpc>
              <a:spcBef>
                <a:spcPts val="0"/>
              </a:spcBef>
              <a:spcAft>
                <a:spcPts val="0"/>
              </a:spcAft>
            </a:pPr>
            <a:r>
              <a:rPr sz="1800" b="1">
                <a:solidFill>
                  <a:srgbClr val="168D9D"/>
                </a:solidFill>
                <a:latin typeface="Arial"/>
                <a:ea typeface="Microsoft YaHei"/>
              </a:rPr>
              <a:t>Polarization</a:t>
            </a:r>
            <a:r>
              <a:rPr sz="1800" b="1">
                <a:solidFill>
                  <a:srgbClr val="168D9D"/>
                </a:solidFill>
                <a:latin typeface="Microsoft YaHei"/>
                <a:ea typeface="Microsoft YaHei"/>
              </a:rPr>
              <a:t> </a:t>
            </a:r>
            <a:r>
              <a:rPr sz="1800" b="1">
                <a:solidFill>
                  <a:srgbClr val="168D9D"/>
                </a:solidFill>
                <a:latin typeface="Arial"/>
                <a:ea typeface="Microsoft YaHei"/>
              </a:rPr>
              <a:t>definition</a:t>
            </a:r>
          </a:p>
        </p:txBody>
      </p:sp>
      <p:sp>
        <p:nvSpPr>
          <p:cNvPr id="40" name="TextBox 39"/>
          <p:cNvSpPr txBox="1"/>
          <p:nvPr/>
        </p:nvSpPr>
        <p:spPr>
          <a:xfrm>
            <a:off x="4543425" y="4229100"/>
            <a:ext cx="2037773" cy="280034"/>
          </a:xfrm>
          <a:prstGeom prst="rect">
            <a:avLst/>
          </a:prstGeom>
          <a:noFill/>
        </p:spPr>
        <p:txBody>
          <a:bodyPr wrap="none" lIns="0" rIns="0" tIns="0" bIns="0">
            <a:spAutoFit/>
          </a:bodyPr>
          <a:lstStyle/>
          <a:p>
            <a:pPr>
              <a:lnSpc>
                <a:spcPts val="2126"/>
              </a:lnSpc>
              <a:spcBef>
                <a:spcPts val="0"/>
              </a:spcBef>
              <a:spcAft>
                <a:spcPts val="0"/>
              </a:spcAft>
            </a:pPr>
            <a:r>
              <a:rPr sz="1575" b="0">
                <a:solidFill>
                  <a:srgbClr val="23364D"/>
                </a:solidFill>
                <a:latin typeface="Arial"/>
                <a:ea typeface="Microsoft YaHei"/>
              </a:rPr>
              <a:t>Polarizer</a:t>
            </a:r>
            <a:r>
              <a:rPr sz="1575" b="0">
                <a:solidFill>
                  <a:srgbClr val="23364D"/>
                </a:solidFill>
                <a:latin typeface="Microsoft YaHei"/>
                <a:ea typeface="Microsoft YaHei"/>
              </a:rPr>
              <a:t> </a:t>
            </a:r>
            <a:r>
              <a:rPr sz="1575" b="0">
                <a:solidFill>
                  <a:srgbClr val="23364D"/>
                </a:solidFill>
                <a:latin typeface="Arial"/>
                <a:ea typeface="Microsoft YaHei"/>
              </a:rPr>
              <a:t>angle</a:t>
            </a:r>
            <a:r>
              <a:rPr sz="1575" b="0">
                <a:solidFill>
                  <a:srgbClr val="23364D"/>
                </a:solidFill>
                <a:latin typeface="Microsoft YaHei"/>
                <a:ea typeface="Microsoft YaHei"/>
              </a:rPr>
              <a:t> </a:t>
            </a:r>
            <a:r>
              <a:rPr sz="1575" b="0">
                <a:solidFill>
                  <a:srgbClr val="23364D"/>
                </a:solidFill>
                <a:latin typeface="Arial"/>
                <a:ea typeface="Microsoft YaHei"/>
              </a:rPr>
              <a:t>zero</a:t>
            </a:r>
          </a:p>
        </p:txBody>
      </p:sp>
      <p:sp>
        <p:nvSpPr>
          <p:cNvPr id="41" name="TextBox 40"/>
          <p:cNvSpPr txBox="1"/>
          <p:nvPr/>
        </p:nvSpPr>
        <p:spPr>
          <a:xfrm>
            <a:off x="4543425" y="4499133"/>
            <a:ext cx="2738251" cy="280034"/>
          </a:xfrm>
          <a:prstGeom prst="rect">
            <a:avLst/>
          </a:prstGeom>
          <a:noFill/>
        </p:spPr>
        <p:txBody>
          <a:bodyPr wrap="none" lIns="0" rIns="0" tIns="0" bIns="0">
            <a:spAutoFit/>
          </a:bodyPr>
          <a:lstStyle/>
          <a:p>
            <a:pPr>
              <a:lnSpc>
                <a:spcPts val="2126"/>
              </a:lnSpc>
              <a:spcBef>
                <a:spcPts val="0"/>
              </a:spcBef>
              <a:spcAft>
                <a:spcPts val="0"/>
              </a:spcAft>
            </a:pPr>
            <a:r>
              <a:rPr sz="1575" b="0">
                <a:solidFill>
                  <a:srgbClr val="23364D"/>
                </a:solidFill>
                <a:latin typeface="Arial"/>
                <a:ea typeface="Microsoft YaHei"/>
              </a:rPr>
              <a:t>QWP</a:t>
            </a:r>
            <a:r>
              <a:rPr sz="1575" b="0">
                <a:solidFill>
                  <a:srgbClr val="23364D"/>
                </a:solidFill>
                <a:latin typeface="Microsoft YaHei"/>
                <a:ea typeface="Microsoft YaHei"/>
              </a:rPr>
              <a:t> </a:t>
            </a:r>
            <a:r>
              <a:rPr sz="1575" b="0">
                <a:solidFill>
                  <a:srgbClr val="23364D"/>
                </a:solidFill>
                <a:latin typeface="Arial"/>
                <a:ea typeface="Microsoft YaHei"/>
              </a:rPr>
              <a:t>angle</a:t>
            </a:r>
            <a:r>
              <a:rPr sz="1575" b="0">
                <a:solidFill>
                  <a:srgbClr val="23364D"/>
                </a:solidFill>
                <a:latin typeface="Microsoft YaHei"/>
                <a:ea typeface="Microsoft YaHei"/>
              </a:rPr>
              <a:t> </a:t>
            </a:r>
            <a:r>
              <a:rPr sz="1575" b="0">
                <a:solidFill>
                  <a:srgbClr val="23364D"/>
                </a:solidFill>
                <a:latin typeface="Arial"/>
                <a:ea typeface="Microsoft YaHei"/>
              </a:rPr>
              <a:t>and</a:t>
            </a:r>
            <a:r>
              <a:rPr sz="1575" b="0">
                <a:solidFill>
                  <a:srgbClr val="23364D"/>
                </a:solidFill>
                <a:latin typeface="Microsoft YaHei"/>
                <a:ea typeface="Microsoft YaHei"/>
              </a:rPr>
              <a:t> </a:t>
            </a:r>
            <a:r>
              <a:rPr sz="1575" b="0">
                <a:solidFill>
                  <a:srgbClr val="23364D"/>
                </a:solidFill>
                <a:latin typeface="Arial"/>
                <a:ea typeface="Microsoft YaHei"/>
              </a:rPr>
              <a:t>retardance</a:t>
            </a:r>
          </a:p>
        </p:txBody>
      </p:sp>
      <p:sp>
        <p:nvSpPr>
          <p:cNvPr id="42" name="TextBox 41"/>
          <p:cNvSpPr txBox="1"/>
          <p:nvPr/>
        </p:nvSpPr>
        <p:spPr>
          <a:xfrm>
            <a:off x="4543425" y="4769167"/>
            <a:ext cx="2381566" cy="280034"/>
          </a:xfrm>
          <a:prstGeom prst="rect">
            <a:avLst/>
          </a:prstGeom>
          <a:noFill/>
        </p:spPr>
        <p:txBody>
          <a:bodyPr wrap="none" lIns="0" rIns="0" tIns="0" bIns="0">
            <a:spAutoFit/>
          </a:bodyPr>
          <a:lstStyle/>
          <a:p>
            <a:pPr>
              <a:lnSpc>
                <a:spcPts val="2126"/>
              </a:lnSpc>
              <a:spcBef>
                <a:spcPts val="0"/>
              </a:spcBef>
              <a:spcAft>
                <a:spcPts val="0"/>
              </a:spcAft>
            </a:pPr>
            <a:r>
              <a:rPr sz="1575" b="0">
                <a:solidFill>
                  <a:srgbClr val="23364D"/>
                </a:solidFill>
                <a:latin typeface="Arial"/>
                <a:ea typeface="Microsoft YaHei"/>
              </a:rPr>
              <a:t>Input</a:t>
            </a:r>
            <a:r>
              <a:rPr sz="1575" b="0">
                <a:solidFill>
                  <a:srgbClr val="23364D"/>
                </a:solidFill>
                <a:latin typeface="Microsoft YaHei"/>
                <a:ea typeface="Microsoft YaHei"/>
              </a:rPr>
              <a:t> </a:t>
            </a:r>
            <a:r>
              <a:rPr sz="1575" b="0">
                <a:solidFill>
                  <a:srgbClr val="23364D"/>
                </a:solidFill>
                <a:latin typeface="Arial"/>
                <a:ea typeface="Microsoft YaHei"/>
              </a:rPr>
              <a:t>polarization</a:t>
            </a:r>
            <a:r>
              <a:rPr sz="1575" b="0">
                <a:solidFill>
                  <a:srgbClr val="23364D"/>
                </a:solidFill>
                <a:latin typeface="Microsoft YaHei"/>
                <a:ea typeface="Microsoft YaHei"/>
              </a:rPr>
              <a:t> </a:t>
            </a:r>
            <a:r>
              <a:rPr sz="1575" b="0">
                <a:solidFill>
                  <a:srgbClr val="23364D"/>
                </a:solidFill>
                <a:latin typeface="Arial"/>
                <a:ea typeface="Microsoft YaHei"/>
              </a:rPr>
              <a:t>state</a:t>
            </a:r>
          </a:p>
        </p:txBody>
      </p:sp>
      <p:sp>
        <p:nvSpPr>
          <p:cNvPr id="43" name="TextBox 42"/>
          <p:cNvSpPr txBox="1"/>
          <p:nvPr/>
        </p:nvSpPr>
        <p:spPr>
          <a:xfrm>
            <a:off x="4543425" y="5039201"/>
            <a:ext cx="2481383" cy="280034"/>
          </a:xfrm>
          <a:prstGeom prst="rect">
            <a:avLst/>
          </a:prstGeom>
          <a:noFill/>
        </p:spPr>
        <p:txBody>
          <a:bodyPr wrap="none" lIns="0" rIns="0" tIns="0" bIns="0">
            <a:spAutoFit/>
          </a:bodyPr>
          <a:lstStyle/>
          <a:p>
            <a:pPr>
              <a:lnSpc>
                <a:spcPts val="2126"/>
              </a:lnSpc>
              <a:spcBef>
                <a:spcPts val="0"/>
              </a:spcBef>
              <a:spcAft>
                <a:spcPts val="0"/>
              </a:spcAft>
            </a:pPr>
            <a:r>
              <a:rPr sz="1575" b="0">
                <a:solidFill>
                  <a:srgbClr val="23364D"/>
                </a:solidFill>
                <a:latin typeface="Arial"/>
                <a:ea typeface="Microsoft YaHei"/>
              </a:rPr>
              <a:t>Motor</a:t>
            </a:r>
            <a:r>
              <a:rPr sz="1575" b="0">
                <a:solidFill>
                  <a:srgbClr val="23364D"/>
                </a:solidFill>
                <a:latin typeface="Microsoft YaHei"/>
                <a:ea typeface="Microsoft YaHei"/>
              </a:rPr>
              <a:t> </a:t>
            </a:r>
            <a:r>
              <a:rPr sz="1575" b="0">
                <a:solidFill>
                  <a:srgbClr val="23364D"/>
                </a:solidFill>
                <a:latin typeface="Arial"/>
                <a:ea typeface="Microsoft YaHei"/>
              </a:rPr>
              <a:t>position</a:t>
            </a:r>
            <a:r>
              <a:rPr sz="1575" b="0">
                <a:solidFill>
                  <a:srgbClr val="23364D"/>
                </a:solidFill>
                <a:latin typeface="Microsoft YaHei"/>
                <a:ea typeface="Microsoft YaHei"/>
              </a:rPr>
              <a:t> </a:t>
            </a:r>
            <a:r>
              <a:rPr sz="1575" b="0">
                <a:solidFill>
                  <a:srgbClr val="23364D"/>
                </a:solidFill>
                <a:latin typeface="Arial"/>
                <a:ea typeface="Microsoft YaHei"/>
              </a:rPr>
              <a:t>readback</a:t>
            </a:r>
          </a:p>
        </p:txBody>
      </p:sp>
      <p:sp>
        <p:nvSpPr>
          <p:cNvPr id="44" name="Rounded Rectangle 43"/>
          <p:cNvSpPr/>
          <p:nvPr/>
        </p:nvSpPr>
        <p:spPr>
          <a:xfrm>
            <a:off x="8191500" y="3638550"/>
            <a:ext cx="3486150" cy="1990725"/>
          </a:xfrm>
          <a:prstGeom prst="roundRect">
            <a:avLst>
              <a:gd name="adj" fmla="val 5741"/>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191500" y="3800475"/>
            <a:ext cx="38100" cy="314325"/>
          </a:xfrm>
          <a:prstGeom prst="rect">
            <a:avLst/>
          </a:pr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82000" y="3790950"/>
            <a:ext cx="2574614" cy="320039"/>
          </a:xfrm>
          <a:prstGeom prst="rect">
            <a:avLst/>
          </a:prstGeom>
          <a:noFill/>
        </p:spPr>
        <p:txBody>
          <a:bodyPr wrap="none" lIns="0" rIns="0" tIns="0" bIns="0">
            <a:spAutoFit/>
          </a:bodyPr>
          <a:lstStyle/>
          <a:p>
            <a:pPr>
              <a:lnSpc>
                <a:spcPts val="2430"/>
              </a:lnSpc>
              <a:spcBef>
                <a:spcPts val="0"/>
              </a:spcBef>
              <a:spcAft>
                <a:spcPts val="0"/>
              </a:spcAft>
            </a:pPr>
            <a:r>
              <a:rPr sz="1800" b="1">
                <a:solidFill>
                  <a:srgbClr val="3B6CB0"/>
                </a:solidFill>
                <a:latin typeface="Arial"/>
                <a:ea typeface="Microsoft YaHei"/>
              </a:rPr>
              <a:t>Electrical</a:t>
            </a:r>
            <a:r>
              <a:rPr sz="1800" b="1">
                <a:solidFill>
                  <a:srgbClr val="3B6CB0"/>
                </a:solidFill>
                <a:latin typeface="Microsoft YaHei"/>
                <a:ea typeface="Microsoft YaHei"/>
              </a:rPr>
              <a:t> </a:t>
            </a:r>
            <a:r>
              <a:rPr sz="1800" b="1">
                <a:solidFill>
                  <a:srgbClr val="3B6CB0"/>
                </a:solidFill>
                <a:latin typeface="Arial"/>
                <a:ea typeface="Microsoft YaHei"/>
              </a:rPr>
              <a:t>definition</a:t>
            </a:r>
          </a:p>
        </p:txBody>
      </p:sp>
      <p:sp>
        <p:nvSpPr>
          <p:cNvPr id="47" name="TextBox 46"/>
          <p:cNvSpPr txBox="1"/>
          <p:nvPr/>
        </p:nvSpPr>
        <p:spPr>
          <a:xfrm>
            <a:off x="8382000" y="4229100"/>
            <a:ext cx="2715592" cy="280034"/>
          </a:xfrm>
          <a:prstGeom prst="rect">
            <a:avLst/>
          </a:prstGeom>
          <a:noFill/>
        </p:spPr>
        <p:txBody>
          <a:bodyPr wrap="none" lIns="0" rIns="0" tIns="0" bIns="0">
            <a:spAutoFit/>
          </a:bodyPr>
          <a:lstStyle/>
          <a:p>
            <a:pPr>
              <a:lnSpc>
                <a:spcPts val="2126"/>
              </a:lnSpc>
              <a:spcBef>
                <a:spcPts val="0"/>
              </a:spcBef>
              <a:spcAft>
                <a:spcPts val="0"/>
              </a:spcAft>
            </a:pPr>
            <a:r>
              <a:rPr sz="1575" b="0">
                <a:solidFill>
                  <a:srgbClr val="23364D"/>
                </a:solidFill>
                <a:latin typeface="Arial"/>
                <a:ea typeface="Microsoft YaHei"/>
              </a:rPr>
              <a:t>Voltage</a:t>
            </a:r>
            <a:r>
              <a:rPr sz="1575" b="0">
                <a:solidFill>
                  <a:srgbClr val="23364D"/>
                </a:solidFill>
                <a:latin typeface="Microsoft YaHei"/>
                <a:ea typeface="Microsoft YaHei"/>
              </a:rPr>
              <a:t> </a:t>
            </a:r>
            <a:r>
              <a:rPr sz="1575" b="0">
                <a:solidFill>
                  <a:srgbClr val="23364D"/>
                </a:solidFill>
                <a:latin typeface="Arial"/>
                <a:ea typeface="Microsoft YaHei"/>
              </a:rPr>
              <a:t>or</a:t>
            </a:r>
            <a:r>
              <a:rPr sz="1575" b="0">
                <a:solidFill>
                  <a:srgbClr val="23364D"/>
                </a:solidFill>
                <a:latin typeface="Microsoft YaHei"/>
                <a:ea typeface="Microsoft YaHei"/>
              </a:rPr>
              <a:t> </a:t>
            </a:r>
            <a:r>
              <a:rPr sz="1575" b="0">
                <a:solidFill>
                  <a:srgbClr val="23364D"/>
                </a:solidFill>
                <a:latin typeface="Arial"/>
                <a:ea typeface="Microsoft YaHei"/>
              </a:rPr>
              <a:t>current</a:t>
            </a:r>
            <a:r>
              <a:rPr sz="1575" b="0">
                <a:solidFill>
                  <a:srgbClr val="23364D"/>
                </a:solidFill>
                <a:latin typeface="Microsoft YaHei"/>
                <a:ea typeface="Microsoft YaHei"/>
              </a:rPr>
              <a:t> </a:t>
            </a:r>
            <a:r>
              <a:rPr sz="1575" b="0">
                <a:solidFill>
                  <a:srgbClr val="23364D"/>
                </a:solidFill>
                <a:latin typeface="Arial"/>
                <a:ea typeface="Microsoft YaHei"/>
              </a:rPr>
              <a:t>readout</a:t>
            </a:r>
          </a:p>
        </p:txBody>
      </p:sp>
      <p:sp>
        <p:nvSpPr>
          <p:cNvPr id="48" name="TextBox 47"/>
          <p:cNvSpPr txBox="1"/>
          <p:nvPr/>
        </p:nvSpPr>
        <p:spPr>
          <a:xfrm>
            <a:off x="8382000" y="4499133"/>
            <a:ext cx="3003518" cy="280034"/>
          </a:xfrm>
          <a:prstGeom prst="rect">
            <a:avLst/>
          </a:prstGeom>
          <a:noFill/>
        </p:spPr>
        <p:txBody>
          <a:bodyPr wrap="none" lIns="0" rIns="0" tIns="0" bIns="0">
            <a:spAutoFit/>
          </a:bodyPr>
          <a:lstStyle/>
          <a:p>
            <a:pPr>
              <a:lnSpc>
                <a:spcPts val="2126"/>
              </a:lnSpc>
              <a:spcBef>
                <a:spcPts val="0"/>
              </a:spcBef>
              <a:spcAft>
                <a:spcPts val="0"/>
              </a:spcAft>
            </a:pPr>
            <a:r>
              <a:rPr sz="1575" b="0">
                <a:solidFill>
                  <a:srgbClr val="23364D"/>
                </a:solidFill>
                <a:latin typeface="Arial"/>
                <a:ea typeface="Microsoft YaHei"/>
              </a:rPr>
              <a:t>Transimpedance</a:t>
            </a:r>
            <a:r>
              <a:rPr sz="1575" b="0">
                <a:solidFill>
                  <a:srgbClr val="23364D"/>
                </a:solidFill>
                <a:latin typeface="Microsoft YaHei"/>
                <a:ea typeface="Microsoft YaHei"/>
              </a:rPr>
              <a:t> </a:t>
            </a:r>
            <a:r>
              <a:rPr sz="1575" b="0">
                <a:solidFill>
                  <a:srgbClr val="23364D"/>
                </a:solidFill>
                <a:latin typeface="Arial"/>
                <a:ea typeface="Microsoft YaHei"/>
              </a:rPr>
              <a:t>gain,</a:t>
            </a:r>
            <a:r>
              <a:rPr sz="1575" b="0">
                <a:solidFill>
                  <a:srgbClr val="23364D"/>
                </a:solidFill>
                <a:latin typeface="Microsoft YaHei"/>
                <a:ea typeface="Microsoft YaHei"/>
              </a:rPr>
              <a:t> </a:t>
            </a:r>
            <a:r>
              <a:rPr sz="1575" b="0">
                <a:solidFill>
                  <a:srgbClr val="23364D"/>
                </a:solidFill>
                <a:latin typeface="Arial"/>
                <a:ea typeface="Microsoft YaHei"/>
              </a:rPr>
              <a:t>if</a:t>
            </a:r>
            <a:r>
              <a:rPr sz="1575" b="0">
                <a:solidFill>
                  <a:srgbClr val="23364D"/>
                </a:solidFill>
                <a:latin typeface="Microsoft YaHei"/>
                <a:ea typeface="Microsoft YaHei"/>
              </a:rPr>
              <a:t> </a:t>
            </a:r>
            <a:r>
              <a:rPr sz="1575" b="0">
                <a:solidFill>
                  <a:srgbClr val="23364D"/>
                </a:solidFill>
                <a:latin typeface="Arial"/>
                <a:ea typeface="Microsoft YaHei"/>
              </a:rPr>
              <a:t>used</a:t>
            </a:r>
          </a:p>
        </p:txBody>
      </p:sp>
      <p:sp>
        <p:nvSpPr>
          <p:cNvPr id="49" name="TextBox 48"/>
          <p:cNvSpPr txBox="1"/>
          <p:nvPr/>
        </p:nvSpPr>
        <p:spPr>
          <a:xfrm>
            <a:off x="8382000" y="4769167"/>
            <a:ext cx="2715201" cy="280034"/>
          </a:xfrm>
          <a:prstGeom prst="rect">
            <a:avLst/>
          </a:prstGeom>
          <a:noFill/>
        </p:spPr>
        <p:txBody>
          <a:bodyPr wrap="none" lIns="0" rIns="0" tIns="0" bIns="0">
            <a:spAutoFit/>
          </a:bodyPr>
          <a:lstStyle/>
          <a:p>
            <a:pPr>
              <a:lnSpc>
                <a:spcPts val="2126"/>
              </a:lnSpc>
              <a:spcBef>
                <a:spcPts val="0"/>
              </a:spcBef>
              <a:spcAft>
                <a:spcPts val="0"/>
              </a:spcAft>
            </a:pPr>
            <a:r>
              <a:rPr sz="1575" b="0">
                <a:solidFill>
                  <a:srgbClr val="23364D"/>
                </a:solidFill>
                <a:latin typeface="Arial"/>
                <a:ea typeface="Microsoft YaHei"/>
              </a:rPr>
              <a:t>X</a:t>
            </a:r>
            <a:r>
              <a:rPr sz="1575" b="0">
                <a:solidFill>
                  <a:srgbClr val="23364D"/>
                </a:solidFill>
                <a:latin typeface="Microsoft YaHei"/>
                <a:ea typeface="Microsoft YaHei"/>
              </a:rPr>
              <a:t> </a:t>
            </a:r>
            <a:r>
              <a:rPr sz="1575" b="0">
                <a:solidFill>
                  <a:srgbClr val="23364D"/>
                </a:solidFill>
                <a:latin typeface="Arial"/>
                <a:ea typeface="Microsoft YaHei"/>
              </a:rPr>
              <a:t>/</a:t>
            </a:r>
            <a:r>
              <a:rPr sz="1575" b="0">
                <a:solidFill>
                  <a:srgbClr val="23364D"/>
                </a:solidFill>
                <a:latin typeface="Microsoft YaHei"/>
                <a:ea typeface="Microsoft YaHei"/>
              </a:rPr>
              <a:t> </a:t>
            </a:r>
            <a:r>
              <a:rPr sz="1575" b="0">
                <a:solidFill>
                  <a:srgbClr val="23364D"/>
                </a:solidFill>
                <a:latin typeface="Arial"/>
                <a:ea typeface="Microsoft YaHei"/>
              </a:rPr>
              <a:t>Y</a:t>
            </a:r>
            <a:r>
              <a:rPr sz="1575" b="0">
                <a:solidFill>
                  <a:srgbClr val="23364D"/>
                </a:solidFill>
                <a:latin typeface="Microsoft YaHei"/>
                <a:ea typeface="Microsoft YaHei"/>
              </a:rPr>
              <a:t> </a:t>
            </a:r>
            <a:r>
              <a:rPr sz="1575" b="0">
                <a:solidFill>
                  <a:srgbClr val="23364D"/>
                </a:solidFill>
                <a:latin typeface="Arial"/>
                <a:ea typeface="Microsoft YaHei"/>
              </a:rPr>
              <a:t>phase</a:t>
            </a:r>
            <a:r>
              <a:rPr sz="1575" b="0">
                <a:solidFill>
                  <a:srgbClr val="23364D"/>
                </a:solidFill>
                <a:latin typeface="Microsoft YaHei"/>
                <a:ea typeface="Microsoft YaHei"/>
              </a:rPr>
              <a:t> </a:t>
            </a:r>
            <a:r>
              <a:rPr sz="1575" b="0">
                <a:solidFill>
                  <a:srgbClr val="23364D"/>
                </a:solidFill>
                <a:latin typeface="Arial"/>
                <a:ea typeface="Microsoft YaHei"/>
              </a:rPr>
              <a:t>and</a:t>
            </a:r>
            <a:r>
              <a:rPr sz="1575" b="0">
                <a:solidFill>
                  <a:srgbClr val="23364D"/>
                </a:solidFill>
                <a:latin typeface="Microsoft YaHei"/>
                <a:ea typeface="Microsoft YaHei"/>
              </a:rPr>
              <a:t> </a:t>
            </a:r>
            <a:r>
              <a:rPr sz="1575" b="0">
                <a:solidFill>
                  <a:srgbClr val="23364D"/>
                </a:solidFill>
                <a:latin typeface="Arial"/>
                <a:ea typeface="Microsoft YaHei"/>
              </a:rPr>
              <a:t>lock</a:t>
            </a:r>
            <a:r>
              <a:rPr sz="1575" b="0">
                <a:solidFill>
                  <a:srgbClr val="23364D"/>
                </a:solidFill>
                <a:latin typeface="Microsoft YaHei"/>
                <a:ea typeface="Microsoft YaHei"/>
              </a:rPr>
              <a:t> </a:t>
            </a:r>
            <a:r>
              <a:rPr sz="1575" b="0">
                <a:solidFill>
                  <a:srgbClr val="23364D"/>
                </a:solidFill>
                <a:latin typeface="Arial"/>
                <a:ea typeface="Microsoft YaHei"/>
              </a:rPr>
              <a:t>status</a:t>
            </a:r>
          </a:p>
        </p:txBody>
      </p:sp>
      <p:sp>
        <p:nvSpPr>
          <p:cNvPr id="50" name="TextBox 49"/>
          <p:cNvSpPr txBox="1"/>
          <p:nvPr/>
        </p:nvSpPr>
        <p:spPr>
          <a:xfrm>
            <a:off x="8382000" y="5039201"/>
            <a:ext cx="2978418" cy="280034"/>
          </a:xfrm>
          <a:prstGeom prst="rect">
            <a:avLst/>
          </a:prstGeom>
          <a:noFill/>
        </p:spPr>
        <p:txBody>
          <a:bodyPr wrap="none" lIns="0" rIns="0" tIns="0" bIns="0">
            <a:spAutoFit/>
          </a:bodyPr>
          <a:lstStyle/>
          <a:p>
            <a:pPr>
              <a:lnSpc>
                <a:spcPts val="2126"/>
              </a:lnSpc>
              <a:spcBef>
                <a:spcPts val="0"/>
              </a:spcBef>
              <a:spcAft>
                <a:spcPts val="0"/>
              </a:spcAft>
            </a:pPr>
            <a:r>
              <a:rPr sz="1575" b="0">
                <a:solidFill>
                  <a:srgbClr val="23364D"/>
                </a:solidFill>
                <a:latin typeface="Arial"/>
                <a:ea typeface="Microsoft YaHei"/>
              </a:rPr>
              <a:t>Source-drain</a:t>
            </a:r>
            <a:r>
              <a:rPr sz="1575" b="0">
                <a:solidFill>
                  <a:srgbClr val="23364D"/>
                </a:solidFill>
                <a:latin typeface="Microsoft YaHei"/>
                <a:ea typeface="Microsoft YaHei"/>
              </a:rPr>
              <a:t> </a:t>
            </a:r>
            <a:r>
              <a:rPr sz="1575" b="0">
                <a:solidFill>
                  <a:srgbClr val="23364D"/>
                </a:solidFill>
                <a:latin typeface="Arial"/>
                <a:ea typeface="Microsoft YaHei"/>
              </a:rPr>
              <a:t>bias</a:t>
            </a:r>
            <a:r>
              <a:rPr sz="1575" b="0">
                <a:solidFill>
                  <a:srgbClr val="23364D"/>
                </a:solidFill>
                <a:latin typeface="Microsoft YaHei"/>
                <a:ea typeface="Microsoft YaHei"/>
              </a:rPr>
              <a:t> </a:t>
            </a:r>
            <a:r>
              <a:rPr sz="1575" b="0">
                <a:solidFill>
                  <a:srgbClr val="23364D"/>
                </a:solidFill>
                <a:latin typeface="Arial"/>
                <a:ea typeface="Microsoft YaHei"/>
              </a:rPr>
              <a:t>convention</a:t>
            </a:r>
          </a:p>
        </p:txBody>
      </p:sp>
      <p:sp>
        <p:nvSpPr>
          <p:cNvPr id="51" name="Rounded Rectangle 50"/>
          <p:cNvSpPr/>
          <p:nvPr/>
        </p:nvSpPr>
        <p:spPr>
          <a:xfrm>
            <a:off x="514350" y="5886450"/>
            <a:ext cx="11163300" cy="514350"/>
          </a:xfrm>
          <a:prstGeom prst="roundRect">
            <a:avLst>
              <a:gd name="adj" fmla="val 16666"/>
            </a:avLst>
          </a:prstGeom>
          <a:solidFill>
            <a:srgbClr val="E9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95325" y="6000750"/>
            <a:ext cx="10711618" cy="273367"/>
          </a:xfrm>
          <a:prstGeom prst="rect">
            <a:avLst/>
          </a:prstGeom>
          <a:noFill/>
        </p:spPr>
        <p:txBody>
          <a:bodyPr wrap="none" lIns="0" rIns="0" tIns="0" bIns="0">
            <a:spAutoFit/>
          </a:bodyPr>
          <a:lstStyle/>
          <a:p>
            <a:pPr>
              <a:lnSpc>
                <a:spcPts val="2075"/>
              </a:lnSpc>
              <a:spcBef>
                <a:spcPts val="0"/>
              </a:spcBef>
              <a:spcAft>
                <a:spcPts val="0"/>
              </a:spcAft>
            </a:pPr>
            <a:r>
              <a:rPr sz="1537" b="1">
                <a:solidFill>
                  <a:srgbClr val="168D9D"/>
                </a:solidFill>
                <a:latin typeface="Arial"/>
                <a:ea typeface="Microsoft YaHei"/>
              </a:rPr>
              <a:t>For</a:t>
            </a:r>
            <a:r>
              <a:rPr sz="1537" b="1">
                <a:solidFill>
                  <a:srgbClr val="168D9D"/>
                </a:solidFill>
                <a:latin typeface="Microsoft YaHei"/>
                <a:ea typeface="Microsoft YaHei"/>
              </a:rPr>
              <a:t> </a:t>
            </a:r>
            <a:r>
              <a:rPr sz="1537" b="1">
                <a:solidFill>
                  <a:srgbClr val="168D9D"/>
                </a:solidFill>
                <a:latin typeface="Arial"/>
                <a:ea typeface="Microsoft YaHei"/>
              </a:rPr>
              <a:t>current</a:t>
            </a:r>
            <a:r>
              <a:rPr sz="1537" b="1">
                <a:solidFill>
                  <a:srgbClr val="168D9D"/>
                </a:solidFill>
                <a:latin typeface="Microsoft YaHei"/>
                <a:ea typeface="Microsoft YaHei"/>
              </a:rPr>
              <a:t> </a:t>
            </a:r>
            <a:r>
              <a:rPr sz="1537" b="1">
                <a:solidFill>
                  <a:srgbClr val="168D9D"/>
                </a:solidFill>
                <a:latin typeface="Arial"/>
                <a:ea typeface="Microsoft YaHei"/>
              </a:rPr>
              <a:t>readout:</a:t>
            </a:r>
            <a:r>
              <a:rPr sz="1537" b="1">
                <a:solidFill>
                  <a:srgbClr val="168D9D"/>
                </a:solidFill>
                <a:latin typeface="Microsoft YaHei"/>
                <a:ea typeface="Microsoft YaHei"/>
              </a:rPr>
              <a:t> </a:t>
            </a:r>
            <a:r>
              <a:rPr sz="1537" b="1">
                <a:solidFill>
                  <a:srgbClr val="168D9D"/>
                </a:solidFill>
                <a:latin typeface="Arial"/>
                <a:ea typeface="Microsoft YaHei"/>
              </a:rPr>
              <a:t>Iph</a:t>
            </a:r>
            <a:r>
              <a:rPr sz="1537" b="1">
                <a:solidFill>
                  <a:srgbClr val="168D9D"/>
                </a:solidFill>
                <a:latin typeface="Microsoft YaHei"/>
                <a:ea typeface="Microsoft YaHei"/>
              </a:rPr>
              <a:t> </a:t>
            </a:r>
            <a:r>
              <a:rPr sz="1537" b="1">
                <a:solidFill>
                  <a:srgbClr val="168D9D"/>
                </a:solidFill>
                <a:latin typeface="Arial"/>
                <a:ea typeface="Microsoft YaHei"/>
              </a:rPr>
              <a:t>=</a:t>
            </a:r>
            <a:r>
              <a:rPr sz="1537" b="1">
                <a:solidFill>
                  <a:srgbClr val="168D9D"/>
                </a:solidFill>
                <a:latin typeface="Microsoft YaHei"/>
                <a:ea typeface="Microsoft YaHei"/>
              </a:rPr>
              <a:t> </a:t>
            </a:r>
            <a:r>
              <a:rPr sz="1537" b="1">
                <a:solidFill>
                  <a:srgbClr val="168D9D"/>
                </a:solidFill>
                <a:latin typeface="Arial"/>
                <a:ea typeface="Microsoft YaHei"/>
              </a:rPr>
              <a:t>Vread</a:t>
            </a:r>
            <a:r>
              <a:rPr sz="1537" b="1">
                <a:solidFill>
                  <a:srgbClr val="168D9D"/>
                </a:solidFill>
                <a:latin typeface="Microsoft YaHei"/>
                <a:ea typeface="Microsoft YaHei"/>
              </a:rPr>
              <a:t> </a:t>
            </a:r>
            <a:r>
              <a:rPr sz="1537" b="1">
                <a:solidFill>
                  <a:srgbClr val="168D9D"/>
                </a:solidFill>
                <a:latin typeface="Arial"/>
                <a:ea typeface="Microsoft YaHei"/>
              </a:rPr>
              <a:t>/</a:t>
            </a:r>
            <a:r>
              <a:rPr sz="1537" b="1">
                <a:solidFill>
                  <a:srgbClr val="168D9D"/>
                </a:solidFill>
                <a:latin typeface="Microsoft YaHei"/>
                <a:ea typeface="Microsoft YaHei"/>
              </a:rPr>
              <a:t> </a:t>
            </a:r>
            <a:r>
              <a:rPr sz="1537" b="1">
                <a:solidFill>
                  <a:srgbClr val="168D9D"/>
                </a:solidFill>
                <a:latin typeface="Arial"/>
                <a:ea typeface="Microsoft YaHei"/>
              </a:rPr>
              <a:t>G_TIA.</a:t>
            </a:r>
            <a:r>
              <a:rPr sz="1537" b="1">
                <a:solidFill>
                  <a:srgbClr val="168D9D"/>
                </a:solidFill>
                <a:latin typeface="Microsoft YaHei"/>
                <a:ea typeface="Microsoft YaHei"/>
              </a:rPr>
              <a:t> </a:t>
            </a:r>
            <a:r>
              <a:rPr sz="1537" b="1">
                <a:solidFill>
                  <a:srgbClr val="168D9D"/>
                </a:solidFill>
                <a:latin typeface="Arial"/>
                <a:ea typeface="Microsoft YaHei"/>
              </a:rPr>
              <a:t>Power</a:t>
            </a:r>
            <a:r>
              <a:rPr sz="1537" b="1">
                <a:solidFill>
                  <a:srgbClr val="168D9D"/>
                </a:solidFill>
                <a:latin typeface="Microsoft YaHei"/>
                <a:ea typeface="Microsoft YaHei"/>
              </a:rPr>
              <a:t> </a:t>
            </a:r>
            <a:r>
              <a:rPr sz="1537" b="1">
                <a:solidFill>
                  <a:srgbClr val="168D9D"/>
                </a:solidFill>
                <a:latin typeface="Arial"/>
                <a:ea typeface="Microsoft YaHei"/>
              </a:rPr>
              <a:t>normalization</a:t>
            </a:r>
            <a:r>
              <a:rPr sz="1537" b="1">
                <a:solidFill>
                  <a:srgbClr val="168D9D"/>
                </a:solidFill>
                <a:latin typeface="Microsoft YaHei"/>
                <a:ea typeface="Microsoft YaHei"/>
              </a:rPr>
              <a:t> </a:t>
            </a:r>
            <a:r>
              <a:rPr sz="1537" b="1">
                <a:solidFill>
                  <a:srgbClr val="168D9D"/>
                </a:solidFill>
                <a:latin typeface="Arial"/>
                <a:ea typeface="Microsoft YaHei"/>
              </a:rPr>
              <a:t>must</a:t>
            </a:r>
            <a:r>
              <a:rPr sz="1537" b="1">
                <a:solidFill>
                  <a:srgbClr val="168D9D"/>
                </a:solidFill>
                <a:latin typeface="Microsoft YaHei"/>
                <a:ea typeface="Microsoft YaHei"/>
              </a:rPr>
              <a:t> </a:t>
            </a:r>
            <a:r>
              <a:rPr sz="1537" b="1">
                <a:solidFill>
                  <a:srgbClr val="168D9D"/>
                </a:solidFill>
                <a:latin typeface="Arial"/>
                <a:ea typeface="Microsoft YaHei"/>
              </a:rPr>
              <a:t>state</a:t>
            </a:r>
            <a:r>
              <a:rPr sz="1537" b="1">
                <a:solidFill>
                  <a:srgbClr val="168D9D"/>
                </a:solidFill>
                <a:latin typeface="Microsoft YaHei"/>
                <a:ea typeface="Microsoft YaHei"/>
              </a:rPr>
              <a:t> </a:t>
            </a:r>
            <a:r>
              <a:rPr sz="1537" b="1">
                <a:solidFill>
                  <a:srgbClr val="168D9D"/>
                </a:solidFill>
                <a:latin typeface="Arial"/>
                <a:ea typeface="Microsoft YaHei"/>
              </a:rPr>
              <a:t>its</a:t>
            </a:r>
            <a:r>
              <a:rPr sz="1537" b="1">
                <a:solidFill>
                  <a:srgbClr val="168D9D"/>
                </a:solidFill>
                <a:latin typeface="Microsoft YaHei"/>
                <a:ea typeface="Microsoft YaHei"/>
              </a:rPr>
              <a:t> </a:t>
            </a:r>
            <a:r>
              <a:rPr sz="1537" b="1">
                <a:solidFill>
                  <a:srgbClr val="168D9D"/>
                </a:solidFill>
                <a:latin typeface="Arial"/>
                <a:ea typeface="Microsoft YaHei"/>
              </a:rPr>
              <a:t>calibration</a:t>
            </a:r>
            <a:r>
              <a:rPr sz="1537" b="1">
                <a:solidFill>
                  <a:srgbClr val="168D9D"/>
                </a:solidFill>
                <a:latin typeface="Microsoft YaHei"/>
                <a:ea typeface="Microsoft YaHei"/>
              </a:rPr>
              <a:t> </a:t>
            </a:r>
            <a:r>
              <a:rPr sz="1537" b="1">
                <a:solidFill>
                  <a:srgbClr val="168D9D"/>
                </a:solidFill>
                <a:latin typeface="Arial"/>
                <a:ea typeface="Microsoft YaHei"/>
              </a:rPr>
              <a:t>and</a:t>
            </a:r>
            <a:r>
              <a:rPr sz="1537" b="1">
                <a:solidFill>
                  <a:srgbClr val="168D9D"/>
                </a:solidFill>
                <a:latin typeface="Microsoft YaHei"/>
                <a:ea typeface="Microsoft YaHei"/>
              </a:rPr>
              <a:t> </a:t>
            </a:r>
            <a:r>
              <a:rPr sz="1537" b="1">
                <a:solidFill>
                  <a:srgbClr val="168D9D"/>
                </a:solidFill>
                <a:latin typeface="Arial"/>
                <a:ea typeface="Microsoft YaHei"/>
              </a:rPr>
              <a:t>units.</a:t>
            </a:r>
          </a:p>
        </p:txBody>
      </p:sp>
      <p:cxnSp>
        <p:nvCxnSpPr>
          <p:cNvPr id="53" name="Connector 52"/>
          <p:cNvCxnSpPr/>
          <p:nvPr/>
        </p:nvCxnSpPr>
        <p:spPr>
          <a:xfrm>
            <a:off x="514350" y="6543675"/>
            <a:ext cx="11163300" cy="0"/>
          </a:xfrm>
          <a:prstGeom prst="line">
            <a:avLst/>
          </a:prstGeom>
          <a:ln w="9525">
            <a:solidFill>
              <a:srgbClr val="D9E3EE"/>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523875" y="6619875"/>
            <a:ext cx="3609184"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LabOS</a:t>
            </a:r>
            <a:r>
              <a:rPr sz="825" b="0">
                <a:solidFill>
                  <a:srgbClr val="62758C"/>
                </a:solidFill>
                <a:latin typeface="Microsoft YaHei"/>
                <a:ea typeface="Microsoft YaHei"/>
              </a:rPr>
              <a:t>  </a:t>
            </a:r>
            <a:r>
              <a:rPr sz="825" b="0">
                <a:solidFill>
                  <a:srgbClr val="62758C"/>
                </a:solidFill>
                <a:latin typeface="Arial"/>
                <a:ea typeface="Microsoft YaHei"/>
              </a:rPr>
              <a:t>|</a:t>
            </a:r>
            <a:r>
              <a:rPr sz="825" b="0">
                <a:solidFill>
                  <a:srgbClr val="62758C"/>
                </a:solidFill>
                <a:latin typeface="Microsoft YaHei"/>
                <a:ea typeface="Microsoft YaHei"/>
              </a:rPr>
              <a:t>  </a:t>
            </a:r>
            <a:r>
              <a:rPr sz="825" b="0">
                <a:solidFill>
                  <a:srgbClr val="62758C"/>
                </a:solidFill>
                <a:latin typeface="Arial"/>
                <a:ea typeface="Microsoft YaHei"/>
              </a:rPr>
              <a:t>Cross-PC</a:t>
            </a:r>
            <a:r>
              <a:rPr sz="825" b="0">
                <a:solidFill>
                  <a:srgbClr val="62758C"/>
                </a:solidFill>
                <a:latin typeface="Microsoft YaHei"/>
                <a:ea typeface="Microsoft YaHei"/>
              </a:rPr>
              <a:t> </a:t>
            </a:r>
            <a:r>
              <a:rPr sz="825" b="0">
                <a:solidFill>
                  <a:srgbClr val="62758C"/>
                </a:solidFill>
                <a:latin typeface="Arial"/>
                <a:ea typeface="Microsoft YaHei"/>
              </a:rPr>
              <a:t>nonlinear</a:t>
            </a:r>
            <a:r>
              <a:rPr sz="825" b="0">
                <a:solidFill>
                  <a:srgbClr val="62758C"/>
                </a:solidFill>
                <a:latin typeface="Microsoft YaHei"/>
                <a:ea typeface="Microsoft YaHei"/>
              </a:rPr>
              <a:t> </a:t>
            </a:r>
            <a:r>
              <a:rPr sz="825" b="0">
                <a:solidFill>
                  <a:srgbClr val="62758C"/>
                </a:solidFill>
                <a:latin typeface="Arial"/>
                <a:ea typeface="Microsoft YaHei"/>
              </a:rPr>
              <a:t>Hall</a:t>
            </a:r>
            <a:r>
              <a:rPr sz="825" b="0">
                <a:solidFill>
                  <a:srgbClr val="62758C"/>
                </a:solidFill>
                <a:latin typeface="Microsoft YaHei"/>
                <a:ea typeface="Microsoft YaHei"/>
              </a:rPr>
              <a:t> </a:t>
            </a:r>
            <a:r>
              <a:rPr sz="825" b="0">
                <a:solidFill>
                  <a:srgbClr val="62758C"/>
                </a:solidFill>
                <a:latin typeface="Arial"/>
                <a:ea typeface="Microsoft YaHei"/>
              </a:rPr>
              <a:t>and</a:t>
            </a:r>
            <a:r>
              <a:rPr sz="825" b="0">
                <a:solidFill>
                  <a:srgbClr val="62758C"/>
                </a:solidFill>
                <a:latin typeface="Microsoft YaHei"/>
                <a:ea typeface="Microsoft YaHei"/>
              </a:rPr>
              <a:t> </a:t>
            </a:r>
            <a:r>
              <a:rPr sz="825" b="0">
                <a:solidFill>
                  <a:srgbClr val="62758C"/>
                </a:solidFill>
                <a:latin typeface="Arial"/>
                <a:ea typeface="Microsoft YaHei"/>
              </a:rPr>
              <a:t>BVPE</a:t>
            </a:r>
            <a:r>
              <a:rPr sz="825" b="0">
                <a:solidFill>
                  <a:srgbClr val="62758C"/>
                </a:solidFill>
                <a:latin typeface="Microsoft YaHei"/>
                <a:ea typeface="Microsoft YaHei"/>
              </a:rPr>
              <a:t> </a:t>
            </a:r>
            <a:r>
              <a:rPr sz="825" b="0">
                <a:solidFill>
                  <a:srgbClr val="62758C"/>
                </a:solidFill>
                <a:latin typeface="Arial"/>
                <a:ea typeface="Microsoft YaHei"/>
              </a:rPr>
              <a:t>measurement</a:t>
            </a:r>
            <a:r>
              <a:rPr sz="825" b="0">
                <a:solidFill>
                  <a:srgbClr val="62758C"/>
                </a:solidFill>
                <a:latin typeface="Microsoft YaHei"/>
                <a:ea typeface="Microsoft YaHei"/>
              </a:rPr>
              <a:t> </a:t>
            </a:r>
            <a:r>
              <a:rPr sz="825" b="0">
                <a:solidFill>
                  <a:srgbClr val="62758C"/>
                </a:solidFill>
                <a:latin typeface="Arial"/>
                <a:ea typeface="Microsoft YaHei"/>
              </a:rPr>
              <a:t>workflows</a:t>
            </a:r>
          </a:p>
        </p:txBody>
      </p:sp>
      <p:sp>
        <p:nvSpPr>
          <p:cNvPr id="55" name="TextBox 54"/>
          <p:cNvSpPr txBox="1"/>
          <p:nvPr/>
        </p:nvSpPr>
        <p:spPr>
          <a:xfrm>
            <a:off x="11348256" y="6600825"/>
            <a:ext cx="405593"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62758C"/>
                </a:solidFill>
                <a:latin typeface="Arial"/>
                <a:ea typeface="Microsoft YaHei"/>
              </a:rPr>
              <a:t>14/22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295275"/>
            <a:ext cx="1959512"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14</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BVPE</a:t>
            </a:r>
            <a:r>
              <a:rPr sz="975" b="1">
                <a:solidFill>
                  <a:srgbClr val="168D9D"/>
                </a:solidFill>
                <a:latin typeface="Microsoft YaHei"/>
                <a:ea typeface="Microsoft YaHei"/>
              </a:rPr>
              <a:t> </a:t>
            </a:r>
            <a:r>
              <a:rPr sz="975" b="1">
                <a:solidFill>
                  <a:srgbClr val="168D9D"/>
                </a:solidFill>
                <a:latin typeface="Arial"/>
                <a:ea typeface="Microsoft YaHei"/>
              </a:rPr>
              <a:t>CAMPAIGN</a:t>
            </a:r>
            <a:r>
              <a:rPr sz="975" b="1">
                <a:solidFill>
                  <a:srgbClr val="168D9D"/>
                </a:solidFill>
                <a:latin typeface="Microsoft YaHei"/>
                <a:ea typeface="Microsoft YaHei"/>
              </a:rPr>
              <a:t> </a:t>
            </a:r>
            <a:r>
              <a:rPr sz="975" b="1">
                <a:solidFill>
                  <a:srgbClr val="168D9D"/>
                </a:solidFill>
                <a:latin typeface="Arial"/>
                <a:ea typeface="Microsoft YaHei"/>
              </a:rPr>
              <a:t>LOGIC</a:t>
            </a:r>
          </a:p>
        </p:txBody>
      </p:sp>
      <p:sp>
        <p:nvSpPr>
          <p:cNvPr id="4" name="TextBox 3"/>
          <p:cNvSpPr txBox="1"/>
          <p:nvPr/>
        </p:nvSpPr>
        <p:spPr>
          <a:xfrm>
            <a:off x="514350" y="676275"/>
            <a:ext cx="10983031" cy="480059"/>
          </a:xfrm>
          <a:prstGeom prst="rect">
            <a:avLst/>
          </a:prstGeom>
          <a:noFill/>
        </p:spPr>
        <p:txBody>
          <a:bodyPr wrap="none" lIns="0" rIns="0" tIns="0" bIns="0">
            <a:spAutoFit/>
          </a:bodyPr>
          <a:lstStyle/>
          <a:p>
            <a:pPr>
              <a:lnSpc>
                <a:spcPts val="3645"/>
              </a:lnSpc>
              <a:spcBef>
                <a:spcPts val="0"/>
              </a:spcBef>
              <a:spcAft>
                <a:spcPts val="0"/>
              </a:spcAft>
            </a:pPr>
            <a:r>
              <a:rPr sz="2700" b="1">
                <a:solidFill>
                  <a:srgbClr val="11233E"/>
                </a:solidFill>
                <a:latin typeface="Arial"/>
                <a:ea typeface="Microsoft YaHei"/>
              </a:rPr>
              <a:t>Combine</a:t>
            </a:r>
            <a:r>
              <a:rPr sz="2700" b="1">
                <a:solidFill>
                  <a:srgbClr val="11233E"/>
                </a:solidFill>
                <a:latin typeface="Microsoft YaHei"/>
                <a:ea typeface="Microsoft YaHei"/>
              </a:rPr>
              <a:t> </a:t>
            </a:r>
            <a:r>
              <a:rPr sz="2700" b="1">
                <a:solidFill>
                  <a:srgbClr val="11233E"/>
                </a:solidFill>
                <a:latin typeface="Arial"/>
                <a:ea typeface="Microsoft YaHei"/>
              </a:rPr>
              <a:t>spectrum,</a:t>
            </a:r>
            <a:r>
              <a:rPr sz="2700" b="1">
                <a:solidFill>
                  <a:srgbClr val="11233E"/>
                </a:solidFill>
                <a:latin typeface="Microsoft YaHei"/>
                <a:ea typeface="Microsoft YaHei"/>
              </a:rPr>
              <a:t> </a:t>
            </a:r>
            <a:r>
              <a:rPr sz="2700" b="1">
                <a:solidFill>
                  <a:srgbClr val="11233E"/>
                </a:solidFill>
                <a:latin typeface="Arial"/>
                <a:ea typeface="Microsoft YaHei"/>
              </a:rPr>
              <a:t>power,</a:t>
            </a:r>
            <a:r>
              <a:rPr sz="2700" b="1">
                <a:solidFill>
                  <a:srgbClr val="11233E"/>
                </a:solidFill>
                <a:latin typeface="Microsoft YaHei"/>
                <a:ea typeface="Microsoft YaHei"/>
              </a:rPr>
              <a:t> </a:t>
            </a:r>
            <a:r>
              <a:rPr sz="2700" b="1">
                <a:solidFill>
                  <a:srgbClr val="11233E"/>
                </a:solidFill>
                <a:latin typeface="Arial"/>
                <a:ea typeface="Microsoft YaHei"/>
              </a:rPr>
              <a:t>polarization</a:t>
            </a:r>
            <a:r>
              <a:rPr sz="2700" b="1">
                <a:solidFill>
                  <a:srgbClr val="11233E"/>
                </a:solidFill>
                <a:latin typeface="Microsoft YaHei"/>
                <a:ea typeface="Microsoft YaHei"/>
              </a:rPr>
              <a:t> </a:t>
            </a:r>
            <a:r>
              <a:rPr sz="2700" b="1">
                <a:solidFill>
                  <a:srgbClr val="11233E"/>
                </a:solidFill>
                <a:latin typeface="Arial"/>
                <a:ea typeface="Microsoft YaHei"/>
              </a:rPr>
              <a:t>and</a:t>
            </a:r>
            <a:r>
              <a:rPr sz="2700" b="1">
                <a:solidFill>
                  <a:srgbClr val="11233E"/>
                </a:solidFill>
                <a:latin typeface="Microsoft YaHei"/>
                <a:ea typeface="Microsoft YaHei"/>
              </a:rPr>
              <a:t> </a:t>
            </a:r>
            <a:r>
              <a:rPr sz="2700" b="1">
                <a:solidFill>
                  <a:srgbClr val="11233E"/>
                </a:solidFill>
                <a:latin typeface="Arial"/>
                <a:ea typeface="Microsoft YaHei"/>
              </a:rPr>
              <a:t>environment</a:t>
            </a:r>
          </a:p>
        </p:txBody>
      </p:sp>
      <p:sp>
        <p:nvSpPr>
          <p:cNvPr id="5" name="TextBox 4"/>
          <p:cNvSpPr txBox="1"/>
          <p:nvPr/>
        </p:nvSpPr>
        <p:spPr>
          <a:xfrm>
            <a:off x="533400" y="1247775"/>
            <a:ext cx="9756241"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62758C"/>
                </a:solidFill>
                <a:latin typeface="Arial"/>
                <a:ea typeface="Microsoft YaHei"/>
              </a:rPr>
              <a:t>PC</a:t>
            </a:r>
            <a:r>
              <a:rPr sz="1425" b="0">
                <a:solidFill>
                  <a:srgbClr val="62758C"/>
                </a:solidFill>
                <a:latin typeface="Microsoft YaHei"/>
                <a:ea typeface="Microsoft YaHei"/>
              </a:rPr>
              <a:t> </a:t>
            </a:r>
            <a:r>
              <a:rPr sz="1425" b="0">
                <a:solidFill>
                  <a:srgbClr val="62758C"/>
                </a:solidFill>
                <a:latin typeface="Arial"/>
                <a:ea typeface="Microsoft YaHei"/>
              </a:rPr>
              <a:t>A</a:t>
            </a:r>
            <a:r>
              <a:rPr sz="1425" b="0">
                <a:solidFill>
                  <a:srgbClr val="62758C"/>
                </a:solidFill>
                <a:latin typeface="Microsoft YaHei"/>
                <a:ea typeface="Microsoft YaHei"/>
              </a:rPr>
              <a:t> </a:t>
            </a:r>
            <a:r>
              <a:rPr sz="1425" b="0">
                <a:solidFill>
                  <a:srgbClr val="62758C"/>
                </a:solidFill>
                <a:latin typeface="Arial"/>
                <a:ea typeface="Microsoft YaHei"/>
              </a:rPr>
              <a:t>supplies</a:t>
            </a:r>
            <a:r>
              <a:rPr sz="1425" b="0">
                <a:solidFill>
                  <a:srgbClr val="62758C"/>
                </a:solidFill>
                <a:latin typeface="Microsoft YaHei"/>
                <a:ea typeface="Microsoft YaHei"/>
              </a:rPr>
              <a:t> </a:t>
            </a:r>
            <a:r>
              <a:rPr sz="1425" b="0">
                <a:solidFill>
                  <a:srgbClr val="62758C"/>
                </a:solidFill>
                <a:latin typeface="Arial"/>
                <a:ea typeface="Microsoft YaHei"/>
              </a:rPr>
              <a:t>optical</a:t>
            </a:r>
            <a:r>
              <a:rPr sz="1425" b="0">
                <a:solidFill>
                  <a:srgbClr val="62758C"/>
                </a:solidFill>
                <a:latin typeface="Microsoft YaHei"/>
                <a:ea typeface="Microsoft YaHei"/>
              </a:rPr>
              <a:t> </a:t>
            </a:r>
            <a:r>
              <a:rPr sz="1425" b="0">
                <a:solidFill>
                  <a:srgbClr val="62758C"/>
                </a:solidFill>
                <a:latin typeface="Arial"/>
                <a:ea typeface="Microsoft YaHei"/>
              </a:rPr>
              <a:t>resources;</a:t>
            </a:r>
            <a:r>
              <a:rPr sz="1425" b="0">
                <a:solidFill>
                  <a:srgbClr val="62758C"/>
                </a:solidFill>
                <a:latin typeface="Microsoft YaHei"/>
                <a:ea typeface="Microsoft YaHei"/>
              </a:rPr>
              <a:t> </a:t>
            </a:r>
            <a:r>
              <a:rPr sz="1425" b="0">
                <a:solidFill>
                  <a:srgbClr val="62758C"/>
                </a:solidFill>
                <a:latin typeface="Arial"/>
                <a:ea typeface="Microsoft YaHei"/>
              </a:rPr>
              <a:t>PC</a:t>
            </a:r>
            <a:r>
              <a:rPr sz="1425" b="0">
                <a:solidFill>
                  <a:srgbClr val="62758C"/>
                </a:solidFill>
                <a:latin typeface="Microsoft YaHei"/>
                <a:ea typeface="Microsoft YaHei"/>
              </a:rPr>
              <a:t> </a:t>
            </a:r>
            <a:r>
              <a:rPr sz="1425" b="0">
                <a:solidFill>
                  <a:srgbClr val="62758C"/>
                </a:solidFill>
                <a:latin typeface="Arial"/>
                <a:ea typeface="Microsoft YaHei"/>
              </a:rPr>
              <a:t>B</a:t>
            </a:r>
            <a:r>
              <a:rPr sz="1425" b="0">
                <a:solidFill>
                  <a:srgbClr val="62758C"/>
                </a:solidFill>
                <a:latin typeface="Microsoft YaHei"/>
                <a:ea typeface="Microsoft YaHei"/>
              </a:rPr>
              <a:t> </a:t>
            </a:r>
            <a:r>
              <a:rPr sz="1425" b="0">
                <a:solidFill>
                  <a:srgbClr val="62758C"/>
                </a:solidFill>
                <a:latin typeface="Arial"/>
                <a:ea typeface="Microsoft YaHei"/>
              </a:rPr>
              <a:t>supplies</a:t>
            </a:r>
            <a:r>
              <a:rPr sz="1425" b="0">
                <a:solidFill>
                  <a:srgbClr val="62758C"/>
                </a:solidFill>
                <a:latin typeface="Microsoft YaHei"/>
                <a:ea typeface="Microsoft YaHei"/>
              </a:rPr>
              <a:t> </a:t>
            </a:r>
            <a:r>
              <a:rPr sz="1425" b="0">
                <a:solidFill>
                  <a:srgbClr val="62758C"/>
                </a:solidFill>
                <a:latin typeface="Arial"/>
                <a:ea typeface="Microsoft YaHei"/>
              </a:rPr>
              <a:t>polarization,</a:t>
            </a:r>
            <a:r>
              <a:rPr sz="1425" b="0">
                <a:solidFill>
                  <a:srgbClr val="62758C"/>
                </a:solidFill>
                <a:latin typeface="Microsoft YaHei"/>
                <a:ea typeface="Microsoft YaHei"/>
              </a:rPr>
              <a:t> </a:t>
            </a:r>
            <a:r>
              <a:rPr sz="1425" b="0">
                <a:solidFill>
                  <a:srgbClr val="62758C"/>
                </a:solidFill>
                <a:latin typeface="Arial"/>
                <a:ea typeface="Microsoft YaHei"/>
              </a:rPr>
              <a:t>modulation,</a:t>
            </a:r>
            <a:r>
              <a:rPr sz="1425" b="0">
                <a:solidFill>
                  <a:srgbClr val="62758C"/>
                </a:solidFill>
                <a:latin typeface="Microsoft YaHei"/>
                <a:ea typeface="Microsoft YaHei"/>
              </a:rPr>
              <a:t> </a:t>
            </a:r>
            <a:r>
              <a:rPr sz="1425" b="0">
                <a:solidFill>
                  <a:srgbClr val="62758C"/>
                </a:solidFill>
                <a:latin typeface="Arial"/>
                <a:ea typeface="Microsoft YaHei"/>
              </a:rPr>
              <a:t>sample</a:t>
            </a:r>
            <a:r>
              <a:rPr sz="1425" b="0">
                <a:solidFill>
                  <a:srgbClr val="62758C"/>
                </a:solidFill>
                <a:latin typeface="Microsoft YaHei"/>
                <a:ea typeface="Microsoft YaHei"/>
              </a:rPr>
              <a:t> </a:t>
            </a:r>
            <a:r>
              <a:rPr sz="1425" b="0">
                <a:solidFill>
                  <a:srgbClr val="62758C"/>
                </a:solidFill>
                <a:latin typeface="Arial"/>
                <a:ea typeface="Microsoft YaHei"/>
              </a:rPr>
              <a:t>state</a:t>
            </a:r>
            <a:r>
              <a:rPr sz="1425" b="0">
                <a:solidFill>
                  <a:srgbClr val="62758C"/>
                </a:solidFill>
                <a:latin typeface="Microsoft YaHei"/>
                <a:ea typeface="Microsoft YaHei"/>
              </a:rPr>
              <a:t> </a:t>
            </a:r>
            <a:r>
              <a:rPr sz="1425" b="0">
                <a:solidFill>
                  <a:srgbClr val="62758C"/>
                </a:solidFill>
                <a:latin typeface="Arial"/>
                <a:ea typeface="Microsoft YaHei"/>
              </a:rPr>
              <a:t>and</a:t>
            </a:r>
            <a:r>
              <a:rPr sz="1425" b="0">
                <a:solidFill>
                  <a:srgbClr val="62758C"/>
                </a:solidFill>
                <a:latin typeface="Microsoft YaHei"/>
                <a:ea typeface="Microsoft YaHei"/>
              </a:rPr>
              <a:t> </a:t>
            </a:r>
            <a:r>
              <a:rPr sz="1425" b="0">
                <a:solidFill>
                  <a:srgbClr val="62758C"/>
                </a:solidFill>
                <a:latin typeface="Arial"/>
                <a:ea typeface="Microsoft YaHei"/>
              </a:rPr>
              <a:t>electrical</a:t>
            </a:r>
            <a:r>
              <a:rPr sz="1425" b="0">
                <a:solidFill>
                  <a:srgbClr val="62758C"/>
                </a:solidFill>
                <a:latin typeface="Microsoft YaHei"/>
                <a:ea typeface="Microsoft YaHei"/>
              </a:rPr>
              <a:t> </a:t>
            </a:r>
            <a:r>
              <a:rPr sz="1425" b="0">
                <a:solidFill>
                  <a:srgbClr val="62758C"/>
                </a:solidFill>
                <a:latin typeface="Arial"/>
                <a:ea typeface="Microsoft YaHei"/>
              </a:rPr>
              <a:t>readout.</a:t>
            </a:r>
          </a:p>
        </p:txBody>
      </p:sp>
      <p:sp>
        <p:nvSpPr>
          <p:cNvPr id="6" name="Rounded Rectangle 5"/>
          <p:cNvSpPr/>
          <p:nvPr/>
        </p:nvSpPr>
        <p:spPr>
          <a:xfrm>
            <a:off x="514350" y="1971675"/>
            <a:ext cx="2095500" cy="1066800"/>
          </a:xfrm>
          <a:prstGeom prst="roundRect">
            <a:avLst>
              <a:gd name="adj" fmla="val 8928"/>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2915" y="2095500"/>
            <a:ext cx="1874569"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Dark</a:t>
            </a:r>
            <a:r>
              <a:rPr sz="1575" b="1">
                <a:solidFill>
                  <a:srgbClr val="168D9D"/>
                </a:solidFill>
                <a:latin typeface="Microsoft YaHei"/>
                <a:ea typeface="Microsoft YaHei"/>
              </a:rPr>
              <a:t> </a:t>
            </a:r>
            <a:r>
              <a:rPr sz="1575" b="1">
                <a:solidFill>
                  <a:srgbClr val="168D9D"/>
                </a:solidFill>
                <a:latin typeface="Arial"/>
                <a:ea typeface="Microsoft YaHei"/>
              </a:rPr>
              <a:t>/</a:t>
            </a:r>
            <a:r>
              <a:rPr sz="1575" b="1">
                <a:solidFill>
                  <a:srgbClr val="168D9D"/>
                </a:solidFill>
                <a:latin typeface="Microsoft YaHei"/>
                <a:ea typeface="Microsoft YaHei"/>
              </a:rPr>
              <a:t> </a:t>
            </a:r>
            <a:r>
              <a:rPr sz="1575" b="1">
                <a:solidFill>
                  <a:srgbClr val="168D9D"/>
                </a:solidFill>
                <a:latin typeface="Arial"/>
                <a:ea typeface="Microsoft YaHei"/>
              </a:rPr>
              <a:t>reference</a:t>
            </a:r>
          </a:p>
        </p:txBody>
      </p:sp>
      <p:sp>
        <p:nvSpPr>
          <p:cNvPr id="8" name="TextBox 7"/>
          <p:cNvSpPr txBox="1"/>
          <p:nvPr/>
        </p:nvSpPr>
        <p:spPr>
          <a:xfrm>
            <a:off x="641523" y="2394108"/>
            <a:ext cx="1917352"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Background</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spectrum</a:t>
            </a:r>
          </a:p>
        </p:txBody>
      </p:sp>
      <p:cxnSp>
        <p:nvCxnSpPr>
          <p:cNvPr id="9" name="Connector 8"/>
          <p:cNvCxnSpPr/>
          <p:nvPr/>
        </p:nvCxnSpPr>
        <p:spPr>
          <a:xfrm>
            <a:off x="2609850" y="2505075"/>
            <a:ext cx="152400" cy="0"/>
          </a:xfrm>
          <a:prstGeom prst="line">
            <a:avLst/>
          </a:prstGeom>
          <a:ln w="20955">
            <a:solidFill>
              <a:srgbClr val="168D9D"/>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2705100" y="2476500"/>
            <a:ext cx="63500" cy="50800"/>
          </a:xfrm>
          <a:custGeom>
            <a:avLst/>
            <a:gdLst/>
            <a:ahLst/>
            <a:cxnLst/>
            <a:rect l="l" t="t" r="r" b="b"/>
            <a:pathLst>
              <a:path w="5" h="4">
                <a:moveTo>
                  <a:pt x="5" y="2"/>
                </a:moveTo>
                <a:lnTo>
                  <a:pt x="0" y="0"/>
                </a:lnTo>
                <a:lnTo>
                  <a:pt x="0" y="4"/>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781300" y="1971675"/>
            <a:ext cx="2095500" cy="1066800"/>
          </a:xfrm>
          <a:prstGeom prst="roundRect">
            <a:avLst>
              <a:gd name="adj" fmla="val 8928"/>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92409" y="2095500"/>
            <a:ext cx="1949481" cy="266700"/>
          </a:xfrm>
          <a:prstGeom prst="rect">
            <a:avLst/>
          </a:prstGeom>
          <a:noFill/>
        </p:spPr>
        <p:txBody>
          <a:bodyPr wrap="none" lIns="0" rIns="0" tIns="0" bIns="0">
            <a:spAutoFit/>
          </a:bodyPr>
          <a:lstStyle/>
          <a:p>
            <a:pPr>
              <a:lnSpc>
                <a:spcPts val="2025"/>
              </a:lnSpc>
              <a:spcBef>
                <a:spcPts val="0"/>
              </a:spcBef>
              <a:spcAft>
                <a:spcPts val="0"/>
              </a:spcAft>
            </a:pPr>
            <a:r>
              <a:rPr sz="1500" b="1">
                <a:solidFill>
                  <a:srgbClr val="168D9D"/>
                </a:solidFill>
                <a:latin typeface="Arial"/>
                <a:ea typeface="Microsoft YaHei"/>
              </a:rPr>
              <a:t>Power</a:t>
            </a:r>
            <a:r>
              <a:rPr sz="1500" b="1">
                <a:solidFill>
                  <a:srgbClr val="168D9D"/>
                </a:solidFill>
                <a:latin typeface="Microsoft YaHei"/>
                <a:ea typeface="Microsoft YaHei"/>
              </a:rPr>
              <a:t> </a:t>
            </a:r>
            <a:r>
              <a:rPr sz="1500" b="1">
                <a:solidFill>
                  <a:srgbClr val="168D9D"/>
                </a:solidFill>
                <a:latin typeface="Arial"/>
                <a:ea typeface="Microsoft YaHei"/>
              </a:rPr>
              <a:t>calibration</a:t>
            </a:r>
          </a:p>
        </p:txBody>
      </p:sp>
      <p:sp>
        <p:nvSpPr>
          <p:cNvPr id="13" name="TextBox 12"/>
          <p:cNvSpPr txBox="1"/>
          <p:nvPr/>
        </p:nvSpPr>
        <p:spPr>
          <a:xfrm>
            <a:off x="3152626" y="2394108"/>
            <a:ext cx="1429047"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Source</a:t>
            </a:r>
            <a:r>
              <a:rPr sz="1200" b="0">
                <a:solidFill>
                  <a:srgbClr val="62758C"/>
                </a:solidFill>
                <a:latin typeface="Microsoft YaHei"/>
                <a:ea typeface="Microsoft YaHei"/>
              </a:rPr>
              <a:t> </a:t>
            </a:r>
            <a:r>
              <a:rPr sz="1200" b="0">
                <a:solidFill>
                  <a:srgbClr val="62758C"/>
                </a:solidFill>
                <a:latin typeface="Arial"/>
                <a:ea typeface="Microsoft YaHei"/>
              </a:rPr>
              <a:t>-&gt;</a:t>
            </a:r>
            <a:r>
              <a:rPr sz="1200" b="0">
                <a:solidFill>
                  <a:srgbClr val="62758C"/>
                </a:solidFill>
                <a:latin typeface="Microsoft YaHei"/>
                <a:ea typeface="Microsoft YaHei"/>
              </a:rPr>
              <a:t> </a:t>
            </a:r>
            <a:r>
              <a:rPr sz="1200" b="0">
                <a:solidFill>
                  <a:srgbClr val="62758C"/>
                </a:solidFill>
                <a:latin typeface="Arial"/>
                <a:ea typeface="Microsoft YaHei"/>
              </a:rPr>
              <a:t>PD</a:t>
            </a:r>
            <a:r>
              <a:rPr sz="1200" b="0">
                <a:solidFill>
                  <a:srgbClr val="62758C"/>
                </a:solidFill>
                <a:latin typeface="Microsoft YaHei"/>
                <a:ea typeface="Microsoft YaHei"/>
              </a:rPr>
              <a:t> </a:t>
            </a:r>
            <a:r>
              <a:rPr sz="1200" b="0">
                <a:solidFill>
                  <a:srgbClr val="62758C"/>
                </a:solidFill>
                <a:latin typeface="Arial"/>
                <a:ea typeface="Microsoft YaHei"/>
              </a:rPr>
              <a:t>-&gt;</a:t>
            </a:r>
            <a:r>
              <a:rPr sz="1200" b="0">
                <a:solidFill>
                  <a:srgbClr val="62758C"/>
                </a:solidFill>
                <a:latin typeface="Microsoft YaHei"/>
                <a:ea typeface="Microsoft YaHei"/>
              </a:rPr>
              <a:t> </a:t>
            </a:r>
            <a:r>
              <a:rPr sz="1200" b="0">
                <a:solidFill>
                  <a:srgbClr val="62758C"/>
                </a:solidFill>
                <a:latin typeface="Arial"/>
                <a:ea typeface="Microsoft YaHei"/>
              </a:rPr>
              <a:t>P</a:t>
            </a:r>
          </a:p>
        </p:txBody>
      </p:sp>
      <p:cxnSp>
        <p:nvCxnSpPr>
          <p:cNvPr id="14" name="Connector 13"/>
          <p:cNvCxnSpPr/>
          <p:nvPr/>
        </p:nvCxnSpPr>
        <p:spPr>
          <a:xfrm>
            <a:off x="4876800" y="2505075"/>
            <a:ext cx="152400" cy="0"/>
          </a:xfrm>
          <a:prstGeom prst="line">
            <a:avLst/>
          </a:prstGeom>
          <a:ln w="20955">
            <a:solidFill>
              <a:srgbClr val="168D9D"/>
            </a:solidFill>
          </a:ln>
        </p:spPr>
        <p:style>
          <a:lnRef idx="2">
            <a:schemeClr val="accent1"/>
          </a:lnRef>
          <a:fillRef idx="0">
            <a:schemeClr val="accent1"/>
          </a:fillRef>
          <a:effectRef idx="1">
            <a:schemeClr val="accent1"/>
          </a:effectRef>
          <a:fontRef idx="minor">
            <a:schemeClr val="tx1"/>
          </a:fontRef>
        </p:style>
      </p:cxnSp>
      <p:sp>
        <p:nvSpPr>
          <p:cNvPr id="15" name="Freeform 14"/>
          <p:cNvSpPr/>
          <p:nvPr/>
        </p:nvSpPr>
        <p:spPr>
          <a:xfrm>
            <a:off x="4978400" y="2476500"/>
            <a:ext cx="50800" cy="50800"/>
          </a:xfrm>
          <a:custGeom>
            <a:avLst/>
            <a:gdLst/>
            <a:ahLst/>
            <a:cxnLst/>
            <a:rect l="l" t="t" r="r" b="b"/>
            <a:pathLst>
              <a:path w="4" h="4">
                <a:moveTo>
                  <a:pt x="4" y="2"/>
                </a:moveTo>
                <a:lnTo>
                  <a:pt x="0" y="0"/>
                </a:lnTo>
                <a:lnTo>
                  <a:pt x="0" y="4"/>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48250" y="1971675"/>
            <a:ext cx="2095500" cy="1066800"/>
          </a:xfrm>
          <a:prstGeom prst="roundRect">
            <a:avLst>
              <a:gd name="adj" fmla="val 8928"/>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0065" y="2095500"/>
            <a:ext cx="1948069" cy="273367"/>
          </a:xfrm>
          <a:prstGeom prst="rect">
            <a:avLst/>
          </a:prstGeom>
          <a:noFill/>
        </p:spPr>
        <p:txBody>
          <a:bodyPr wrap="none" lIns="0" rIns="0" tIns="0" bIns="0">
            <a:spAutoFit/>
          </a:bodyPr>
          <a:lstStyle/>
          <a:p>
            <a:pPr>
              <a:lnSpc>
                <a:spcPts val="2075"/>
              </a:lnSpc>
              <a:spcBef>
                <a:spcPts val="0"/>
              </a:spcBef>
              <a:spcAft>
                <a:spcPts val="0"/>
              </a:spcAft>
            </a:pPr>
            <a:r>
              <a:rPr sz="1537" b="1">
                <a:solidFill>
                  <a:srgbClr val="168D9D"/>
                </a:solidFill>
                <a:latin typeface="Arial"/>
                <a:ea typeface="Microsoft YaHei"/>
              </a:rPr>
              <a:t>Polarization</a:t>
            </a:r>
            <a:r>
              <a:rPr sz="1537" b="1">
                <a:solidFill>
                  <a:srgbClr val="168D9D"/>
                </a:solidFill>
                <a:latin typeface="Microsoft YaHei"/>
                <a:ea typeface="Microsoft YaHei"/>
              </a:rPr>
              <a:t> </a:t>
            </a:r>
            <a:r>
              <a:rPr sz="1537" b="1">
                <a:solidFill>
                  <a:srgbClr val="168D9D"/>
                </a:solidFill>
                <a:latin typeface="Arial"/>
                <a:ea typeface="Microsoft YaHei"/>
              </a:rPr>
              <a:t>scan</a:t>
            </a:r>
          </a:p>
        </p:txBody>
      </p:sp>
      <p:sp>
        <p:nvSpPr>
          <p:cNvPr id="18" name="TextBox 17"/>
          <p:cNvSpPr txBox="1"/>
          <p:nvPr/>
        </p:nvSpPr>
        <p:spPr>
          <a:xfrm>
            <a:off x="5380992" y="2394108"/>
            <a:ext cx="1506215"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Linear</a:t>
            </a:r>
            <a:r>
              <a:rPr sz="1200" b="0">
                <a:solidFill>
                  <a:srgbClr val="62758C"/>
                </a:solidFill>
                <a:latin typeface="Microsoft YaHei"/>
                <a:ea typeface="Microsoft YaHei"/>
              </a:rPr>
              <a:t> </a:t>
            </a:r>
            <a:r>
              <a:rPr sz="1200" b="0">
                <a:solidFill>
                  <a:srgbClr val="62758C"/>
                </a:solidFill>
                <a:latin typeface="Arial"/>
                <a:ea typeface="Microsoft YaHei"/>
              </a:rPr>
              <a:t>angle</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QWP</a:t>
            </a:r>
          </a:p>
        </p:txBody>
      </p:sp>
      <p:cxnSp>
        <p:nvCxnSpPr>
          <p:cNvPr id="19" name="Connector 18"/>
          <p:cNvCxnSpPr/>
          <p:nvPr/>
        </p:nvCxnSpPr>
        <p:spPr>
          <a:xfrm>
            <a:off x="7143750" y="2505075"/>
            <a:ext cx="152400" cy="0"/>
          </a:xfrm>
          <a:prstGeom prst="line">
            <a:avLst/>
          </a:prstGeom>
          <a:ln w="20955">
            <a:solidFill>
              <a:srgbClr val="168D9D"/>
            </a:solidFill>
          </a:ln>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7239000" y="2476500"/>
            <a:ext cx="50800" cy="50800"/>
          </a:xfrm>
          <a:custGeom>
            <a:avLst/>
            <a:gdLst/>
            <a:ahLst/>
            <a:cxnLst/>
            <a:rect l="l" t="t" r="r" b="b"/>
            <a:pathLst>
              <a:path w="4" h="4">
                <a:moveTo>
                  <a:pt x="4" y="2"/>
                </a:moveTo>
                <a:lnTo>
                  <a:pt x="0" y="0"/>
                </a:lnTo>
                <a:lnTo>
                  <a:pt x="0" y="4"/>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15200" y="1971675"/>
            <a:ext cx="2095500" cy="1066800"/>
          </a:xfrm>
          <a:prstGeom prst="roundRect">
            <a:avLst>
              <a:gd name="adj" fmla="val 8928"/>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74631" y="2095500"/>
            <a:ext cx="1452836"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State</a:t>
            </a:r>
            <a:r>
              <a:rPr sz="1575" b="1">
                <a:solidFill>
                  <a:srgbClr val="168D9D"/>
                </a:solidFill>
                <a:latin typeface="Microsoft YaHei"/>
                <a:ea typeface="Microsoft YaHei"/>
              </a:rPr>
              <a:t> </a:t>
            </a:r>
            <a:r>
              <a:rPr sz="1575" b="1">
                <a:solidFill>
                  <a:srgbClr val="168D9D"/>
                </a:solidFill>
                <a:latin typeface="Arial"/>
                <a:ea typeface="Microsoft YaHei"/>
              </a:rPr>
              <a:t>sweep</a:t>
            </a:r>
          </a:p>
        </p:txBody>
      </p:sp>
      <p:sp>
        <p:nvSpPr>
          <p:cNvPr id="23" name="TextBox 22"/>
          <p:cNvSpPr txBox="1"/>
          <p:nvPr/>
        </p:nvSpPr>
        <p:spPr>
          <a:xfrm>
            <a:off x="7606382" y="2394108"/>
            <a:ext cx="1589335"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T</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B</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Vg</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spectrum</a:t>
            </a:r>
          </a:p>
        </p:txBody>
      </p:sp>
      <p:cxnSp>
        <p:nvCxnSpPr>
          <p:cNvPr id="24" name="Connector 23"/>
          <p:cNvCxnSpPr/>
          <p:nvPr/>
        </p:nvCxnSpPr>
        <p:spPr>
          <a:xfrm>
            <a:off x="9410700" y="2505075"/>
            <a:ext cx="152400" cy="0"/>
          </a:xfrm>
          <a:prstGeom prst="line">
            <a:avLst/>
          </a:prstGeom>
          <a:ln w="20955">
            <a:solidFill>
              <a:srgbClr val="168D9D"/>
            </a:solidFill>
          </a:ln>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9499600" y="2476500"/>
            <a:ext cx="63500" cy="50800"/>
          </a:xfrm>
          <a:custGeom>
            <a:avLst/>
            <a:gdLst/>
            <a:ahLst/>
            <a:cxnLst/>
            <a:rect l="l" t="t" r="r" b="b"/>
            <a:pathLst>
              <a:path w="5" h="4">
                <a:moveTo>
                  <a:pt x="5" y="2"/>
                </a:moveTo>
                <a:lnTo>
                  <a:pt x="0" y="0"/>
                </a:lnTo>
                <a:lnTo>
                  <a:pt x="0" y="4"/>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582150" y="1971675"/>
            <a:ext cx="2095500" cy="1066800"/>
          </a:xfrm>
          <a:prstGeom prst="roundRect">
            <a:avLst>
              <a:gd name="adj" fmla="val 8928"/>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8112" y="2095500"/>
            <a:ext cx="1939774" cy="273367"/>
          </a:xfrm>
          <a:prstGeom prst="rect">
            <a:avLst/>
          </a:prstGeom>
          <a:noFill/>
        </p:spPr>
        <p:txBody>
          <a:bodyPr wrap="none" lIns="0" rIns="0" tIns="0" bIns="0">
            <a:spAutoFit/>
          </a:bodyPr>
          <a:lstStyle/>
          <a:p>
            <a:pPr>
              <a:lnSpc>
                <a:spcPts val="2075"/>
              </a:lnSpc>
              <a:spcBef>
                <a:spcPts val="0"/>
              </a:spcBef>
              <a:spcAft>
                <a:spcPts val="0"/>
              </a:spcAft>
            </a:pPr>
            <a:r>
              <a:rPr sz="1537" b="1">
                <a:solidFill>
                  <a:srgbClr val="168D9D"/>
                </a:solidFill>
                <a:latin typeface="Arial"/>
                <a:ea typeface="Microsoft YaHei"/>
              </a:rPr>
              <a:t>Return</a:t>
            </a:r>
            <a:r>
              <a:rPr sz="1537" b="1">
                <a:solidFill>
                  <a:srgbClr val="168D9D"/>
                </a:solidFill>
                <a:latin typeface="Microsoft YaHei"/>
                <a:ea typeface="Microsoft YaHei"/>
              </a:rPr>
              <a:t> </a:t>
            </a:r>
            <a:r>
              <a:rPr sz="1537" b="1">
                <a:solidFill>
                  <a:srgbClr val="168D9D"/>
                </a:solidFill>
                <a:latin typeface="Arial"/>
                <a:ea typeface="Microsoft YaHei"/>
              </a:rPr>
              <a:t>reference</a:t>
            </a:r>
          </a:p>
        </p:txBody>
      </p:sp>
      <p:sp>
        <p:nvSpPr>
          <p:cNvPr id="28" name="TextBox 27"/>
          <p:cNvSpPr txBox="1"/>
          <p:nvPr/>
        </p:nvSpPr>
        <p:spPr>
          <a:xfrm>
            <a:off x="10021974" y="2394108"/>
            <a:ext cx="1292051"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Dark</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P</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repeat</a:t>
            </a:r>
          </a:p>
        </p:txBody>
      </p:sp>
      <p:sp>
        <p:nvSpPr>
          <p:cNvPr id="29" name="Rounded Rectangle 28"/>
          <p:cNvSpPr/>
          <p:nvPr/>
        </p:nvSpPr>
        <p:spPr>
          <a:xfrm>
            <a:off x="514350" y="3533775"/>
            <a:ext cx="11163300" cy="2286000"/>
          </a:xfrm>
          <a:prstGeom prst="roundRect">
            <a:avLst>
              <a:gd name="adj" fmla="val 4166"/>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8650" y="3629025"/>
            <a:ext cx="715281"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168D9D"/>
                </a:solidFill>
                <a:latin typeface="Arial"/>
                <a:ea typeface="Microsoft YaHei"/>
              </a:rPr>
              <a:t>Branch</a:t>
            </a:r>
          </a:p>
        </p:txBody>
      </p:sp>
      <p:sp>
        <p:nvSpPr>
          <p:cNvPr id="31" name="TextBox 30"/>
          <p:cNvSpPr txBox="1"/>
          <p:nvPr/>
        </p:nvSpPr>
        <p:spPr>
          <a:xfrm>
            <a:off x="2972943" y="3629025"/>
            <a:ext cx="1543566"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168D9D"/>
                </a:solidFill>
                <a:latin typeface="Arial"/>
                <a:ea typeface="Microsoft YaHei"/>
              </a:rPr>
              <a:t>Configured</a:t>
            </a:r>
            <a:r>
              <a:rPr sz="1275" b="1">
                <a:solidFill>
                  <a:srgbClr val="168D9D"/>
                </a:solidFill>
                <a:latin typeface="Microsoft YaHei"/>
                <a:ea typeface="Microsoft YaHei"/>
              </a:rPr>
              <a:t> </a:t>
            </a:r>
            <a:r>
              <a:rPr sz="1275" b="1">
                <a:solidFill>
                  <a:srgbClr val="168D9D"/>
                </a:solidFill>
                <a:latin typeface="Arial"/>
                <a:ea typeface="Microsoft YaHei"/>
              </a:rPr>
              <a:t>scan</a:t>
            </a:r>
          </a:p>
        </p:txBody>
      </p:sp>
      <p:sp>
        <p:nvSpPr>
          <p:cNvPr id="32" name="TextBox 31"/>
          <p:cNvSpPr txBox="1"/>
          <p:nvPr/>
        </p:nvSpPr>
        <p:spPr>
          <a:xfrm>
            <a:off x="7326630" y="3629025"/>
            <a:ext cx="1929482" cy="226694"/>
          </a:xfrm>
          <a:prstGeom prst="rect">
            <a:avLst/>
          </a:prstGeom>
          <a:noFill/>
        </p:spPr>
        <p:txBody>
          <a:bodyPr wrap="none" lIns="0" rIns="0" tIns="0" bIns="0">
            <a:spAutoFit/>
          </a:bodyPr>
          <a:lstStyle/>
          <a:p>
            <a:pPr>
              <a:lnSpc>
                <a:spcPts val="1721"/>
              </a:lnSpc>
              <a:spcBef>
                <a:spcPts val="0"/>
              </a:spcBef>
              <a:spcAft>
                <a:spcPts val="0"/>
              </a:spcAft>
            </a:pPr>
            <a:r>
              <a:rPr sz="1275" b="1">
                <a:solidFill>
                  <a:srgbClr val="168D9D"/>
                </a:solidFill>
                <a:latin typeface="Arial"/>
                <a:ea typeface="Microsoft YaHei"/>
              </a:rPr>
              <a:t>Associated</a:t>
            </a:r>
            <a:r>
              <a:rPr sz="1275" b="1">
                <a:solidFill>
                  <a:srgbClr val="168D9D"/>
                </a:solidFill>
                <a:latin typeface="Microsoft YaHei"/>
                <a:ea typeface="Microsoft YaHei"/>
              </a:rPr>
              <a:t> </a:t>
            </a:r>
            <a:r>
              <a:rPr sz="1275" b="1">
                <a:solidFill>
                  <a:srgbClr val="168D9D"/>
                </a:solidFill>
                <a:latin typeface="Arial"/>
                <a:ea typeface="Microsoft YaHei"/>
              </a:rPr>
              <a:t>evidence</a:t>
            </a:r>
          </a:p>
        </p:txBody>
      </p:sp>
      <p:sp>
        <p:nvSpPr>
          <p:cNvPr id="33" name="Rectangle 32"/>
          <p:cNvSpPr/>
          <p:nvPr/>
        </p:nvSpPr>
        <p:spPr>
          <a:xfrm>
            <a:off x="523875" y="3990975"/>
            <a:ext cx="11144250" cy="4572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8650" y="4076700"/>
            <a:ext cx="1532734"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730</a:t>
            </a:r>
            <a:r>
              <a:rPr sz="1275" b="0">
                <a:solidFill>
                  <a:srgbClr val="23364D"/>
                </a:solidFill>
                <a:latin typeface="Microsoft YaHei"/>
                <a:ea typeface="Microsoft YaHei"/>
              </a:rPr>
              <a:t> </a:t>
            </a:r>
            <a:r>
              <a:rPr sz="1275" b="0">
                <a:solidFill>
                  <a:srgbClr val="23364D"/>
                </a:solidFill>
                <a:latin typeface="Arial"/>
                <a:ea typeface="Microsoft YaHei"/>
              </a:rPr>
              <a:t>nm</a:t>
            </a:r>
            <a:r>
              <a:rPr sz="1275" b="0">
                <a:solidFill>
                  <a:srgbClr val="23364D"/>
                </a:solidFill>
                <a:latin typeface="Microsoft YaHei"/>
                <a:ea typeface="Microsoft YaHei"/>
              </a:rPr>
              <a:t> </a:t>
            </a:r>
            <a:r>
              <a:rPr sz="1275" b="0">
                <a:solidFill>
                  <a:srgbClr val="23364D"/>
                </a:solidFill>
                <a:latin typeface="Arial"/>
                <a:ea typeface="Microsoft YaHei"/>
              </a:rPr>
              <a:t>excitation</a:t>
            </a:r>
          </a:p>
        </p:txBody>
      </p:sp>
      <p:sp>
        <p:nvSpPr>
          <p:cNvPr id="35" name="TextBox 34"/>
          <p:cNvSpPr txBox="1"/>
          <p:nvPr/>
        </p:nvSpPr>
        <p:spPr>
          <a:xfrm>
            <a:off x="2972943" y="4076700"/>
            <a:ext cx="3005002"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Drive</a:t>
            </a:r>
            <a:r>
              <a:rPr sz="1275" b="0">
                <a:solidFill>
                  <a:srgbClr val="23364D"/>
                </a:solidFill>
                <a:latin typeface="Microsoft YaHei"/>
                <a:ea typeface="Microsoft YaHei"/>
              </a:rPr>
              <a:t> </a:t>
            </a:r>
            <a:r>
              <a:rPr sz="1275" b="0">
                <a:solidFill>
                  <a:srgbClr val="23364D"/>
                </a:solidFill>
                <a:latin typeface="Arial"/>
                <a:ea typeface="Microsoft YaHei"/>
              </a:rPr>
              <a:t>setting</a:t>
            </a:r>
            <a:r>
              <a:rPr sz="1275" b="0">
                <a:solidFill>
                  <a:srgbClr val="23364D"/>
                </a:solidFill>
                <a:latin typeface="Microsoft YaHei"/>
                <a:ea typeface="Microsoft YaHei"/>
              </a:rPr>
              <a:t> </a:t>
            </a:r>
            <a:r>
              <a:rPr sz="1275" b="0">
                <a:solidFill>
                  <a:srgbClr val="23364D"/>
                </a:solidFill>
                <a:latin typeface="Arial"/>
                <a:ea typeface="Microsoft YaHei"/>
              </a:rPr>
              <a:t>×</a:t>
            </a:r>
            <a:r>
              <a:rPr sz="1275" b="0">
                <a:solidFill>
                  <a:srgbClr val="23364D"/>
                </a:solidFill>
                <a:latin typeface="Microsoft YaHei"/>
                <a:ea typeface="Microsoft YaHei"/>
              </a:rPr>
              <a:t> </a:t>
            </a:r>
            <a:r>
              <a:rPr sz="1275" b="0">
                <a:solidFill>
                  <a:srgbClr val="23364D"/>
                </a:solidFill>
                <a:latin typeface="Arial"/>
                <a:ea typeface="Microsoft YaHei"/>
              </a:rPr>
              <a:t>power</a:t>
            </a:r>
            <a:r>
              <a:rPr sz="1275" b="0">
                <a:solidFill>
                  <a:srgbClr val="23364D"/>
                </a:solidFill>
                <a:latin typeface="Microsoft YaHei"/>
                <a:ea typeface="Microsoft YaHei"/>
              </a:rPr>
              <a:t> </a:t>
            </a:r>
            <a:r>
              <a:rPr sz="1275" b="0">
                <a:solidFill>
                  <a:srgbClr val="23364D"/>
                </a:solidFill>
                <a:latin typeface="Arial"/>
                <a:ea typeface="Microsoft YaHei"/>
              </a:rPr>
              <a:t>×</a:t>
            </a:r>
            <a:r>
              <a:rPr sz="1275" b="0">
                <a:solidFill>
                  <a:srgbClr val="23364D"/>
                </a:solidFill>
                <a:latin typeface="Microsoft YaHei"/>
                <a:ea typeface="Microsoft YaHei"/>
              </a:rPr>
              <a:t> </a:t>
            </a:r>
            <a:r>
              <a:rPr sz="1275" b="0">
                <a:solidFill>
                  <a:srgbClr val="23364D"/>
                </a:solidFill>
                <a:latin typeface="Arial"/>
                <a:ea typeface="Microsoft YaHei"/>
              </a:rPr>
              <a:t>polarization</a:t>
            </a:r>
          </a:p>
        </p:txBody>
      </p:sp>
      <p:sp>
        <p:nvSpPr>
          <p:cNvPr id="36" name="TextBox 35"/>
          <p:cNvSpPr txBox="1"/>
          <p:nvPr/>
        </p:nvSpPr>
        <p:spPr>
          <a:xfrm>
            <a:off x="7326630" y="4076700"/>
            <a:ext cx="3004765"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PD,</a:t>
            </a:r>
            <a:r>
              <a:rPr sz="1275" b="0">
                <a:solidFill>
                  <a:srgbClr val="23364D"/>
                </a:solidFill>
                <a:latin typeface="Microsoft YaHei"/>
                <a:ea typeface="Microsoft YaHei"/>
              </a:rPr>
              <a:t> </a:t>
            </a:r>
            <a:r>
              <a:rPr sz="1275" b="0">
                <a:solidFill>
                  <a:srgbClr val="23364D"/>
                </a:solidFill>
                <a:latin typeface="Arial"/>
                <a:ea typeface="Microsoft YaHei"/>
              </a:rPr>
              <a:t>angle,</a:t>
            </a:r>
            <a:r>
              <a:rPr sz="1275" b="0">
                <a:solidFill>
                  <a:srgbClr val="23364D"/>
                </a:solidFill>
                <a:latin typeface="Microsoft YaHei"/>
                <a:ea typeface="Microsoft YaHei"/>
              </a:rPr>
              <a:t> </a:t>
            </a:r>
            <a:r>
              <a:rPr sz="1275" b="0">
                <a:solidFill>
                  <a:srgbClr val="23364D"/>
                </a:solidFill>
                <a:latin typeface="Arial"/>
                <a:ea typeface="Microsoft YaHei"/>
              </a:rPr>
              <a:t>gain</a:t>
            </a:r>
            <a:r>
              <a:rPr sz="1275" b="0">
                <a:solidFill>
                  <a:srgbClr val="23364D"/>
                </a:solidFill>
                <a:latin typeface="Microsoft YaHei"/>
                <a:ea typeface="Microsoft YaHei"/>
              </a:rPr>
              <a:t> </a:t>
            </a:r>
            <a:r>
              <a:rPr sz="1275" b="0">
                <a:solidFill>
                  <a:srgbClr val="23364D"/>
                </a:solidFill>
                <a:latin typeface="Arial"/>
                <a:ea typeface="Microsoft YaHei"/>
              </a:rPr>
              <a:t>and</a:t>
            </a:r>
            <a:r>
              <a:rPr sz="1275" b="0">
                <a:solidFill>
                  <a:srgbClr val="23364D"/>
                </a:solidFill>
                <a:latin typeface="Microsoft YaHei"/>
                <a:ea typeface="Microsoft YaHei"/>
              </a:rPr>
              <a:t> </a:t>
            </a:r>
            <a:r>
              <a:rPr sz="1275" b="0">
                <a:solidFill>
                  <a:srgbClr val="23364D"/>
                </a:solidFill>
                <a:latin typeface="Arial"/>
                <a:ea typeface="Microsoft YaHei"/>
              </a:rPr>
              <a:t>fchop</a:t>
            </a:r>
            <a:r>
              <a:rPr sz="1275" b="0">
                <a:solidFill>
                  <a:srgbClr val="23364D"/>
                </a:solidFill>
                <a:latin typeface="Microsoft YaHei"/>
                <a:ea typeface="Microsoft YaHei"/>
              </a:rPr>
              <a:t> </a:t>
            </a:r>
            <a:r>
              <a:rPr sz="1275" b="0">
                <a:solidFill>
                  <a:srgbClr val="23364D"/>
                </a:solidFill>
                <a:latin typeface="Arial"/>
                <a:ea typeface="Microsoft YaHei"/>
              </a:rPr>
              <a:t>readbacks</a:t>
            </a:r>
          </a:p>
        </p:txBody>
      </p:sp>
      <p:sp>
        <p:nvSpPr>
          <p:cNvPr id="37" name="TextBox 36"/>
          <p:cNvSpPr txBox="1"/>
          <p:nvPr/>
        </p:nvSpPr>
        <p:spPr>
          <a:xfrm>
            <a:off x="628650" y="4533900"/>
            <a:ext cx="1501503"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SuperK</a:t>
            </a:r>
            <a:r>
              <a:rPr sz="1275" b="0">
                <a:solidFill>
                  <a:srgbClr val="23364D"/>
                </a:solidFill>
                <a:latin typeface="Microsoft YaHei"/>
                <a:ea typeface="Microsoft YaHei"/>
              </a:rPr>
              <a:t> </a:t>
            </a:r>
            <a:r>
              <a:rPr sz="1275" b="0">
                <a:solidFill>
                  <a:srgbClr val="23364D"/>
                </a:solidFill>
                <a:latin typeface="Arial"/>
                <a:ea typeface="Microsoft YaHei"/>
              </a:rPr>
              <a:t>excitation</a:t>
            </a:r>
          </a:p>
        </p:txBody>
      </p:sp>
      <p:sp>
        <p:nvSpPr>
          <p:cNvPr id="38" name="TextBox 37"/>
          <p:cNvSpPr txBox="1"/>
          <p:nvPr/>
        </p:nvSpPr>
        <p:spPr>
          <a:xfrm>
            <a:off x="2972943" y="4533900"/>
            <a:ext cx="3697532"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Excitation</a:t>
            </a:r>
            <a:r>
              <a:rPr sz="1275" b="0">
                <a:solidFill>
                  <a:srgbClr val="23364D"/>
                </a:solidFill>
                <a:latin typeface="Microsoft YaHei"/>
                <a:ea typeface="Microsoft YaHei"/>
              </a:rPr>
              <a:t> </a:t>
            </a:r>
            <a:r>
              <a:rPr sz="1275" b="0">
                <a:solidFill>
                  <a:srgbClr val="23364D"/>
                </a:solidFill>
                <a:latin typeface="Arial"/>
                <a:ea typeface="Microsoft YaHei"/>
              </a:rPr>
              <a:t>band</a:t>
            </a:r>
            <a:r>
              <a:rPr sz="1275" b="0">
                <a:solidFill>
                  <a:srgbClr val="23364D"/>
                </a:solidFill>
                <a:latin typeface="Microsoft YaHei"/>
                <a:ea typeface="Microsoft YaHei"/>
              </a:rPr>
              <a:t> </a:t>
            </a:r>
            <a:r>
              <a:rPr sz="1275" b="0">
                <a:solidFill>
                  <a:srgbClr val="23364D"/>
                </a:solidFill>
                <a:latin typeface="Arial"/>
                <a:ea typeface="Microsoft YaHei"/>
              </a:rPr>
              <a:t>/</a:t>
            </a:r>
            <a:r>
              <a:rPr sz="1275" b="0">
                <a:solidFill>
                  <a:srgbClr val="23364D"/>
                </a:solidFill>
                <a:latin typeface="Microsoft YaHei"/>
                <a:ea typeface="Microsoft YaHei"/>
              </a:rPr>
              <a:t> </a:t>
            </a:r>
            <a:r>
              <a:rPr sz="1275" b="0">
                <a:solidFill>
                  <a:srgbClr val="23364D"/>
                </a:solidFill>
                <a:latin typeface="Arial"/>
                <a:ea typeface="Microsoft YaHei"/>
              </a:rPr>
              <a:t>recorded</a:t>
            </a:r>
            <a:r>
              <a:rPr sz="1275" b="0">
                <a:solidFill>
                  <a:srgbClr val="23364D"/>
                </a:solidFill>
                <a:latin typeface="Microsoft YaHei"/>
                <a:ea typeface="Microsoft YaHei"/>
              </a:rPr>
              <a:t> </a:t>
            </a:r>
            <a:r>
              <a:rPr sz="1275" b="0">
                <a:solidFill>
                  <a:srgbClr val="23364D"/>
                </a:solidFill>
                <a:latin typeface="Arial"/>
                <a:ea typeface="Microsoft YaHei"/>
              </a:rPr>
              <a:t>incident</a:t>
            </a:r>
            <a:r>
              <a:rPr sz="1275" b="0">
                <a:solidFill>
                  <a:srgbClr val="23364D"/>
                </a:solidFill>
                <a:latin typeface="Microsoft YaHei"/>
                <a:ea typeface="Microsoft YaHei"/>
              </a:rPr>
              <a:t> </a:t>
            </a:r>
            <a:r>
              <a:rPr sz="1275" b="0">
                <a:solidFill>
                  <a:srgbClr val="23364D"/>
                </a:solidFill>
                <a:latin typeface="Arial"/>
                <a:ea typeface="Microsoft YaHei"/>
              </a:rPr>
              <a:t>spectrum</a:t>
            </a:r>
          </a:p>
        </p:txBody>
      </p:sp>
      <p:sp>
        <p:nvSpPr>
          <p:cNvPr id="39" name="TextBox 38"/>
          <p:cNvSpPr txBox="1"/>
          <p:nvPr/>
        </p:nvSpPr>
        <p:spPr>
          <a:xfrm>
            <a:off x="7326630" y="4533900"/>
            <a:ext cx="3500265"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Reference</a:t>
            </a:r>
            <a:r>
              <a:rPr sz="1275" b="0">
                <a:solidFill>
                  <a:srgbClr val="23364D"/>
                </a:solidFill>
                <a:latin typeface="Microsoft YaHei"/>
                <a:ea typeface="Microsoft YaHei"/>
              </a:rPr>
              <a:t> </a:t>
            </a:r>
            <a:r>
              <a:rPr sz="1275" b="0">
                <a:solidFill>
                  <a:srgbClr val="23364D"/>
                </a:solidFill>
                <a:latin typeface="Arial"/>
                <a:ea typeface="Microsoft YaHei"/>
              </a:rPr>
              <a:t>spectrum</a:t>
            </a:r>
            <a:r>
              <a:rPr sz="1275" b="0">
                <a:solidFill>
                  <a:srgbClr val="23364D"/>
                </a:solidFill>
                <a:latin typeface="Microsoft YaHei"/>
                <a:ea typeface="Microsoft YaHei"/>
              </a:rPr>
              <a:t> </a:t>
            </a:r>
            <a:r>
              <a:rPr sz="1275" b="0">
                <a:solidFill>
                  <a:srgbClr val="23364D"/>
                </a:solidFill>
                <a:latin typeface="Arial"/>
                <a:ea typeface="Microsoft YaHei"/>
              </a:rPr>
              <a:t>and</a:t>
            </a:r>
            <a:r>
              <a:rPr sz="1275" b="0">
                <a:solidFill>
                  <a:srgbClr val="23364D"/>
                </a:solidFill>
                <a:latin typeface="Microsoft YaHei"/>
                <a:ea typeface="Microsoft YaHei"/>
              </a:rPr>
              <a:t> </a:t>
            </a:r>
            <a:r>
              <a:rPr sz="1275" b="0">
                <a:solidFill>
                  <a:srgbClr val="23364D"/>
                </a:solidFill>
                <a:latin typeface="Arial"/>
                <a:ea typeface="Microsoft YaHei"/>
              </a:rPr>
              <a:t>power</a:t>
            </a:r>
            <a:r>
              <a:rPr sz="1275" b="0">
                <a:solidFill>
                  <a:srgbClr val="23364D"/>
                </a:solidFill>
                <a:latin typeface="Microsoft YaHei"/>
                <a:ea typeface="Microsoft YaHei"/>
              </a:rPr>
              <a:t> </a:t>
            </a:r>
            <a:r>
              <a:rPr sz="1275" b="0">
                <a:solidFill>
                  <a:srgbClr val="23364D"/>
                </a:solidFill>
                <a:latin typeface="Arial"/>
                <a:ea typeface="Microsoft YaHei"/>
              </a:rPr>
              <a:t>calibration</a:t>
            </a:r>
          </a:p>
        </p:txBody>
      </p:sp>
      <p:sp>
        <p:nvSpPr>
          <p:cNvPr id="40" name="Rectangle 39"/>
          <p:cNvSpPr/>
          <p:nvPr/>
        </p:nvSpPr>
        <p:spPr>
          <a:xfrm>
            <a:off x="523875" y="4905375"/>
            <a:ext cx="11144250" cy="4572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8650" y="4991100"/>
            <a:ext cx="1819107"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Environmental</a:t>
            </a:r>
            <a:r>
              <a:rPr sz="1275" b="0">
                <a:solidFill>
                  <a:srgbClr val="23364D"/>
                </a:solidFill>
                <a:latin typeface="Microsoft YaHei"/>
                <a:ea typeface="Microsoft YaHei"/>
              </a:rPr>
              <a:t> </a:t>
            </a:r>
            <a:r>
              <a:rPr sz="1275" b="0">
                <a:solidFill>
                  <a:srgbClr val="23364D"/>
                </a:solidFill>
                <a:latin typeface="Arial"/>
                <a:ea typeface="Microsoft YaHei"/>
              </a:rPr>
              <a:t>sweep</a:t>
            </a:r>
          </a:p>
        </p:txBody>
      </p:sp>
      <p:sp>
        <p:nvSpPr>
          <p:cNvPr id="42" name="TextBox 41"/>
          <p:cNvSpPr txBox="1"/>
          <p:nvPr/>
        </p:nvSpPr>
        <p:spPr>
          <a:xfrm>
            <a:off x="2972943" y="4991100"/>
            <a:ext cx="3090946"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T</a:t>
            </a:r>
            <a:r>
              <a:rPr sz="1275" b="0">
                <a:solidFill>
                  <a:srgbClr val="23364D"/>
                </a:solidFill>
                <a:latin typeface="Microsoft YaHei"/>
                <a:ea typeface="Microsoft YaHei"/>
              </a:rPr>
              <a:t> </a:t>
            </a:r>
            <a:r>
              <a:rPr sz="1275" b="0">
                <a:solidFill>
                  <a:srgbClr val="23364D"/>
                </a:solidFill>
                <a:latin typeface="Arial"/>
                <a:ea typeface="Microsoft YaHei"/>
              </a:rPr>
              <a:t>×</a:t>
            </a:r>
            <a:r>
              <a:rPr sz="1275" b="0">
                <a:solidFill>
                  <a:srgbClr val="23364D"/>
                </a:solidFill>
                <a:latin typeface="Microsoft YaHei"/>
                <a:ea typeface="Microsoft YaHei"/>
              </a:rPr>
              <a:t> </a:t>
            </a:r>
            <a:r>
              <a:rPr sz="1275" b="0">
                <a:solidFill>
                  <a:srgbClr val="23364D"/>
                </a:solidFill>
                <a:latin typeface="Arial"/>
                <a:ea typeface="Microsoft YaHei"/>
              </a:rPr>
              <a:t>B</a:t>
            </a:r>
            <a:r>
              <a:rPr sz="1275" b="0">
                <a:solidFill>
                  <a:srgbClr val="23364D"/>
                </a:solidFill>
                <a:latin typeface="Microsoft YaHei"/>
                <a:ea typeface="Microsoft YaHei"/>
              </a:rPr>
              <a:t> </a:t>
            </a:r>
            <a:r>
              <a:rPr sz="1275" b="0">
                <a:solidFill>
                  <a:srgbClr val="23364D"/>
                </a:solidFill>
                <a:latin typeface="Arial"/>
                <a:ea typeface="Microsoft YaHei"/>
              </a:rPr>
              <a:t>×</a:t>
            </a:r>
            <a:r>
              <a:rPr sz="1275" b="0">
                <a:solidFill>
                  <a:srgbClr val="23364D"/>
                </a:solidFill>
                <a:latin typeface="Microsoft YaHei"/>
                <a:ea typeface="Microsoft YaHei"/>
              </a:rPr>
              <a:t> </a:t>
            </a:r>
            <a:r>
              <a:rPr sz="1275" b="0">
                <a:solidFill>
                  <a:srgbClr val="23364D"/>
                </a:solidFill>
                <a:latin typeface="Arial"/>
                <a:ea typeface="Microsoft YaHei"/>
              </a:rPr>
              <a:t>Vg</a:t>
            </a:r>
            <a:r>
              <a:rPr sz="1275" b="0">
                <a:solidFill>
                  <a:srgbClr val="23364D"/>
                </a:solidFill>
                <a:latin typeface="Microsoft YaHei"/>
                <a:ea typeface="Microsoft YaHei"/>
              </a:rPr>
              <a:t> </a:t>
            </a:r>
            <a:r>
              <a:rPr sz="1275" b="0">
                <a:solidFill>
                  <a:srgbClr val="23364D"/>
                </a:solidFill>
                <a:latin typeface="Arial"/>
                <a:ea typeface="Microsoft YaHei"/>
              </a:rPr>
              <a:t>with</a:t>
            </a:r>
            <a:r>
              <a:rPr sz="1275" b="0">
                <a:solidFill>
                  <a:srgbClr val="23364D"/>
                </a:solidFill>
                <a:latin typeface="Microsoft YaHei"/>
                <a:ea typeface="Microsoft YaHei"/>
              </a:rPr>
              <a:t> </a:t>
            </a:r>
            <a:r>
              <a:rPr sz="1275" b="0">
                <a:solidFill>
                  <a:srgbClr val="23364D"/>
                </a:solidFill>
                <a:latin typeface="Arial"/>
                <a:ea typeface="Microsoft YaHei"/>
              </a:rPr>
              <a:t>selected</a:t>
            </a:r>
            <a:r>
              <a:rPr sz="1275" b="0">
                <a:solidFill>
                  <a:srgbClr val="23364D"/>
                </a:solidFill>
                <a:latin typeface="Microsoft YaHei"/>
                <a:ea typeface="Microsoft YaHei"/>
              </a:rPr>
              <a:t> </a:t>
            </a:r>
            <a:r>
              <a:rPr sz="1275" b="0">
                <a:solidFill>
                  <a:srgbClr val="23364D"/>
                </a:solidFill>
                <a:latin typeface="Arial"/>
                <a:ea typeface="Microsoft YaHei"/>
              </a:rPr>
              <a:t>optical</a:t>
            </a:r>
            <a:r>
              <a:rPr sz="1275" b="0">
                <a:solidFill>
                  <a:srgbClr val="23364D"/>
                </a:solidFill>
                <a:latin typeface="Microsoft YaHei"/>
                <a:ea typeface="Microsoft YaHei"/>
              </a:rPr>
              <a:t> </a:t>
            </a:r>
            <a:r>
              <a:rPr sz="1275" b="0">
                <a:solidFill>
                  <a:srgbClr val="23364D"/>
                </a:solidFill>
                <a:latin typeface="Arial"/>
                <a:ea typeface="Microsoft YaHei"/>
              </a:rPr>
              <a:t>state</a:t>
            </a:r>
          </a:p>
        </p:txBody>
      </p:sp>
      <p:sp>
        <p:nvSpPr>
          <p:cNvPr id="43" name="TextBox 42"/>
          <p:cNvSpPr txBox="1"/>
          <p:nvPr/>
        </p:nvSpPr>
        <p:spPr>
          <a:xfrm>
            <a:off x="7326630" y="4991100"/>
            <a:ext cx="3175229"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Actual</a:t>
            </a:r>
            <a:r>
              <a:rPr sz="1275" b="0">
                <a:solidFill>
                  <a:srgbClr val="23364D"/>
                </a:solidFill>
                <a:latin typeface="Microsoft YaHei"/>
                <a:ea typeface="Microsoft YaHei"/>
              </a:rPr>
              <a:t> </a:t>
            </a:r>
            <a:r>
              <a:rPr sz="1275" b="0">
                <a:solidFill>
                  <a:srgbClr val="23364D"/>
                </a:solidFill>
                <a:latin typeface="Arial"/>
                <a:ea typeface="Microsoft YaHei"/>
              </a:rPr>
              <a:t>state,</a:t>
            </a:r>
            <a:r>
              <a:rPr sz="1275" b="0">
                <a:solidFill>
                  <a:srgbClr val="23364D"/>
                </a:solidFill>
                <a:latin typeface="Microsoft YaHei"/>
                <a:ea typeface="Microsoft YaHei"/>
              </a:rPr>
              <a:t> </a:t>
            </a:r>
            <a:r>
              <a:rPr sz="1275" b="0">
                <a:solidFill>
                  <a:srgbClr val="23364D"/>
                </a:solidFill>
                <a:latin typeface="Arial"/>
                <a:ea typeface="Microsoft YaHei"/>
              </a:rPr>
              <a:t>settling</a:t>
            </a:r>
            <a:r>
              <a:rPr sz="1275" b="0">
                <a:solidFill>
                  <a:srgbClr val="23364D"/>
                </a:solidFill>
                <a:latin typeface="Microsoft YaHei"/>
                <a:ea typeface="Microsoft YaHei"/>
              </a:rPr>
              <a:t> </a:t>
            </a:r>
            <a:r>
              <a:rPr sz="1275" b="0">
                <a:solidFill>
                  <a:srgbClr val="23364D"/>
                </a:solidFill>
                <a:latin typeface="Arial"/>
                <a:ea typeface="Microsoft YaHei"/>
              </a:rPr>
              <a:t>and</a:t>
            </a:r>
            <a:r>
              <a:rPr sz="1275" b="0">
                <a:solidFill>
                  <a:srgbClr val="23364D"/>
                </a:solidFill>
                <a:latin typeface="Microsoft YaHei"/>
                <a:ea typeface="Microsoft YaHei"/>
              </a:rPr>
              <a:t> </a:t>
            </a:r>
            <a:r>
              <a:rPr sz="1275" b="0">
                <a:solidFill>
                  <a:srgbClr val="23364D"/>
                </a:solidFill>
                <a:latin typeface="Arial"/>
                <a:ea typeface="Microsoft YaHei"/>
              </a:rPr>
              <a:t>gate</a:t>
            </a:r>
            <a:r>
              <a:rPr sz="1275" b="0">
                <a:solidFill>
                  <a:srgbClr val="23364D"/>
                </a:solidFill>
                <a:latin typeface="Microsoft YaHei"/>
                <a:ea typeface="Microsoft YaHei"/>
              </a:rPr>
              <a:t> </a:t>
            </a:r>
            <a:r>
              <a:rPr sz="1275" b="0">
                <a:solidFill>
                  <a:srgbClr val="23364D"/>
                </a:solidFill>
                <a:latin typeface="Arial"/>
                <a:ea typeface="Microsoft YaHei"/>
              </a:rPr>
              <a:t>leakage</a:t>
            </a:r>
          </a:p>
        </p:txBody>
      </p:sp>
      <p:sp>
        <p:nvSpPr>
          <p:cNvPr id="44" name="TextBox 43"/>
          <p:cNvSpPr txBox="1"/>
          <p:nvPr/>
        </p:nvSpPr>
        <p:spPr>
          <a:xfrm>
            <a:off x="628650" y="5448300"/>
            <a:ext cx="1446316"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Reference</a:t>
            </a:r>
            <a:r>
              <a:rPr sz="1275" b="0">
                <a:solidFill>
                  <a:srgbClr val="23364D"/>
                </a:solidFill>
                <a:latin typeface="Microsoft YaHei"/>
                <a:ea typeface="Microsoft YaHei"/>
              </a:rPr>
              <a:t> </a:t>
            </a:r>
            <a:r>
              <a:rPr sz="1275" b="0">
                <a:solidFill>
                  <a:srgbClr val="23364D"/>
                </a:solidFill>
                <a:latin typeface="Arial"/>
                <a:ea typeface="Microsoft YaHei"/>
              </a:rPr>
              <a:t>return</a:t>
            </a:r>
          </a:p>
        </p:txBody>
      </p:sp>
      <p:sp>
        <p:nvSpPr>
          <p:cNvPr id="45" name="TextBox 44"/>
          <p:cNvSpPr txBox="1"/>
          <p:nvPr/>
        </p:nvSpPr>
        <p:spPr>
          <a:xfrm>
            <a:off x="2972943" y="5448300"/>
            <a:ext cx="3790354"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Dark</a:t>
            </a:r>
            <a:r>
              <a:rPr sz="1275" b="0">
                <a:solidFill>
                  <a:srgbClr val="23364D"/>
                </a:solidFill>
                <a:latin typeface="Microsoft YaHei"/>
                <a:ea typeface="Microsoft YaHei"/>
              </a:rPr>
              <a:t> </a:t>
            </a:r>
            <a:r>
              <a:rPr sz="1275" b="0">
                <a:solidFill>
                  <a:srgbClr val="23364D"/>
                </a:solidFill>
                <a:latin typeface="Arial"/>
                <a:ea typeface="Microsoft YaHei"/>
              </a:rPr>
              <a:t>/</a:t>
            </a:r>
            <a:r>
              <a:rPr sz="1275" b="0">
                <a:solidFill>
                  <a:srgbClr val="23364D"/>
                </a:solidFill>
                <a:latin typeface="Microsoft YaHei"/>
                <a:ea typeface="Microsoft YaHei"/>
              </a:rPr>
              <a:t> </a:t>
            </a:r>
            <a:r>
              <a:rPr sz="1275" b="0">
                <a:solidFill>
                  <a:srgbClr val="23364D"/>
                </a:solidFill>
                <a:latin typeface="Arial"/>
                <a:ea typeface="Microsoft YaHei"/>
              </a:rPr>
              <a:t>reference</a:t>
            </a:r>
            <a:r>
              <a:rPr sz="1275" b="0">
                <a:solidFill>
                  <a:srgbClr val="23364D"/>
                </a:solidFill>
                <a:latin typeface="Microsoft YaHei"/>
                <a:ea typeface="Microsoft YaHei"/>
              </a:rPr>
              <a:t> </a:t>
            </a:r>
            <a:r>
              <a:rPr sz="1275" b="0">
                <a:solidFill>
                  <a:srgbClr val="23364D"/>
                </a:solidFill>
                <a:latin typeface="Arial"/>
                <a:ea typeface="Microsoft YaHei"/>
              </a:rPr>
              <a:t>power</a:t>
            </a:r>
            <a:r>
              <a:rPr sz="1275" b="0">
                <a:solidFill>
                  <a:srgbClr val="23364D"/>
                </a:solidFill>
                <a:latin typeface="Microsoft YaHei"/>
                <a:ea typeface="Microsoft YaHei"/>
              </a:rPr>
              <a:t> </a:t>
            </a:r>
            <a:r>
              <a:rPr sz="1275" b="0">
                <a:solidFill>
                  <a:srgbClr val="23364D"/>
                </a:solidFill>
                <a:latin typeface="Arial"/>
                <a:ea typeface="Microsoft YaHei"/>
              </a:rPr>
              <a:t>/</a:t>
            </a:r>
            <a:r>
              <a:rPr sz="1275" b="0">
                <a:solidFill>
                  <a:srgbClr val="23364D"/>
                </a:solidFill>
                <a:latin typeface="Microsoft YaHei"/>
                <a:ea typeface="Microsoft YaHei"/>
              </a:rPr>
              <a:t> </a:t>
            </a:r>
            <a:r>
              <a:rPr sz="1275" b="0">
                <a:solidFill>
                  <a:srgbClr val="23364D"/>
                </a:solidFill>
                <a:latin typeface="Arial"/>
                <a:ea typeface="Microsoft YaHei"/>
              </a:rPr>
              <a:t>repeated</a:t>
            </a:r>
            <a:r>
              <a:rPr sz="1275" b="0">
                <a:solidFill>
                  <a:srgbClr val="23364D"/>
                </a:solidFill>
                <a:latin typeface="Microsoft YaHei"/>
                <a:ea typeface="Microsoft YaHei"/>
              </a:rPr>
              <a:t> </a:t>
            </a:r>
            <a:r>
              <a:rPr sz="1275" b="0">
                <a:solidFill>
                  <a:srgbClr val="23364D"/>
                </a:solidFill>
                <a:latin typeface="Arial"/>
                <a:ea typeface="Microsoft YaHei"/>
              </a:rPr>
              <a:t>polarization</a:t>
            </a:r>
          </a:p>
        </p:txBody>
      </p:sp>
      <p:sp>
        <p:nvSpPr>
          <p:cNvPr id="46" name="TextBox 45"/>
          <p:cNvSpPr txBox="1"/>
          <p:nvPr/>
        </p:nvSpPr>
        <p:spPr>
          <a:xfrm>
            <a:off x="7326630" y="5448300"/>
            <a:ext cx="3200767"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23364D"/>
                </a:solidFill>
                <a:latin typeface="Arial"/>
                <a:ea typeface="Microsoft YaHei"/>
              </a:rPr>
              <a:t>Background,</a:t>
            </a:r>
            <a:r>
              <a:rPr sz="1275" b="0">
                <a:solidFill>
                  <a:srgbClr val="23364D"/>
                </a:solidFill>
                <a:latin typeface="Microsoft YaHei"/>
                <a:ea typeface="Microsoft YaHei"/>
              </a:rPr>
              <a:t> </a:t>
            </a:r>
            <a:r>
              <a:rPr sz="1275" b="0">
                <a:solidFill>
                  <a:srgbClr val="23364D"/>
                </a:solidFill>
                <a:latin typeface="Arial"/>
                <a:ea typeface="Microsoft YaHei"/>
              </a:rPr>
              <a:t>stability</a:t>
            </a:r>
            <a:r>
              <a:rPr sz="1275" b="0">
                <a:solidFill>
                  <a:srgbClr val="23364D"/>
                </a:solidFill>
                <a:latin typeface="Microsoft YaHei"/>
                <a:ea typeface="Microsoft YaHei"/>
              </a:rPr>
              <a:t> </a:t>
            </a:r>
            <a:r>
              <a:rPr sz="1275" b="0">
                <a:solidFill>
                  <a:srgbClr val="23364D"/>
                </a:solidFill>
                <a:latin typeface="Arial"/>
                <a:ea typeface="Microsoft YaHei"/>
              </a:rPr>
              <a:t>and</a:t>
            </a:r>
            <a:r>
              <a:rPr sz="1275" b="0">
                <a:solidFill>
                  <a:srgbClr val="23364D"/>
                </a:solidFill>
                <a:latin typeface="Microsoft YaHei"/>
                <a:ea typeface="Microsoft YaHei"/>
              </a:rPr>
              <a:t> </a:t>
            </a:r>
            <a:r>
              <a:rPr sz="1275" b="0">
                <a:solidFill>
                  <a:srgbClr val="23364D"/>
                </a:solidFill>
                <a:latin typeface="Arial"/>
                <a:ea typeface="Microsoft YaHei"/>
              </a:rPr>
              <a:t>repeatability</a:t>
            </a:r>
          </a:p>
        </p:txBody>
      </p:sp>
      <p:sp>
        <p:nvSpPr>
          <p:cNvPr id="47" name="Rounded Rectangle 46"/>
          <p:cNvSpPr/>
          <p:nvPr/>
        </p:nvSpPr>
        <p:spPr>
          <a:xfrm>
            <a:off x="514350" y="5886450"/>
            <a:ext cx="11163300" cy="514350"/>
          </a:xfrm>
          <a:prstGeom prst="roundRect">
            <a:avLst>
              <a:gd name="adj" fmla="val 16666"/>
            </a:avLst>
          </a:prstGeom>
          <a:solidFill>
            <a:srgbClr val="E9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5325" y="6000750"/>
            <a:ext cx="10785927" cy="246697"/>
          </a:xfrm>
          <a:prstGeom prst="rect">
            <a:avLst/>
          </a:prstGeom>
          <a:noFill/>
        </p:spPr>
        <p:txBody>
          <a:bodyPr wrap="none" lIns="0" rIns="0" tIns="0" bIns="0">
            <a:spAutoFit/>
          </a:bodyPr>
          <a:lstStyle/>
          <a:p>
            <a:pPr>
              <a:lnSpc>
                <a:spcPts val="1873"/>
              </a:lnSpc>
              <a:spcBef>
                <a:spcPts val="0"/>
              </a:spcBef>
              <a:spcAft>
                <a:spcPts val="0"/>
              </a:spcAft>
            </a:pPr>
            <a:r>
              <a:rPr sz="1387" b="1">
                <a:solidFill>
                  <a:srgbClr val="168D9D"/>
                </a:solidFill>
                <a:latin typeface="Arial"/>
                <a:ea typeface="Microsoft YaHei"/>
              </a:rPr>
              <a:t>A</a:t>
            </a:r>
            <a:r>
              <a:rPr sz="1387" b="1">
                <a:solidFill>
                  <a:srgbClr val="168D9D"/>
                </a:solidFill>
                <a:latin typeface="Microsoft YaHei"/>
                <a:ea typeface="Microsoft YaHei"/>
              </a:rPr>
              <a:t> </a:t>
            </a:r>
            <a:r>
              <a:rPr sz="1387" b="1">
                <a:solidFill>
                  <a:srgbClr val="168D9D"/>
                </a:solidFill>
                <a:latin typeface="Arial"/>
                <a:ea typeface="Microsoft YaHei"/>
              </a:rPr>
              <a:t>chopped-light</a:t>
            </a:r>
            <a:r>
              <a:rPr sz="1387" b="1">
                <a:solidFill>
                  <a:srgbClr val="168D9D"/>
                </a:solidFill>
                <a:latin typeface="Microsoft YaHei"/>
                <a:ea typeface="Microsoft YaHei"/>
              </a:rPr>
              <a:t> </a:t>
            </a:r>
            <a:r>
              <a:rPr sz="1387" b="1">
                <a:solidFill>
                  <a:srgbClr val="168D9D"/>
                </a:solidFill>
                <a:latin typeface="Arial"/>
                <a:ea typeface="Microsoft YaHei"/>
              </a:rPr>
              <a:t>signal</a:t>
            </a:r>
            <a:r>
              <a:rPr sz="1387" b="1">
                <a:solidFill>
                  <a:srgbClr val="168D9D"/>
                </a:solidFill>
                <a:latin typeface="Microsoft YaHei"/>
                <a:ea typeface="Microsoft YaHei"/>
              </a:rPr>
              <a:t> </a:t>
            </a:r>
            <a:r>
              <a:rPr sz="1387" b="1">
                <a:solidFill>
                  <a:srgbClr val="168D9D"/>
                </a:solidFill>
                <a:latin typeface="Arial"/>
                <a:ea typeface="Microsoft YaHei"/>
              </a:rPr>
              <a:t>is</a:t>
            </a:r>
            <a:r>
              <a:rPr sz="1387" b="1">
                <a:solidFill>
                  <a:srgbClr val="168D9D"/>
                </a:solidFill>
                <a:latin typeface="Microsoft YaHei"/>
                <a:ea typeface="Microsoft YaHei"/>
              </a:rPr>
              <a:t> </a:t>
            </a:r>
            <a:r>
              <a:rPr sz="1387" b="1">
                <a:solidFill>
                  <a:srgbClr val="168D9D"/>
                </a:solidFill>
                <a:latin typeface="Arial"/>
                <a:ea typeface="Microsoft YaHei"/>
              </a:rPr>
              <a:t>an</a:t>
            </a:r>
            <a:r>
              <a:rPr sz="1387" b="1">
                <a:solidFill>
                  <a:srgbClr val="168D9D"/>
                </a:solidFill>
                <a:latin typeface="Microsoft YaHei"/>
                <a:ea typeface="Microsoft YaHei"/>
              </a:rPr>
              <a:t> </a:t>
            </a:r>
            <a:r>
              <a:rPr sz="1387" b="1">
                <a:solidFill>
                  <a:srgbClr val="168D9D"/>
                </a:solidFill>
                <a:latin typeface="Arial"/>
                <a:ea typeface="Microsoft YaHei"/>
              </a:rPr>
              <a:t>observation;</a:t>
            </a:r>
            <a:r>
              <a:rPr sz="1387" b="1">
                <a:solidFill>
                  <a:srgbClr val="168D9D"/>
                </a:solidFill>
                <a:latin typeface="Microsoft YaHei"/>
                <a:ea typeface="Microsoft YaHei"/>
              </a:rPr>
              <a:t> </a:t>
            </a:r>
            <a:r>
              <a:rPr sz="1387" b="1">
                <a:solidFill>
                  <a:srgbClr val="168D9D"/>
                </a:solidFill>
                <a:latin typeface="Arial"/>
                <a:ea typeface="Microsoft YaHei"/>
              </a:rPr>
              <a:t>mechanism</a:t>
            </a:r>
            <a:r>
              <a:rPr sz="1387" b="1">
                <a:solidFill>
                  <a:srgbClr val="168D9D"/>
                </a:solidFill>
                <a:latin typeface="Microsoft YaHei"/>
                <a:ea typeface="Microsoft YaHei"/>
              </a:rPr>
              <a:t> </a:t>
            </a:r>
            <a:r>
              <a:rPr sz="1387" b="1">
                <a:solidFill>
                  <a:srgbClr val="168D9D"/>
                </a:solidFill>
                <a:latin typeface="Arial"/>
                <a:ea typeface="Microsoft YaHei"/>
              </a:rPr>
              <a:t>assignments</a:t>
            </a:r>
            <a:r>
              <a:rPr sz="1387" b="1">
                <a:solidFill>
                  <a:srgbClr val="168D9D"/>
                </a:solidFill>
                <a:latin typeface="Microsoft YaHei"/>
                <a:ea typeface="Microsoft YaHei"/>
              </a:rPr>
              <a:t> </a:t>
            </a:r>
            <a:r>
              <a:rPr sz="1387" b="1">
                <a:solidFill>
                  <a:srgbClr val="168D9D"/>
                </a:solidFill>
                <a:latin typeface="Arial"/>
                <a:ea typeface="Microsoft YaHei"/>
              </a:rPr>
              <a:t>require</a:t>
            </a:r>
            <a:r>
              <a:rPr sz="1387" b="1">
                <a:solidFill>
                  <a:srgbClr val="168D9D"/>
                </a:solidFill>
                <a:latin typeface="Microsoft YaHei"/>
                <a:ea typeface="Microsoft YaHei"/>
              </a:rPr>
              <a:t> </a:t>
            </a:r>
            <a:r>
              <a:rPr sz="1387" b="1">
                <a:solidFill>
                  <a:srgbClr val="168D9D"/>
                </a:solidFill>
                <a:latin typeface="Arial"/>
                <a:ea typeface="Microsoft YaHei"/>
              </a:rPr>
              <a:t>the</a:t>
            </a:r>
            <a:r>
              <a:rPr sz="1387" b="1">
                <a:solidFill>
                  <a:srgbClr val="168D9D"/>
                </a:solidFill>
                <a:latin typeface="Microsoft YaHei"/>
                <a:ea typeface="Microsoft YaHei"/>
              </a:rPr>
              <a:t> </a:t>
            </a:r>
            <a:r>
              <a:rPr sz="1387" b="1">
                <a:solidFill>
                  <a:srgbClr val="168D9D"/>
                </a:solidFill>
                <a:latin typeface="Arial"/>
                <a:ea typeface="Microsoft YaHei"/>
              </a:rPr>
              <a:t>matching</a:t>
            </a:r>
            <a:r>
              <a:rPr sz="1387" b="1">
                <a:solidFill>
                  <a:srgbClr val="168D9D"/>
                </a:solidFill>
                <a:latin typeface="Microsoft YaHei"/>
                <a:ea typeface="Microsoft YaHei"/>
              </a:rPr>
              <a:t> </a:t>
            </a:r>
            <a:r>
              <a:rPr sz="1387" b="1">
                <a:solidFill>
                  <a:srgbClr val="168D9D"/>
                </a:solidFill>
                <a:latin typeface="Arial"/>
                <a:ea typeface="Microsoft YaHei"/>
              </a:rPr>
              <a:t>control</a:t>
            </a:r>
            <a:r>
              <a:rPr sz="1387" b="1">
                <a:solidFill>
                  <a:srgbClr val="168D9D"/>
                </a:solidFill>
                <a:latin typeface="Microsoft YaHei"/>
                <a:ea typeface="Microsoft YaHei"/>
              </a:rPr>
              <a:t> </a:t>
            </a:r>
            <a:r>
              <a:rPr sz="1387" b="1">
                <a:solidFill>
                  <a:srgbClr val="168D9D"/>
                </a:solidFill>
                <a:latin typeface="Arial"/>
                <a:ea typeface="Microsoft YaHei"/>
              </a:rPr>
              <a:t>experiments.</a:t>
            </a:r>
          </a:p>
        </p:txBody>
      </p:sp>
      <p:cxnSp>
        <p:nvCxnSpPr>
          <p:cNvPr id="49" name="Connector 48"/>
          <p:cNvCxnSpPr/>
          <p:nvPr/>
        </p:nvCxnSpPr>
        <p:spPr>
          <a:xfrm>
            <a:off x="514350" y="6543675"/>
            <a:ext cx="11163300" cy="0"/>
          </a:xfrm>
          <a:prstGeom prst="line">
            <a:avLst/>
          </a:prstGeom>
          <a:ln w="9525">
            <a:solidFill>
              <a:srgbClr val="D9E3EE"/>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23875" y="6619875"/>
            <a:ext cx="3609184"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LabOS</a:t>
            </a:r>
            <a:r>
              <a:rPr sz="825" b="0">
                <a:solidFill>
                  <a:srgbClr val="62758C"/>
                </a:solidFill>
                <a:latin typeface="Microsoft YaHei"/>
                <a:ea typeface="Microsoft YaHei"/>
              </a:rPr>
              <a:t>  </a:t>
            </a:r>
            <a:r>
              <a:rPr sz="825" b="0">
                <a:solidFill>
                  <a:srgbClr val="62758C"/>
                </a:solidFill>
                <a:latin typeface="Arial"/>
                <a:ea typeface="Microsoft YaHei"/>
              </a:rPr>
              <a:t>|</a:t>
            </a:r>
            <a:r>
              <a:rPr sz="825" b="0">
                <a:solidFill>
                  <a:srgbClr val="62758C"/>
                </a:solidFill>
                <a:latin typeface="Microsoft YaHei"/>
                <a:ea typeface="Microsoft YaHei"/>
              </a:rPr>
              <a:t>  </a:t>
            </a:r>
            <a:r>
              <a:rPr sz="825" b="0">
                <a:solidFill>
                  <a:srgbClr val="62758C"/>
                </a:solidFill>
                <a:latin typeface="Arial"/>
                <a:ea typeface="Microsoft YaHei"/>
              </a:rPr>
              <a:t>Cross-PC</a:t>
            </a:r>
            <a:r>
              <a:rPr sz="825" b="0">
                <a:solidFill>
                  <a:srgbClr val="62758C"/>
                </a:solidFill>
                <a:latin typeface="Microsoft YaHei"/>
                <a:ea typeface="Microsoft YaHei"/>
              </a:rPr>
              <a:t> </a:t>
            </a:r>
            <a:r>
              <a:rPr sz="825" b="0">
                <a:solidFill>
                  <a:srgbClr val="62758C"/>
                </a:solidFill>
                <a:latin typeface="Arial"/>
                <a:ea typeface="Microsoft YaHei"/>
              </a:rPr>
              <a:t>nonlinear</a:t>
            </a:r>
            <a:r>
              <a:rPr sz="825" b="0">
                <a:solidFill>
                  <a:srgbClr val="62758C"/>
                </a:solidFill>
                <a:latin typeface="Microsoft YaHei"/>
                <a:ea typeface="Microsoft YaHei"/>
              </a:rPr>
              <a:t> </a:t>
            </a:r>
            <a:r>
              <a:rPr sz="825" b="0">
                <a:solidFill>
                  <a:srgbClr val="62758C"/>
                </a:solidFill>
                <a:latin typeface="Arial"/>
                <a:ea typeface="Microsoft YaHei"/>
              </a:rPr>
              <a:t>Hall</a:t>
            </a:r>
            <a:r>
              <a:rPr sz="825" b="0">
                <a:solidFill>
                  <a:srgbClr val="62758C"/>
                </a:solidFill>
                <a:latin typeface="Microsoft YaHei"/>
                <a:ea typeface="Microsoft YaHei"/>
              </a:rPr>
              <a:t> </a:t>
            </a:r>
            <a:r>
              <a:rPr sz="825" b="0">
                <a:solidFill>
                  <a:srgbClr val="62758C"/>
                </a:solidFill>
                <a:latin typeface="Arial"/>
                <a:ea typeface="Microsoft YaHei"/>
              </a:rPr>
              <a:t>and</a:t>
            </a:r>
            <a:r>
              <a:rPr sz="825" b="0">
                <a:solidFill>
                  <a:srgbClr val="62758C"/>
                </a:solidFill>
                <a:latin typeface="Microsoft YaHei"/>
                <a:ea typeface="Microsoft YaHei"/>
              </a:rPr>
              <a:t> </a:t>
            </a:r>
            <a:r>
              <a:rPr sz="825" b="0">
                <a:solidFill>
                  <a:srgbClr val="62758C"/>
                </a:solidFill>
                <a:latin typeface="Arial"/>
                <a:ea typeface="Microsoft YaHei"/>
              </a:rPr>
              <a:t>BVPE</a:t>
            </a:r>
            <a:r>
              <a:rPr sz="825" b="0">
                <a:solidFill>
                  <a:srgbClr val="62758C"/>
                </a:solidFill>
                <a:latin typeface="Microsoft YaHei"/>
                <a:ea typeface="Microsoft YaHei"/>
              </a:rPr>
              <a:t> </a:t>
            </a:r>
            <a:r>
              <a:rPr sz="825" b="0">
                <a:solidFill>
                  <a:srgbClr val="62758C"/>
                </a:solidFill>
                <a:latin typeface="Arial"/>
                <a:ea typeface="Microsoft YaHei"/>
              </a:rPr>
              <a:t>measurement</a:t>
            </a:r>
            <a:r>
              <a:rPr sz="825" b="0">
                <a:solidFill>
                  <a:srgbClr val="62758C"/>
                </a:solidFill>
                <a:latin typeface="Microsoft YaHei"/>
                <a:ea typeface="Microsoft YaHei"/>
              </a:rPr>
              <a:t> </a:t>
            </a:r>
            <a:r>
              <a:rPr sz="825" b="0">
                <a:solidFill>
                  <a:srgbClr val="62758C"/>
                </a:solidFill>
                <a:latin typeface="Arial"/>
                <a:ea typeface="Microsoft YaHei"/>
              </a:rPr>
              <a:t>workflows</a:t>
            </a:r>
          </a:p>
        </p:txBody>
      </p:sp>
      <p:sp>
        <p:nvSpPr>
          <p:cNvPr id="51" name="TextBox 50"/>
          <p:cNvSpPr txBox="1"/>
          <p:nvPr/>
        </p:nvSpPr>
        <p:spPr>
          <a:xfrm>
            <a:off x="11348256" y="6600825"/>
            <a:ext cx="405593"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62758C"/>
                </a:solidFill>
                <a:latin typeface="Arial"/>
                <a:ea typeface="Microsoft YaHei"/>
              </a:rPr>
              <a:t>15/22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295275"/>
            <a:ext cx="2043917"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15</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JOINT</a:t>
            </a:r>
            <a:r>
              <a:rPr sz="975" b="1">
                <a:solidFill>
                  <a:srgbClr val="168D9D"/>
                </a:solidFill>
                <a:latin typeface="Microsoft YaHei"/>
                <a:ea typeface="Microsoft YaHei"/>
              </a:rPr>
              <a:t> </a:t>
            </a:r>
            <a:r>
              <a:rPr sz="975" b="1">
                <a:solidFill>
                  <a:srgbClr val="168D9D"/>
                </a:solidFill>
                <a:latin typeface="Arial"/>
                <a:ea typeface="Microsoft YaHei"/>
              </a:rPr>
              <a:t>CAMPAIGN</a:t>
            </a:r>
            <a:r>
              <a:rPr sz="975" b="1">
                <a:solidFill>
                  <a:srgbClr val="168D9D"/>
                </a:solidFill>
                <a:latin typeface="Microsoft YaHei"/>
                <a:ea typeface="Microsoft YaHei"/>
              </a:rPr>
              <a:t> </a:t>
            </a:r>
            <a:r>
              <a:rPr sz="975" b="1">
                <a:solidFill>
                  <a:srgbClr val="168D9D"/>
                </a:solidFill>
                <a:latin typeface="Arial"/>
                <a:ea typeface="Microsoft YaHei"/>
              </a:rPr>
              <a:t>GRAPH</a:t>
            </a:r>
          </a:p>
        </p:txBody>
      </p:sp>
      <p:sp>
        <p:nvSpPr>
          <p:cNvPr id="4" name="TextBox 3"/>
          <p:cNvSpPr txBox="1"/>
          <p:nvPr/>
        </p:nvSpPr>
        <p:spPr>
          <a:xfrm>
            <a:off x="514350" y="676275"/>
            <a:ext cx="10351814" cy="480059"/>
          </a:xfrm>
          <a:prstGeom prst="rect">
            <a:avLst/>
          </a:prstGeom>
          <a:noFill/>
        </p:spPr>
        <p:txBody>
          <a:bodyPr wrap="none" lIns="0" rIns="0" tIns="0" bIns="0">
            <a:spAutoFit/>
          </a:bodyPr>
          <a:lstStyle/>
          <a:p>
            <a:pPr>
              <a:lnSpc>
                <a:spcPts val="3645"/>
              </a:lnSpc>
              <a:spcBef>
                <a:spcPts val="0"/>
              </a:spcBef>
              <a:spcAft>
                <a:spcPts val="0"/>
              </a:spcAft>
            </a:pPr>
            <a:r>
              <a:rPr sz="2700" b="1">
                <a:solidFill>
                  <a:srgbClr val="11233E"/>
                </a:solidFill>
                <a:latin typeface="Arial"/>
                <a:ea typeface="Microsoft YaHei"/>
              </a:rPr>
              <a:t>A</a:t>
            </a:r>
            <a:r>
              <a:rPr sz="2700" b="1">
                <a:solidFill>
                  <a:srgbClr val="11233E"/>
                </a:solidFill>
                <a:latin typeface="Microsoft YaHei"/>
                <a:ea typeface="Microsoft YaHei"/>
              </a:rPr>
              <a:t> </a:t>
            </a:r>
            <a:r>
              <a:rPr sz="2700" b="1">
                <a:solidFill>
                  <a:srgbClr val="11233E"/>
                </a:solidFill>
                <a:latin typeface="Arial"/>
                <a:ea typeface="Microsoft YaHei"/>
              </a:rPr>
              <a:t>shared</a:t>
            </a:r>
            <a:r>
              <a:rPr sz="2700" b="1">
                <a:solidFill>
                  <a:srgbClr val="11233E"/>
                </a:solidFill>
                <a:latin typeface="Microsoft YaHei"/>
                <a:ea typeface="Microsoft YaHei"/>
              </a:rPr>
              <a:t> </a:t>
            </a:r>
            <a:r>
              <a:rPr sz="2700" b="1">
                <a:solidFill>
                  <a:srgbClr val="11233E"/>
                </a:solidFill>
                <a:latin typeface="Arial"/>
                <a:ea typeface="Microsoft YaHei"/>
              </a:rPr>
              <a:t>coordinate</a:t>
            </a:r>
            <a:r>
              <a:rPr sz="2700" b="1">
                <a:solidFill>
                  <a:srgbClr val="11233E"/>
                </a:solidFill>
                <a:latin typeface="Microsoft YaHei"/>
                <a:ea typeface="Microsoft YaHei"/>
              </a:rPr>
              <a:t> </a:t>
            </a:r>
            <a:r>
              <a:rPr sz="2700" b="1">
                <a:solidFill>
                  <a:srgbClr val="11233E"/>
                </a:solidFill>
                <a:latin typeface="Arial"/>
                <a:ea typeface="Microsoft YaHei"/>
              </a:rPr>
              <a:t>links</a:t>
            </a:r>
            <a:r>
              <a:rPr sz="2700" b="1">
                <a:solidFill>
                  <a:srgbClr val="11233E"/>
                </a:solidFill>
                <a:latin typeface="Microsoft YaHei"/>
                <a:ea typeface="Microsoft YaHei"/>
              </a:rPr>
              <a:t> </a:t>
            </a:r>
            <a:r>
              <a:rPr sz="2700" b="1">
                <a:solidFill>
                  <a:srgbClr val="11233E"/>
                </a:solidFill>
                <a:latin typeface="Arial"/>
                <a:ea typeface="Microsoft YaHei"/>
              </a:rPr>
              <a:t>dark</a:t>
            </a:r>
            <a:r>
              <a:rPr sz="2700" b="1">
                <a:solidFill>
                  <a:srgbClr val="11233E"/>
                </a:solidFill>
                <a:latin typeface="Microsoft YaHei"/>
                <a:ea typeface="Microsoft YaHei"/>
              </a:rPr>
              <a:t> </a:t>
            </a:r>
            <a:r>
              <a:rPr sz="2700" b="1">
                <a:solidFill>
                  <a:srgbClr val="11233E"/>
                </a:solidFill>
                <a:latin typeface="Arial"/>
                <a:ea typeface="Microsoft YaHei"/>
              </a:rPr>
              <a:t>and</a:t>
            </a:r>
            <a:r>
              <a:rPr sz="2700" b="1">
                <a:solidFill>
                  <a:srgbClr val="11233E"/>
                </a:solidFill>
                <a:latin typeface="Microsoft YaHei"/>
                <a:ea typeface="Microsoft YaHei"/>
              </a:rPr>
              <a:t> </a:t>
            </a:r>
            <a:r>
              <a:rPr sz="2700" b="1">
                <a:solidFill>
                  <a:srgbClr val="11233E"/>
                </a:solidFill>
                <a:latin typeface="Arial"/>
                <a:ea typeface="Microsoft YaHei"/>
              </a:rPr>
              <a:t>illuminated</a:t>
            </a:r>
            <a:r>
              <a:rPr sz="2700" b="1">
                <a:solidFill>
                  <a:srgbClr val="11233E"/>
                </a:solidFill>
                <a:latin typeface="Microsoft YaHei"/>
                <a:ea typeface="Microsoft YaHei"/>
              </a:rPr>
              <a:t> </a:t>
            </a:r>
            <a:r>
              <a:rPr sz="2700" b="1">
                <a:solidFill>
                  <a:srgbClr val="11233E"/>
                </a:solidFill>
                <a:latin typeface="Arial"/>
                <a:ea typeface="Microsoft YaHei"/>
              </a:rPr>
              <a:t>stages</a:t>
            </a:r>
          </a:p>
        </p:txBody>
      </p:sp>
      <p:sp>
        <p:nvSpPr>
          <p:cNvPr id="5" name="TextBox 4"/>
          <p:cNvSpPr txBox="1"/>
          <p:nvPr/>
        </p:nvSpPr>
        <p:spPr>
          <a:xfrm>
            <a:off x="533400" y="1247775"/>
            <a:ext cx="9088277"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62758C"/>
                </a:solidFill>
                <a:latin typeface="Arial"/>
                <a:ea typeface="Microsoft YaHei"/>
              </a:rPr>
              <a:t>campaign_id</a:t>
            </a:r>
            <a:r>
              <a:rPr sz="1425" b="0">
                <a:solidFill>
                  <a:srgbClr val="62758C"/>
                </a:solidFill>
                <a:latin typeface="Microsoft YaHei"/>
                <a:ea typeface="Microsoft YaHei"/>
              </a:rPr>
              <a:t> </a:t>
            </a:r>
            <a:r>
              <a:rPr sz="1425" b="0">
                <a:solidFill>
                  <a:srgbClr val="62758C"/>
                </a:solidFill>
                <a:latin typeface="Arial"/>
                <a:ea typeface="Microsoft YaHei"/>
              </a:rPr>
              <a:t>links</a:t>
            </a:r>
            <a:r>
              <a:rPr sz="1425" b="0">
                <a:solidFill>
                  <a:srgbClr val="62758C"/>
                </a:solidFill>
                <a:latin typeface="Microsoft YaHei"/>
                <a:ea typeface="Microsoft YaHei"/>
              </a:rPr>
              <a:t> </a:t>
            </a:r>
            <a:r>
              <a:rPr sz="1425" b="0">
                <a:solidFill>
                  <a:srgbClr val="62758C"/>
                </a:solidFill>
                <a:latin typeface="Arial"/>
                <a:ea typeface="Microsoft YaHei"/>
              </a:rPr>
              <a:t>the</a:t>
            </a:r>
            <a:r>
              <a:rPr sz="1425" b="0">
                <a:solidFill>
                  <a:srgbClr val="62758C"/>
                </a:solidFill>
                <a:latin typeface="Microsoft YaHei"/>
                <a:ea typeface="Microsoft YaHei"/>
              </a:rPr>
              <a:t> </a:t>
            </a:r>
            <a:r>
              <a:rPr sz="1425" b="0">
                <a:solidFill>
                  <a:srgbClr val="62758C"/>
                </a:solidFill>
                <a:latin typeface="Arial"/>
                <a:ea typeface="Microsoft YaHei"/>
              </a:rPr>
              <a:t>research</a:t>
            </a:r>
            <a:r>
              <a:rPr sz="1425" b="0">
                <a:solidFill>
                  <a:srgbClr val="62758C"/>
                </a:solidFill>
                <a:latin typeface="Microsoft YaHei"/>
                <a:ea typeface="Microsoft YaHei"/>
              </a:rPr>
              <a:t> </a:t>
            </a:r>
            <a:r>
              <a:rPr sz="1425" b="0">
                <a:solidFill>
                  <a:srgbClr val="62758C"/>
                </a:solidFill>
                <a:latin typeface="Arial"/>
                <a:ea typeface="Microsoft YaHei"/>
              </a:rPr>
              <a:t>objective;</a:t>
            </a:r>
            <a:r>
              <a:rPr sz="1425" b="0">
                <a:solidFill>
                  <a:srgbClr val="62758C"/>
                </a:solidFill>
                <a:latin typeface="Microsoft YaHei"/>
                <a:ea typeface="Microsoft YaHei"/>
              </a:rPr>
              <a:t> </a:t>
            </a:r>
            <a:r>
              <a:rPr sz="1425" b="0">
                <a:solidFill>
                  <a:srgbClr val="62758C"/>
                </a:solidFill>
                <a:latin typeface="Arial"/>
                <a:ea typeface="Microsoft YaHei"/>
              </a:rPr>
              <a:t>stage/run</a:t>
            </a:r>
            <a:r>
              <a:rPr sz="1425" b="0">
                <a:solidFill>
                  <a:srgbClr val="62758C"/>
                </a:solidFill>
                <a:latin typeface="Microsoft YaHei"/>
                <a:ea typeface="Microsoft YaHei"/>
              </a:rPr>
              <a:t> </a:t>
            </a:r>
            <a:r>
              <a:rPr sz="1425" b="0">
                <a:solidFill>
                  <a:srgbClr val="62758C"/>
                </a:solidFill>
                <a:latin typeface="Arial"/>
                <a:ea typeface="Microsoft YaHei"/>
              </a:rPr>
              <a:t>IDs</a:t>
            </a:r>
            <a:r>
              <a:rPr sz="1425" b="0">
                <a:solidFill>
                  <a:srgbClr val="62758C"/>
                </a:solidFill>
                <a:latin typeface="Microsoft YaHei"/>
                <a:ea typeface="Microsoft YaHei"/>
              </a:rPr>
              <a:t> </a:t>
            </a:r>
            <a:r>
              <a:rPr sz="1425" b="0">
                <a:solidFill>
                  <a:srgbClr val="62758C"/>
                </a:solidFill>
                <a:latin typeface="Arial"/>
                <a:ea typeface="Microsoft YaHei"/>
              </a:rPr>
              <a:t>preserve</a:t>
            </a:r>
            <a:r>
              <a:rPr sz="1425" b="0">
                <a:solidFill>
                  <a:srgbClr val="62758C"/>
                </a:solidFill>
                <a:latin typeface="Microsoft YaHei"/>
                <a:ea typeface="Microsoft YaHei"/>
              </a:rPr>
              <a:t> </a:t>
            </a:r>
            <a:r>
              <a:rPr sz="1425" b="0">
                <a:solidFill>
                  <a:srgbClr val="62758C"/>
                </a:solidFill>
                <a:latin typeface="Arial"/>
                <a:ea typeface="Microsoft YaHei"/>
              </a:rPr>
              <a:t>branches;</a:t>
            </a:r>
            <a:r>
              <a:rPr sz="1425" b="0">
                <a:solidFill>
                  <a:srgbClr val="62758C"/>
                </a:solidFill>
                <a:latin typeface="Microsoft YaHei"/>
                <a:ea typeface="Microsoft YaHei"/>
              </a:rPr>
              <a:t> </a:t>
            </a:r>
            <a:r>
              <a:rPr sz="1425" b="0">
                <a:solidFill>
                  <a:srgbClr val="62758C"/>
                </a:solidFill>
                <a:latin typeface="Arial"/>
                <a:ea typeface="Microsoft YaHei"/>
              </a:rPr>
              <a:t>point</a:t>
            </a:r>
            <a:r>
              <a:rPr sz="1425" b="0">
                <a:solidFill>
                  <a:srgbClr val="62758C"/>
                </a:solidFill>
                <a:latin typeface="Microsoft YaHei"/>
                <a:ea typeface="Microsoft YaHei"/>
              </a:rPr>
              <a:t> </a:t>
            </a:r>
            <a:r>
              <a:rPr sz="1425" b="0">
                <a:solidFill>
                  <a:srgbClr val="62758C"/>
                </a:solidFill>
                <a:latin typeface="Arial"/>
                <a:ea typeface="Microsoft YaHei"/>
              </a:rPr>
              <a:t>IDs</a:t>
            </a:r>
            <a:r>
              <a:rPr sz="1425" b="0">
                <a:solidFill>
                  <a:srgbClr val="62758C"/>
                </a:solidFill>
                <a:latin typeface="Microsoft YaHei"/>
                <a:ea typeface="Microsoft YaHei"/>
              </a:rPr>
              <a:t> </a:t>
            </a:r>
            <a:r>
              <a:rPr sz="1425" b="0">
                <a:solidFill>
                  <a:srgbClr val="62758C"/>
                </a:solidFill>
                <a:latin typeface="Arial"/>
                <a:ea typeface="Microsoft YaHei"/>
              </a:rPr>
              <a:t>link</a:t>
            </a:r>
            <a:r>
              <a:rPr sz="1425" b="0">
                <a:solidFill>
                  <a:srgbClr val="62758C"/>
                </a:solidFill>
                <a:latin typeface="Microsoft YaHei"/>
                <a:ea typeface="Microsoft YaHei"/>
              </a:rPr>
              <a:t> </a:t>
            </a:r>
            <a:r>
              <a:rPr sz="1425" b="0">
                <a:solidFill>
                  <a:srgbClr val="62758C"/>
                </a:solidFill>
                <a:latin typeface="Arial"/>
                <a:ea typeface="Microsoft YaHei"/>
              </a:rPr>
              <a:t>conditions.</a:t>
            </a:r>
          </a:p>
        </p:txBody>
      </p:sp>
      <p:sp>
        <p:nvSpPr>
          <p:cNvPr id="6" name="Rounded Rectangle 5"/>
          <p:cNvSpPr/>
          <p:nvPr/>
        </p:nvSpPr>
        <p:spPr>
          <a:xfrm>
            <a:off x="514350" y="1924050"/>
            <a:ext cx="2162175" cy="733425"/>
          </a:xfrm>
          <a:prstGeom prst="roundRect">
            <a:avLst>
              <a:gd name="adj" fmla="val 12987"/>
            </a:avLst>
          </a:prstGeom>
          <a:solidFill>
            <a:srgbClr val="F1ECFC"/>
          </a:solidFill>
          <a:ln w="13334">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6329" y="2000250"/>
            <a:ext cx="1874415" cy="266700"/>
          </a:xfrm>
          <a:prstGeom prst="rect">
            <a:avLst/>
          </a:prstGeom>
          <a:noFill/>
        </p:spPr>
        <p:txBody>
          <a:bodyPr wrap="none" lIns="0" rIns="0" tIns="0" bIns="0">
            <a:spAutoFit/>
          </a:bodyPr>
          <a:lstStyle/>
          <a:p>
            <a:pPr>
              <a:lnSpc>
                <a:spcPts val="2025"/>
              </a:lnSpc>
              <a:spcBef>
                <a:spcPts val="0"/>
              </a:spcBef>
              <a:spcAft>
                <a:spcPts val="0"/>
              </a:spcAft>
            </a:pPr>
            <a:r>
              <a:rPr sz="1500" b="1">
                <a:solidFill>
                  <a:srgbClr val="7653CF"/>
                </a:solidFill>
                <a:latin typeface="Arial"/>
                <a:ea typeface="Microsoft YaHei"/>
              </a:rPr>
              <a:t>Prepare</a:t>
            </a:r>
            <a:r>
              <a:rPr sz="1500" b="1">
                <a:solidFill>
                  <a:srgbClr val="7653CF"/>
                </a:solidFill>
                <a:latin typeface="Microsoft YaHei"/>
                <a:ea typeface="Microsoft YaHei"/>
              </a:rPr>
              <a:t> </a:t>
            </a:r>
            <a:r>
              <a:rPr sz="1500" b="1">
                <a:solidFill>
                  <a:srgbClr val="7653CF"/>
                </a:solidFill>
                <a:latin typeface="Arial"/>
                <a:ea typeface="Microsoft YaHei"/>
              </a:rPr>
              <a:t>T</a:t>
            </a:r>
            <a:r>
              <a:rPr sz="1500" b="1">
                <a:solidFill>
                  <a:srgbClr val="7653CF"/>
                </a:solidFill>
                <a:latin typeface="Microsoft YaHei"/>
                <a:ea typeface="Microsoft YaHei"/>
              </a:rPr>
              <a:t> </a:t>
            </a:r>
            <a:r>
              <a:rPr sz="1500" b="1">
                <a:solidFill>
                  <a:srgbClr val="7653CF"/>
                </a:solidFill>
                <a:latin typeface="Arial"/>
                <a:ea typeface="Microsoft YaHei"/>
              </a:rPr>
              <a:t>/</a:t>
            </a:r>
            <a:r>
              <a:rPr sz="1500" b="1">
                <a:solidFill>
                  <a:srgbClr val="7653CF"/>
                </a:solidFill>
                <a:latin typeface="Microsoft YaHei"/>
                <a:ea typeface="Microsoft YaHei"/>
              </a:rPr>
              <a:t> </a:t>
            </a:r>
            <a:r>
              <a:rPr sz="1500" b="1">
                <a:solidFill>
                  <a:srgbClr val="7653CF"/>
                </a:solidFill>
                <a:latin typeface="Arial"/>
                <a:ea typeface="Microsoft YaHei"/>
              </a:rPr>
              <a:t>B</a:t>
            </a:r>
            <a:r>
              <a:rPr sz="1500" b="1">
                <a:solidFill>
                  <a:srgbClr val="7653CF"/>
                </a:solidFill>
                <a:latin typeface="Microsoft YaHei"/>
                <a:ea typeface="Microsoft YaHei"/>
              </a:rPr>
              <a:t> </a:t>
            </a:r>
            <a:r>
              <a:rPr sz="1500" b="1">
                <a:solidFill>
                  <a:srgbClr val="7653CF"/>
                </a:solidFill>
                <a:latin typeface="Arial"/>
                <a:ea typeface="Microsoft YaHei"/>
              </a:rPr>
              <a:t>/</a:t>
            </a:r>
            <a:r>
              <a:rPr sz="1500" b="1">
                <a:solidFill>
                  <a:srgbClr val="7653CF"/>
                </a:solidFill>
                <a:latin typeface="Microsoft YaHei"/>
                <a:ea typeface="Microsoft YaHei"/>
              </a:rPr>
              <a:t> </a:t>
            </a:r>
            <a:r>
              <a:rPr sz="1500" b="1">
                <a:solidFill>
                  <a:srgbClr val="7653CF"/>
                </a:solidFill>
                <a:latin typeface="Arial"/>
                <a:ea typeface="Microsoft YaHei"/>
              </a:rPr>
              <a:t>Vg</a:t>
            </a:r>
          </a:p>
        </p:txBody>
      </p:sp>
      <p:sp>
        <p:nvSpPr>
          <p:cNvPr id="8" name="TextBox 7"/>
          <p:cNvSpPr txBox="1"/>
          <p:nvPr/>
        </p:nvSpPr>
        <p:spPr>
          <a:xfrm>
            <a:off x="910130" y="2286000"/>
            <a:ext cx="1446814" cy="186690"/>
          </a:xfrm>
          <a:prstGeom prst="rect">
            <a:avLst/>
          </a:prstGeom>
          <a:noFill/>
        </p:spPr>
        <p:txBody>
          <a:bodyPr wrap="none" lIns="0" rIns="0" tIns="0" bIns="0">
            <a:spAutoFit/>
          </a:bodyPr>
          <a:lstStyle/>
          <a:p>
            <a:pPr>
              <a:lnSpc>
                <a:spcPts val="1417"/>
              </a:lnSpc>
              <a:spcBef>
                <a:spcPts val="0"/>
              </a:spcBef>
              <a:spcAft>
                <a:spcPts val="0"/>
              </a:spcAft>
            </a:pPr>
            <a:r>
              <a:rPr sz="1050" b="0">
                <a:solidFill>
                  <a:srgbClr val="62758C"/>
                </a:solidFill>
                <a:latin typeface="Arial"/>
                <a:ea typeface="Microsoft YaHei"/>
              </a:rPr>
              <a:t>PC</a:t>
            </a:r>
            <a:r>
              <a:rPr sz="1050" b="0">
                <a:solidFill>
                  <a:srgbClr val="62758C"/>
                </a:solidFill>
                <a:latin typeface="Microsoft YaHei"/>
                <a:ea typeface="Microsoft YaHei"/>
              </a:rPr>
              <a:t> </a:t>
            </a:r>
            <a:r>
              <a:rPr sz="1050" b="0">
                <a:solidFill>
                  <a:srgbClr val="62758C"/>
                </a:solidFill>
                <a:latin typeface="Arial"/>
                <a:ea typeface="Microsoft YaHei"/>
              </a:rPr>
              <a:t>B:</a:t>
            </a:r>
            <a:r>
              <a:rPr sz="1050" b="0">
                <a:solidFill>
                  <a:srgbClr val="62758C"/>
                </a:solidFill>
                <a:latin typeface="Microsoft YaHei"/>
                <a:ea typeface="Microsoft YaHei"/>
              </a:rPr>
              <a:t> </a:t>
            </a:r>
            <a:r>
              <a:rPr sz="1050" b="0">
                <a:solidFill>
                  <a:srgbClr val="62758C"/>
                </a:solidFill>
                <a:latin typeface="Arial"/>
                <a:ea typeface="Microsoft YaHei"/>
              </a:rPr>
              <a:t>observed</a:t>
            </a:r>
            <a:r>
              <a:rPr sz="1050" b="0">
                <a:solidFill>
                  <a:srgbClr val="62758C"/>
                </a:solidFill>
                <a:latin typeface="Microsoft YaHei"/>
                <a:ea typeface="Microsoft YaHei"/>
              </a:rPr>
              <a:t> </a:t>
            </a:r>
            <a:r>
              <a:rPr sz="1050" b="0">
                <a:solidFill>
                  <a:srgbClr val="62758C"/>
                </a:solidFill>
                <a:latin typeface="Arial"/>
                <a:ea typeface="Microsoft YaHei"/>
              </a:rPr>
              <a:t>state</a:t>
            </a:r>
          </a:p>
        </p:txBody>
      </p:sp>
      <p:sp>
        <p:nvSpPr>
          <p:cNvPr id="9" name="Rounded Rectangle 8"/>
          <p:cNvSpPr/>
          <p:nvPr/>
        </p:nvSpPr>
        <p:spPr>
          <a:xfrm>
            <a:off x="3409950" y="1924050"/>
            <a:ext cx="2286000" cy="733425"/>
          </a:xfrm>
          <a:prstGeom prst="roundRect">
            <a:avLst>
              <a:gd name="adj" fmla="val 12987"/>
            </a:avLst>
          </a:prstGeom>
          <a:solidFill>
            <a:srgbClr val="EDF3FC"/>
          </a:solidFill>
          <a:ln w="13334">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0860" y="2000250"/>
            <a:ext cx="1700379" cy="266700"/>
          </a:xfrm>
          <a:prstGeom prst="rect">
            <a:avLst/>
          </a:prstGeom>
          <a:noFill/>
        </p:spPr>
        <p:txBody>
          <a:bodyPr wrap="none" lIns="0" rIns="0" tIns="0" bIns="0">
            <a:spAutoFit/>
          </a:bodyPr>
          <a:lstStyle/>
          <a:p>
            <a:pPr>
              <a:lnSpc>
                <a:spcPts val="2025"/>
              </a:lnSpc>
              <a:spcBef>
                <a:spcPts val="0"/>
              </a:spcBef>
              <a:spcAft>
                <a:spcPts val="0"/>
              </a:spcAft>
            </a:pPr>
            <a:r>
              <a:rPr sz="1500" b="1">
                <a:solidFill>
                  <a:srgbClr val="3B6CB0"/>
                </a:solidFill>
                <a:latin typeface="Arial"/>
                <a:ea typeface="Microsoft YaHei"/>
              </a:rPr>
              <a:t>Dark</a:t>
            </a:r>
            <a:r>
              <a:rPr sz="1500" b="1">
                <a:solidFill>
                  <a:srgbClr val="3B6CB0"/>
                </a:solidFill>
                <a:latin typeface="Microsoft YaHei"/>
                <a:ea typeface="Microsoft YaHei"/>
              </a:rPr>
              <a:t> </a:t>
            </a:r>
            <a:r>
              <a:rPr sz="1500" b="1">
                <a:solidFill>
                  <a:srgbClr val="3B6CB0"/>
                </a:solidFill>
                <a:latin typeface="Arial"/>
                <a:ea typeface="Microsoft YaHei"/>
              </a:rPr>
              <a:t>Hall</a:t>
            </a:r>
            <a:r>
              <a:rPr sz="1500" b="1">
                <a:solidFill>
                  <a:srgbClr val="3B6CB0"/>
                </a:solidFill>
                <a:latin typeface="Microsoft YaHei"/>
                <a:ea typeface="Microsoft YaHei"/>
              </a:rPr>
              <a:t> </a:t>
            </a:r>
            <a:r>
              <a:rPr sz="1500" b="1">
                <a:solidFill>
                  <a:srgbClr val="3B6CB0"/>
                </a:solidFill>
                <a:latin typeface="Arial"/>
                <a:ea typeface="Microsoft YaHei"/>
              </a:rPr>
              <a:t>stage</a:t>
            </a:r>
          </a:p>
        </p:txBody>
      </p:sp>
      <p:sp>
        <p:nvSpPr>
          <p:cNvPr id="11" name="TextBox 10"/>
          <p:cNvSpPr txBox="1"/>
          <p:nvPr/>
        </p:nvSpPr>
        <p:spPr>
          <a:xfrm>
            <a:off x="3797158" y="2286000"/>
            <a:ext cx="1587782" cy="186690"/>
          </a:xfrm>
          <a:prstGeom prst="rect">
            <a:avLst/>
          </a:prstGeom>
          <a:noFill/>
        </p:spPr>
        <p:txBody>
          <a:bodyPr wrap="none" lIns="0" rIns="0" tIns="0" bIns="0">
            <a:spAutoFit/>
          </a:bodyPr>
          <a:lstStyle/>
          <a:p>
            <a:pPr>
              <a:lnSpc>
                <a:spcPts val="1417"/>
              </a:lnSpc>
              <a:spcBef>
                <a:spcPts val="0"/>
              </a:spcBef>
              <a:spcAft>
                <a:spcPts val="0"/>
              </a:spcAft>
            </a:pPr>
            <a:r>
              <a:rPr sz="1050" b="0">
                <a:solidFill>
                  <a:srgbClr val="62758C"/>
                </a:solidFill>
                <a:latin typeface="Arial"/>
                <a:ea typeface="Microsoft YaHei"/>
              </a:rPr>
              <a:t>PC</a:t>
            </a:r>
            <a:r>
              <a:rPr sz="1050" b="0">
                <a:solidFill>
                  <a:srgbClr val="62758C"/>
                </a:solidFill>
                <a:latin typeface="Microsoft YaHei"/>
                <a:ea typeface="Microsoft YaHei"/>
              </a:rPr>
              <a:t> </a:t>
            </a:r>
            <a:r>
              <a:rPr sz="1050" b="0">
                <a:solidFill>
                  <a:srgbClr val="62758C"/>
                </a:solidFill>
                <a:latin typeface="Arial"/>
                <a:ea typeface="Microsoft YaHei"/>
              </a:rPr>
              <a:t>B:</a:t>
            </a:r>
            <a:r>
              <a:rPr sz="1050" b="0">
                <a:solidFill>
                  <a:srgbClr val="62758C"/>
                </a:solidFill>
                <a:latin typeface="Microsoft YaHei"/>
                <a:ea typeface="Microsoft YaHei"/>
              </a:rPr>
              <a:t> </a:t>
            </a:r>
            <a:r>
              <a:rPr sz="1050" b="0">
                <a:solidFill>
                  <a:srgbClr val="62758C"/>
                </a:solidFill>
                <a:latin typeface="Arial"/>
                <a:ea typeface="Microsoft YaHei"/>
              </a:rPr>
              <a:t>drive</a:t>
            </a:r>
            <a:r>
              <a:rPr sz="1050" b="0">
                <a:solidFill>
                  <a:srgbClr val="62758C"/>
                </a:solidFill>
                <a:latin typeface="Microsoft YaHei"/>
                <a:ea typeface="Microsoft YaHei"/>
              </a:rPr>
              <a:t> </a:t>
            </a:r>
            <a:r>
              <a:rPr sz="1050" b="0">
                <a:solidFill>
                  <a:srgbClr val="62758C"/>
                </a:solidFill>
                <a:latin typeface="Arial"/>
                <a:ea typeface="Microsoft YaHei"/>
              </a:rPr>
              <a:t>+</a:t>
            </a:r>
            <a:r>
              <a:rPr sz="1050" b="0">
                <a:solidFill>
                  <a:srgbClr val="62758C"/>
                </a:solidFill>
                <a:latin typeface="Microsoft YaHei"/>
                <a:ea typeface="Microsoft YaHei"/>
              </a:rPr>
              <a:t> </a:t>
            </a:r>
            <a:r>
              <a:rPr sz="1050" b="0">
                <a:solidFill>
                  <a:srgbClr val="62758C"/>
                </a:solidFill>
                <a:latin typeface="Arial"/>
                <a:ea typeface="Microsoft YaHei"/>
              </a:rPr>
              <a:t>Vxx</a:t>
            </a:r>
            <a:r>
              <a:rPr sz="1050" b="0">
                <a:solidFill>
                  <a:srgbClr val="62758C"/>
                </a:solidFill>
                <a:latin typeface="Microsoft YaHei"/>
                <a:ea typeface="Microsoft YaHei"/>
              </a:rPr>
              <a:t> </a:t>
            </a:r>
            <a:r>
              <a:rPr sz="1050" b="0">
                <a:solidFill>
                  <a:srgbClr val="62758C"/>
                </a:solidFill>
                <a:latin typeface="Arial"/>
                <a:ea typeface="Microsoft YaHei"/>
              </a:rPr>
              <a:t>/</a:t>
            </a:r>
            <a:r>
              <a:rPr sz="1050" b="0">
                <a:solidFill>
                  <a:srgbClr val="62758C"/>
                </a:solidFill>
                <a:latin typeface="Microsoft YaHei"/>
                <a:ea typeface="Microsoft YaHei"/>
              </a:rPr>
              <a:t> </a:t>
            </a:r>
            <a:r>
              <a:rPr sz="1050" b="0">
                <a:solidFill>
                  <a:srgbClr val="62758C"/>
                </a:solidFill>
                <a:latin typeface="Arial"/>
                <a:ea typeface="Microsoft YaHei"/>
              </a:rPr>
              <a:t>Vxy</a:t>
            </a:r>
          </a:p>
        </p:txBody>
      </p:sp>
      <p:sp>
        <p:nvSpPr>
          <p:cNvPr id="12" name="Rounded Rectangle 11"/>
          <p:cNvSpPr/>
          <p:nvPr/>
        </p:nvSpPr>
        <p:spPr>
          <a:xfrm>
            <a:off x="6419850" y="1924050"/>
            <a:ext cx="2286000" cy="733425"/>
          </a:xfrm>
          <a:prstGeom prst="roundRect">
            <a:avLst>
              <a:gd name="adj" fmla="val 12987"/>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39138" y="2000250"/>
            <a:ext cx="1923622" cy="266700"/>
          </a:xfrm>
          <a:prstGeom prst="rect">
            <a:avLst/>
          </a:prstGeom>
          <a:noFill/>
        </p:spPr>
        <p:txBody>
          <a:bodyPr wrap="none" lIns="0" rIns="0" tIns="0" bIns="0">
            <a:spAutoFit/>
          </a:bodyPr>
          <a:lstStyle/>
          <a:p>
            <a:pPr>
              <a:lnSpc>
                <a:spcPts val="2025"/>
              </a:lnSpc>
              <a:spcBef>
                <a:spcPts val="0"/>
              </a:spcBef>
              <a:spcAft>
                <a:spcPts val="0"/>
              </a:spcAft>
            </a:pPr>
            <a:r>
              <a:rPr sz="1500" b="1">
                <a:solidFill>
                  <a:srgbClr val="168D9D"/>
                </a:solidFill>
                <a:latin typeface="Arial"/>
                <a:ea typeface="Microsoft YaHei"/>
              </a:rPr>
              <a:t>Optical</a:t>
            </a:r>
            <a:r>
              <a:rPr sz="1500" b="1">
                <a:solidFill>
                  <a:srgbClr val="168D9D"/>
                </a:solidFill>
                <a:latin typeface="Microsoft YaHei"/>
                <a:ea typeface="Microsoft YaHei"/>
              </a:rPr>
              <a:t> </a:t>
            </a:r>
            <a:r>
              <a:rPr sz="1500" b="1">
                <a:solidFill>
                  <a:srgbClr val="168D9D"/>
                </a:solidFill>
                <a:latin typeface="Arial"/>
                <a:ea typeface="Microsoft YaHei"/>
              </a:rPr>
              <a:t>reference</a:t>
            </a:r>
          </a:p>
        </p:txBody>
      </p:sp>
      <p:sp>
        <p:nvSpPr>
          <p:cNvPr id="14" name="TextBox 13"/>
          <p:cNvSpPr txBox="1"/>
          <p:nvPr/>
        </p:nvSpPr>
        <p:spPr>
          <a:xfrm>
            <a:off x="6667979" y="2286000"/>
            <a:ext cx="1865941" cy="186690"/>
          </a:xfrm>
          <a:prstGeom prst="rect">
            <a:avLst/>
          </a:prstGeom>
          <a:noFill/>
        </p:spPr>
        <p:txBody>
          <a:bodyPr wrap="none" lIns="0" rIns="0" tIns="0" bIns="0">
            <a:spAutoFit/>
          </a:bodyPr>
          <a:lstStyle/>
          <a:p>
            <a:pPr>
              <a:lnSpc>
                <a:spcPts val="1417"/>
              </a:lnSpc>
              <a:spcBef>
                <a:spcPts val="0"/>
              </a:spcBef>
              <a:spcAft>
                <a:spcPts val="0"/>
              </a:spcAft>
            </a:pPr>
            <a:r>
              <a:rPr sz="1050" b="0">
                <a:solidFill>
                  <a:srgbClr val="62758C"/>
                </a:solidFill>
                <a:latin typeface="Arial"/>
                <a:ea typeface="Microsoft YaHei"/>
              </a:rPr>
              <a:t>PC</a:t>
            </a:r>
            <a:r>
              <a:rPr sz="1050" b="0">
                <a:solidFill>
                  <a:srgbClr val="62758C"/>
                </a:solidFill>
                <a:latin typeface="Microsoft YaHei"/>
                <a:ea typeface="Microsoft YaHei"/>
              </a:rPr>
              <a:t> </a:t>
            </a:r>
            <a:r>
              <a:rPr sz="1050" b="0">
                <a:solidFill>
                  <a:srgbClr val="62758C"/>
                </a:solidFill>
                <a:latin typeface="Arial"/>
                <a:ea typeface="Microsoft YaHei"/>
              </a:rPr>
              <a:t>A</a:t>
            </a:r>
            <a:r>
              <a:rPr sz="1050" b="0">
                <a:solidFill>
                  <a:srgbClr val="62758C"/>
                </a:solidFill>
                <a:latin typeface="Microsoft YaHei"/>
                <a:ea typeface="Microsoft YaHei"/>
              </a:rPr>
              <a:t> </a:t>
            </a:r>
            <a:r>
              <a:rPr sz="1050" b="0">
                <a:solidFill>
                  <a:srgbClr val="62758C"/>
                </a:solidFill>
                <a:latin typeface="Arial"/>
                <a:ea typeface="Microsoft YaHei"/>
              </a:rPr>
              <a:t>+</a:t>
            </a:r>
            <a:r>
              <a:rPr sz="1050" b="0">
                <a:solidFill>
                  <a:srgbClr val="62758C"/>
                </a:solidFill>
                <a:latin typeface="Microsoft YaHei"/>
                <a:ea typeface="Microsoft YaHei"/>
              </a:rPr>
              <a:t> </a:t>
            </a:r>
            <a:r>
              <a:rPr sz="1050" b="0">
                <a:solidFill>
                  <a:srgbClr val="62758C"/>
                </a:solidFill>
                <a:latin typeface="Arial"/>
                <a:ea typeface="Microsoft YaHei"/>
              </a:rPr>
              <a:t>PC</a:t>
            </a:r>
            <a:r>
              <a:rPr sz="1050" b="0">
                <a:solidFill>
                  <a:srgbClr val="62758C"/>
                </a:solidFill>
                <a:latin typeface="Microsoft YaHei"/>
                <a:ea typeface="Microsoft YaHei"/>
              </a:rPr>
              <a:t> </a:t>
            </a:r>
            <a:r>
              <a:rPr sz="1050" b="0">
                <a:solidFill>
                  <a:srgbClr val="62758C"/>
                </a:solidFill>
                <a:latin typeface="Arial"/>
                <a:ea typeface="Microsoft YaHei"/>
              </a:rPr>
              <a:t>B:</a:t>
            </a:r>
            <a:r>
              <a:rPr sz="1050" b="0">
                <a:solidFill>
                  <a:srgbClr val="62758C"/>
                </a:solidFill>
                <a:latin typeface="Microsoft YaHei"/>
                <a:ea typeface="Microsoft YaHei"/>
              </a:rPr>
              <a:t> </a:t>
            </a:r>
            <a:r>
              <a:rPr sz="1050" b="0">
                <a:solidFill>
                  <a:srgbClr val="62758C"/>
                </a:solidFill>
                <a:latin typeface="Arial"/>
                <a:ea typeface="Microsoft YaHei"/>
              </a:rPr>
              <a:t>spectrum</a:t>
            </a:r>
            <a:r>
              <a:rPr sz="1050" b="0">
                <a:solidFill>
                  <a:srgbClr val="62758C"/>
                </a:solidFill>
                <a:latin typeface="Microsoft YaHei"/>
                <a:ea typeface="Microsoft YaHei"/>
              </a:rPr>
              <a:t> </a:t>
            </a:r>
            <a:r>
              <a:rPr sz="1050" b="0">
                <a:solidFill>
                  <a:srgbClr val="62758C"/>
                </a:solidFill>
                <a:latin typeface="Arial"/>
                <a:ea typeface="Microsoft YaHei"/>
              </a:rPr>
              <a:t>/</a:t>
            </a:r>
            <a:r>
              <a:rPr sz="1050" b="0">
                <a:solidFill>
                  <a:srgbClr val="62758C"/>
                </a:solidFill>
                <a:latin typeface="Microsoft YaHei"/>
                <a:ea typeface="Microsoft YaHei"/>
              </a:rPr>
              <a:t> </a:t>
            </a:r>
            <a:r>
              <a:rPr sz="1050" b="0">
                <a:solidFill>
                  <a:srgbClr val="62758C"/>
                </a:solidFill>
                <a:latin typeface="Arial"/>
                <a:ea typeface="Microsoft YaHei"/>
              </a:rPr>
              <a:t>PD</a:t>
            </a:r>
          </a:p>
        </p:txBody>
      </p:sp>
      <p:sp>
        <p:nvSpPr>
          <p:cNvPr id="15" name="Rounded Rectangle 14"/>
          <p:cNvSpPr/>
          <p:nvPr/>
        </p:nvSpPr>
        <p:spPr>
          <a:xfrm>
            <a:off x="9420225" y="1924050"/>
            <a:ext cx="2257425" cy="733425"/>
          </a:xfrm>
          <a:prstGeom prst="roundRect">
            <a:avLst>
              <a:gd name="adj" fmla="val 12987"/>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43532" y="2000250"/>
            <a:ext cx="1287009" cy="266700"/>
          </a:xfrm>
          <a:prstGeom prst="rect">
            <a:avLst/>
          </a:prstGeom>
          <a:noFill/>
        </p:spPr>
        <p:txBody>
          <a:bodyPr wrap="none" lIns="0" rIns="0" tIns="0" bIns="0">
            <a:spAutoFit/>
          </a:bodyPr>
          <a:lstStyle/>
          <a:p>
            <a:pPr>
              <a:lnSpc>
                <a:spcPts val="2025"/>
              </a:lnSpc>
              <a:spcBef>
                <a:spcPts val="0"/>
              </a:spcBef>
              <a:spcAft>
                <a:spcPts val="0"/>
              </a:spcAft>
            </a:pPr>
            <a:r>
              <a:rPr sz="1500" b="1">
                <a:solidFill>
                  <a:srgbClr val="168D9D"/>
                </a:solidFill>
                <a:latin typeface="Arial"/>
                <a:ea typeface="Microsoft YaHei"/>
              </a:rPr>
              <a:t>BVPE</a:t>
            </a:r>
            <a:r>
              <a:rPr sz="1500" b="1">
                <a:solidFill>
                  <a:srgbClr val="168D9D"/>
                </a:solidFill>
                <a:latin typeface="Microsoft YaHei"/>
                <a:ea typeface="Microsoft YaHei"/>
              </a:rPr>
              <a:t> </a:t>
            </a:r>
            <a:r>
              <a:rPr sz="1500" b="1">
                <a:solidFill>
                  <a:srgbClr val="168D9D"/>
                </a:solidFill>
                <a:latin typeface="Arial"/>
                <a:ea typeface="Microsoft YaHei"/>
              </a:rPr>
              <a:t>stage</a:t>
            </a:r>
          </a:p>
        </p:txBody>
      </p:sp>
      <p:sp>
        <p:nvSpPr>
          <p:cNvPr id="17" name="TextBox 16"/>
          <p:cNvSpPr txBox="1"/>
          <p:nvPr/>
        </p:nvSpPr>
        <p:spPr>
          <a:xfrm>
            <a:off x="9586186" y="2286000"/>
            <a:ext cx="2001701" cy="186690"/>
          </a:xfrm>
          <a:prstGeom prst="rect">
            <a:avLst/>
          </a:prstGeom>
          <a:noFill/>
        </p:spPr>
        <p:txBody>
          <a:bodyPr wrap="none" lIns="0" rIns="0" tIns="0" bIns="0">
            <a:spAutoFit/>
          </a:bodyPr>
          <a:lstStyle/>
          <a:p>
            <a:pPr>
              <a:lnSpc>
                <a:spcPts val="1417"/>
              </a:lnSpc>
              <a:spcBef>
                <a:spcPts val="0"/>
              </a:spcBef>
              <a:spcAft>
                <a:spcPts val="0"/>
              </a:spcAft>
            </a:pPr>
            <a:r>
              <a:rPr sz="1050" b="0">
                <a:solidFill>
                  <a:srgbClr val="62758C"/>
                </a:solidFill>
                <a:latin typeface="Arial"/>
                <a:ea typeface="Microsoft YaHei"/>
              </a:rPr>
              <a:t>PC</a:t>
            </a:r>
            <a:r>
              <a:rPr sz="1050" b="0">
                <a:solidFill>
                  <a:srgbClr val="62758C"/>
                </a:solidFill>
                <a:latin typeface="Microsoft YaHei"/>
                <a:ea typeface="Microsoft YaHei"/>
              </a:rPr>
              <a:t> </a:t>
            </a:r>
            <a:r>
              <a:rPr sz="1050" b="0">
                <a:solidFill>
                  <a:srgbClr val="62758C"/>
                </a:solidFill>
                <a:latin typeface="Arial"/>
                <a:ea typeface="Microsoft YaHei"/>
              </a:rPr>
              <a:t>B:</a:t>
            </a:r>
            <a:r>
              <a:rPr sz="1050" b="0">
                <a:solidFill>
                  <a:srgbClr val="62758C"/>
                </a:solidFill>
                <a:latin typeface="Microsoft YaHei"/>
                <a:ea typeface="Microsoft YaHei"/>
              </a:rPr>
              <a:t> </a:t>
            </a:r>
            <a:r>
              <a:rPr sz="1050" b="0">
                <a:solidFill>
                  <a:srgbClr val="62758C"/>
                </a:solidFill>
                <a:latin typeface="Arial"/>
                <a:ea typeface="Microsoft YaHei"/>
              </a:rPr>
              <a:t>fchop</a:t>
            </a:r>
            <a:r>
              <a:rPr sz="1050" b="0">
                <a:solidFill>
                  <a:srgbClr val="62758C"/>
                </a:solidFill>
                <a:latin typeface="Microsoft YaHei"/>
                <a:ea typeface="Microsoft YaHei"/>
              </a:rPr>
              <a:t> </a:t>
            </a:r>
            <a:r>
              <a:rPr sz="1050" b="0">
                <a:solidFill>
                  <a:srgbClr val="62758C"/>
                </a:solidFill>
                <a:latin typeface="Arial"/>
                <a:ea typeface="Microsoft YaHei"/>
              </a:rPr>
              <a:t>+</a:t>
            </a:r>
            <a:r>
              <a:rPr sz="1050" b="0">
                <a:solidFill>
                  <a:srgbClr val="62758C"/>
                </a:solidFill>
                <a:latin typeface="Microsoft YaHei"/>
                <a:ea typeface="Microsoft YaHei"/>
              </a:rPr>
              <a:t> </a:t>
            </a:r>
            <a:r>
              <a:rPr sz="1050" b="0">
                <a:solidFill>
                  <a:srgbClr val="62758C"/>
                </a:solidFill>
                <a:latin typeface="Arial"/>
                <a:ea typeface="Microsoft YaHei"/>
              </a:rPr>
              <a:t>photoresponse</a:t>
            </a:r>
          </a:p>
        </p:txBody>
      </p:sp>
      <p:cxnSp>
        <p:nvCxnSpPr>
          <p:cNvPr id="18" name="Connector 17"/>
          <p:cNvCxnSpPr/>
          <p:nvPr/>
        </p:nvCxnSpPr>
        <p:spPr>
          <a:xfrm>
            <a:off x="2676525" y="2295525"/>
            <a:ext cx="733425" cy="0"/>
          </a:xfrm>
          <a:prstGeom prst="line">
            <a:avLst/>
          </a:prstGeom>
          <a:ln w="23812">
            <a:solidFill>
              <a:srgbClr val="168D9D"/>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3327400" y="2260600"/>
            <a:ext cx="76200" cy="76200"/>
          </a:xfrm>
          <a:custGeom>
            <a:avLst/>
            <a:gdLst/>
            <a:ahLst/>
            <a:cxnLst/>
            <a:rect l="l" t="t" r="r" b="b"/>
            <a:pathLst>
              <a:path w="6" h="6">
                <a:moveTo>
                  <a:pt x="6" y="3"/>
                </a:moveTo>
                <a:lnTo>
                  <a:pt x="0" y="0"/>
                </a:lnTo>
                <a:lnTo>
                  <a:pt x="0" y="6"/>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5695950" y="2295525"/>
            <a:ext cx="723900" cy="0"/>
          </a:xfrm>
          <a:prstGeom prst="line">
            <a:avLst/>
          </a:prstGeom>
          <a:ln w="23812">
            <a:solidFill>
              <a:srgbClr val="168D9D"/>
            </a:solidFill>
          </a:ln>
        </p:spPr>
        <p:style>
          <a:lnRef idx="2">
            <a:schemeClr val="accent1"/>
          </a:lnRef>
          <a:fillRef idx="0">
            <a:schemeClr val="accent1"/>
          </a:fillRef>
          <a:effectRef idx="1">
            <a:schemeClr val="accent1"/>
          </a:effectRef>
          <a:fontRef idx="minor">
            <a:schemeClr val="tx1"/>
          </a:fontRef>
        </p:style>
      </p:cxnSp>
      <p:sp>
        <p:nvSpPr>
          <p:cNvPr id="21" name="Freeform 20"/>
          <p:cNvSpPr/>
          <p:nvPr/>
        </p:nvSpPr>
        <p:spPr>
          <a:xfrm>
            <a:off x="6337300" y="2260600"/>
            <a:ext cx="88900" cy="76200"/>
          </a:xfrm>
          <a:custGeom>
            <a:avLst/>
            <a:gdLst/>
            <a:ahLst/>
            <a:cxnLst/>
            <a:rect l="l" t="t" r="r" b="b"/>
            <a:pathLst>
              <a:path w="7" h="6">
                <a:moveTo>
                  <a:pt x="7" y="3"/>
                </a:moveTo>
                <a:lnTo>
                  <a:pt x="0" y="0"/>
                </a:lnTo>
                <a:lnTo>
                  <a:pt x="0" y="6"/>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8705850" y="2295525"/>
            <a:ext cx="714375" cy="0"/>
          </a:xfrm>
          <a:prstGeom prst="line">
            <a:avLst/>
          </a:prstGeom>
          <a:ln w="23812">
            <a:solidFill>
              <a:srgbClr val="168D9D"/>
            </a:solidFill>
          </a:ln>
        </p:spPr>
        <p:style>
          <a:lnRef idx="2">
            <a:schemeClr val="accent1"/>
          </a:lnRef>
          <a:fillRef idx="0">
            <a:schemeClr val="accent1"/>
          </a:fillRef>
          <a:effectRef idx="1">
            <a:schemeClr val="accent1"/>
          </a:effectRef>
          <a:fontRef idx="minor">
            <a:schemeClr val="tx1"/>
          </a:fontRef>
        </p:style>
      </p:cxnSp>
      <p:sp>
        <p:nvSpPr>
          <p:cNvPr id="23" name="Freeform 22"/>
          <p:cNvSpPr/>
          <p:nvPr/>
        </p:nvSpPr>
        <p:spPr>
          <a:xfrm>
            <a:off x="9334500" y="2260600"/>
            <a:ext cx="88900" cy="76200"/>
          </a:xfrm>
          <a:custGeom>
            <a:avLst/>
            <a:gdLst/>
            <a:ahLst/>
            <a:cxnLst/>
            <a:rect l="l" t="t" r="r" b="b"/>
            <a:pathLst>
              <a:path w="7" h="6">
                <a:moveTo>
                  <a:pt x="7" y="3"/>
                </a:moveTo>
                <a:lnTo>
                  <a:pt x="0" y="0"/>
                </a:lnTo>
                <a:lnTo>
                  <a:pt x="0" y="6"/>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10544175" y="2657475"/>
            <a:ext cx="0" cy="800100"/>
          </a:xfrm>
          <a:prstGeom prst="line">
            <a:avLst/>
          </a:prstGeom>
          <a:ln w="22859">
            <a:solidFill>
              <a:srgbClr val="27856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7534275" y="3457575"/>
            <a:ext cx="3009900" cy="0"/>
          </a:xfrm>
          <a:prstGeom prst="line">
            <a:avLst/>
          </a:prstGeom>
          <a:ln w="22859">
            <a:solidFill>
              <a:srgbClr val="27856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534275" y="3457575"/>
            <a:ext cx="0" cy="438150"/>
          </a:xfrm>
          <a:prstGeom prst="line">
            <a:avLst/>
          </a:prstGeom>
          <a:ln w="22859">
            <a:solidFill>
              <a:srgbClr val="278565"/>
            </a:solidFill>
          </a:ln>
        </p:spPr>
        <p:style>
          <a:lnRef idx="2">
            <a:schemeClr val="accent1"/>
          </a:lnRef>
          <a:fillRef idx="0">
            <a:schemeClr val="accent1"/>
          </a:fillRef>
          <a:effectRef idx="1">
            <a:schemeClr val="accent1"/>
          </a:effectRef>
          <a:fontRef idx="minor">
            <a:schemeClr val="tx1"/>
          </a:fontRef>
        </p:style>
      </p:cxnSp>
      <p:sp>
        <p:nvSpPr>
          <p:cNvPr id="27" name="Freeform 26"/>
          <p:cNvSpPr/>
          <p:nvPr/>
        </p:nvSpPr>
        <p:spPr>
          <a:xfrm>
            <a:off x="7493000" y="3810000"/>
            <a:ext cx="76200" cy="88900"/>
          </a:xfrm>
          <a:custGeom>
            <a:avLst/>
            <a:gdLst/>
            <a:ahLst/>
            <a:cxnLst/>
            <a:rect l="l" t="t" r="r" b="b"/>
            <a:pathLst>
              <a:path w="6" h="7">
                <a:moveTo>
                  <a:pt x="3" y="7"/>
                </a:moveTo>
                <a:lnTo>
                  <a:pt x="6" y="0"/>
                </a:lnTo>
                <a:lnTo>
                  <a:pt x="0" y="0"/>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19850" y="3895725"/>
            <a:ext cx="2286000" cy="771525"/>
          </a:xfrm>
          <a:prstGeom prst="roundRect">
            <a:avLst>
              <a:gd name="adj" fmla="val 12345"/>
            </a:avLst>
          </a:prstGeom>
          <a:solidFill>
            <a:srgbClr val="E9F6EF"/>
          </a:solidFill>
          <a:ln w="13334">
            <a:solidFill>
              <a:srgbClr val="278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48807" y="4019550"/>
            <a:ext cx="2104285"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278565"/>
                </a:solidFill>
                <a:latin typeface="Arial"/>
                <a:ea typeface="Microsoft YaHei"/>
              </a:rPr>
              <a:t>Return</a:t>
            </a:r>
            <a:r>
              <a:rPr sz="1575" b="1">
                <a:solidFill>
                  <a:srgbClr val="278565"/>
                </a:solidFill>
                <a:latin typeface="Microsoft YaHei"/>
                <a:ea typeface="Microsoft YaHei"/>
              </a:rPr>
              <a:t> </a:t>
            </a:r>
            <a:r>
              <a:rPr sz="1575" b="1">
                <a:solidFill>
                  <a:srgbClr val="278565"/>
                </a:solidFill>
                <a:latin typeface="Arial"/>
                <a:ea typeface="Microsoft YaHei"/>
              </a:rPr>
              <a:t>references</a:t>
            </a:r>
          </a:p>
        </p:txBody>
      </p:sp>
      <p:sp>
        <p:nvSpPr>
          <p:cNvPr id="30" name="TextBox 29"/>
          <p:cNvSpPr txBox="1"/>
          <p:nvPr/>
        </p:nvSpPr>
        <p:spPr>
          <a:xfrm>
            <a:off x="6765354" y="4318158"/>
            <a:ext cx="1671191"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Dark</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power</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repeat</a:t>
            </a:r>
          </a:p>
        </p:txBody>
      </p:sp>
      <p:sp>
        <p:nvSpPr>
          <p:cNvPr id="31" name="Rounded Rectangle 30"/>
          <p:cNvSpPr/>
          <p:nvPr/>
        </p:nvSpPr>
        <p:spPr>
          <a:xfrm>
            <a:off x="3409950" y="3895725"/>
            <a:ext cx="2286000" cy="771525"/>
          </a:xfrm>
          <a:prstGeom prst="roundRect">
            <a:avLst>
              <a:gd name="adj" fmla="val 12345"/>
            </a:avLst>
          </a:prstGeom>
          <a:solidFill>
            <a:srgbClr val="F1ECFC"/>
          </a:solidFill>
          <a:ln w="13334">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44389" y="4019550"/>
            <a:ext cx="1893321"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7653CF"/>
                </a:solidFill>
                <a:latin typeface="Arial"/>
                <a:ea typeface="Microsoft YaHei"/>
              </a:rPr>
              <a:t>Evidence</a:t>
            </a:r>
            <a:r>
              <a:rPr sz="1575" b="1">
                <a:solidFill>
                  <a:srgbClr val="7653CF"/>
                </a:solidFill>
                <a:latin typeface="Microsoft YaHei"/>
                <a:ea typeface="Microsoft YaHei"/>
              </a:rPr>
              <a:t> </a:t>
            </a:r>
            <a:r>
              <a:rPr sz="1575" b="1">
                <a:solidFill>
                  <a:srgbClr val="7653CF"/>
                </a:solidFill>
                <a:latin typeface="Arial"/>
                <a:ea typeface="Microsoft YaHei"/>
              </a:rPr>
              <a:t>review</a:t>
            </a:r>
          </a:p>
        </p:txBody>
      </p:sp>
      <p:sp>
        <p:nvSpPr>
          <p:cNvPr id="33" name="TextBox 32"/>
          <p:cNvSpPr txBox="1"/>
          <p:nvPr/>
        </p:nvSpPr>
        <p:spPr>
          <a:xfrm>
            <a:off x="3553431" y="4318158"/>
            <a:ext cx="2075236" cy="173354"/>
          </a:xfrm>
          <a:prstGeom prst="rect">
            <a:avLst/>
          </a:prstGeom>
          <a:noFill/>
        </p:spPr>
        <p:txBody>
          <a:bodyPr wrap="none" lIns="0" rIns="0" tIns="0" bIns="0">
            <a:spAutoFit/>
          </a:bodyPr>
          <a:lstStyle/>
          <a:p>
            <a:pPr>
              <a:lnSpc>
                <a:spcPts val="1316"/>
              </a:lnSpc>
              <a:spcBef>
                <a:spcPts val="0"/>
              </a:spcBef>
              <a:spcAft>
                <a:spcPts val="0"/>
              </a:spcAft>
            </a:pPr>
            <a:r>
              <a:rPr sz="975" b="0">
                <a:solidFill>
                  <a:srgbClr val="62758C"/>
                </a:solidFill>
                <a:latin typeface="Arial"/>
                <a:ea typeface="Microsoft YaHei"/>
              </a:rPr>
              <a:t>Quality</a:t>
            </a:r>
            <a:r>
              <a:rPr sz="975" b="0">
                <a:solidFill>
                  <a:srgbClr val="62758C"/>
                </a:solidFill>
                <a:latin typeface="Microsoft YaHei"/>
                <a:ea typeface="Microsoft YaHei"/>
              </a:rPr>
              <a:t> </a:t>
            </a:r>
            <a:r>
              <a:rPr sz="975" b="0">
                <a:solidFill>
                  <a:srgbClr val="62758C"/>
                </a:solidFill>
                <a:latin typeface="Arial"/>
                <a:ea typeface="Microsoft YaHei"/>
              </a:rPr>
              <a:t>+</a:t>
            </a:r>
            <a:r>
              <a:rPr sz="975" b="0">
                <a:solidFill>
                  <a:srgbClr val="62758C"/>
                </a:solidFill>
                <a:latin typeface="Microsoft YaHei"/>
                <a:ea typeface="Microsoft YaHei"/>
              </a:rPr>
              <a:t> </a:t>
            </a:r>
            <a:r>
              <a:rPr sz="975" b="0">
                <a:solidFill>
                  <a:srgbClr val="62758C"/>
                </a:solidFill>
                <a:latin typeface="Arial"/>
                <a:ea typeface="Microsoft YaHei"/>
              </a:rPr>
              <a:t>controls</a:t>
            </a:r>
            <a:r>
              <a:rPr sz="975" b="0">
                <a:solidFill>
                  <a:srgbClr val="62758C"/>
                </a:solidFill>
                <a:latin typeface="Microsoft YaHei"/>
                <a:ea typeface="Microsoft YaHei"/>
              </a:rPr>
              <a:t> </a:t>
            </a:r>
            <a:r>
              <a:rPr sz="975" b="0">
                <a:solidFill>
                  <a:srgbClr val="62758C"/>
                </a:solidFill>
                <a:latin typeface="Arial"/>
                <a:ea typeface="Microsoft YaHei"/>
              </a:rPr>
              <a:t>+</a:t>
            </a:r>
            <a:r>
              <a:rPr sz="975" b="0">
                <a:solidFill>
                  <a:srgbClr val="62758C"/>
                </a:solidFill>
                <a:latin typeface="Microsoft YaHei"/>
                <a:ea typeface="Microsoft YaHei"/>
              </a:rPr>
              <a:t> </a:t>
            </a:r>
            <a:r>
              <a:rPr sz="975" b="0">
                <a:solidFill>
                  <a:srgbClr val="62758C"/>
                </a:solidFill>
                <a:latin typeface="Arial"/>
                <a:ea typeface="Microsoft YaHei"/>
              </a:rPr>
              <a:t>comparison</a:t>
            </a:r>
          </a:p>
        </p:txBody>
      </p:sp>
      <p:cxnSp>
        <p:nvCxnSpPr>
          <p:cNvPr id="34" name="Connector 33"/>
          <p:cNvCxnSpPr/>
          <p:nvPr/>
        </p:nvCxnSpPr>
        <p:spPr>
          <a:xfrm flipH="1">
            <a:off x="5695950" y="4286250"/>
            <a:ext cx="723900" cy="0"/>
          </a:xfrm>
          <a:prstGeom prst="line">
            <a:avLst/>
          </a:prstGeom>
          <a:ln w="22859">
            <a:solidFill>
              <a:srgbClr val="278565"/>
            </a:solidFill>
          </a:ln>
        </p:spPr>
        <p:style>
          <a:lnRef idx="2">
            <a:schemeClr val="accent1"/>
          </a:lnRef>
          <a:fillRef idx="0">
            <a:schemeClr val="accent1"/>
          </a:fillRef>
          <a:effectRef idx="1">
            <a:schemeClr val="accent1"/>
          </a:effectRef>
          <a:fontRef idx="minor">
            <a:schemeClr val="tx1"/>
          </a:fontRef>
        </p:style>
      </p:cxnSp>
      <p:sp>
        <p:nvSpPr>
          <p:cNvPr id="35" name="Freeform 34"/>
          <p:cNvSpPr/>
          <p:nvPr/>
        </p:nvSpPr>
        <p:spPr>
          <a:xfrm>
            <a:off x="5689600" y="4241800"/>
            <a:ext cx="88900" cy="88900"/>
          </a:xfrm>
          <a:custGeom>
            <a:avLst/>
            <a:gdLst/>
            <a:ahLst/>
            <a:cxnLst/>
            <a:rect l="l" t="t" r="r" b="b"/>
            <a:pathLst>
              <a:path w="7" h="7">
                <a:moveTo>
                  <a:pt x="0" y="4"/>
                </a:moveTo>
                <a:lnTo>
                  <a:pt x="7" y="7"/>
                </a:lnTo>
                <a:lnTo>
                  <a:pt x="7" y="0"/>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flipH="1">
            <a:off x="1600200" y="4286250"/>
            <a:ext cx="1809750" cy="0"/>
          </a:xfrm>
          <a:prstGeom prst="line">
            <a:avLst/>
          </a:prstGeom>
          <a:ln w="21907">
            <a:solidFill>
              <a:srgbClr val="7653CF"/>
            </a:solidFill>
            <a:prstDash val="dash"/>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1600200" y="2657475"/>
            <a:ext cx="0" cy="1628775"/>
          </a:xfrm>
          <a:prstGeom prst="line">
            <a:avLst/>
          </a:prstGeom>
          <a:ln w="21907">
            <a:solidFill>
              <a:srgbClr val="7653CF"/>
            </a:solidFill>
            <a:prstDash val="dash"/>
          </a:ln>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1562100" y="2654300"/>
            <a:ext cx="76200" cy="88900"/>
          </a:xfrm>
          <a:custGeom>
            <a:avLst/>
            <a:gdLst/>
            <a:ahLst/>
            <a:cxnLst/>
            <a:rect l="l" t="t" r="r" b="b"/>
            <a:pathLst>
              <a:path w="6" h="7">
                <a:moveTo>
                  <a:pt x="3" y="0"/>
                </a:moveTo>
                <a:lnTo>
                  <a:pt x="0" y="7"/>
                </a:lnTo>
                <a:lnTo>
                  <a:pt x="6" y="7"/>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23875" y="4543425"/>
            <a:ext cx="2416745"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7653CF"/>
                </a:solidFill>
                <a:latin typeface="Arial"/>
                <a:ea typeface="Microsoft YaHei"/>
              </a:rPr>
              <a:t>Next</a:t>
            </a:r>
            <a:r>
              <a:rPr sz="1200" b="1">
                <a:solidFill>
                  <a:srgbClr val="7653CF"/>
                </a:solidFill>
                <a:latin typeface="Microsoft YaHei"/>
                <a:ea typeface="Microsoft YaHei"/>
              </a:rPr>
              <a:t> </a:t>
            </a:r>
            <a:r>
              <a:rPr sz="1200" b="1">
                <a:solidFill>
                  <a:srgbClr val="7653CF"/>
                </a:solidFill>
                <a:latin typeface="Arial"/>
                <a:ea typeface="Microsoft YaHei"/>
              </a:rPr>
              <a:t>state</a:t>
            </a:r>
            <a:r>
              <a:rPr sz="1200" b="1">
                <a:solidFill>
                  <a:srgbClr val="7653CF"/>
                </a:solidFill>
                <a:latin typeface="Microsoft YaHei"/>
                <a:ea typeface="Microsoft YaHei"/>
              </a:rPr>
              <a:t> </a:t>
            </a:r>
            <a:r>
              <a:rPr sz="1200" b="1">
                <a:solidFill>
                  <a:srgbClr val="7653CF"/>
                </a:solidFill>
                <a:latin typeface="Arial"/>
                <a:ea typeface="Microsoft YaHei"/>
              </a:rPr>
              <a:t>/</a:t>
            </a:r>
            <a:r>
              <a:rPr sz="1200" b="1">
                <a:solidFill>
                  <a:srgbClr val="7653CF"/>
                </a:solidFill>
                <a:latin typeface="Microsoft YaHei"/>
                <a:ea typeface="Microsoft YaHei"/>
              </a:rPr>
              <a:t> </a:t>
            </a:r>
            <a:r>
              <a:rPr sz="1200" b="1">
                <a:solidFill>
                  <a:srgbClr val="7653CF"/>
                </a:solidFill>
                <a:latin typeface="Arial"/>
                <a:ea typeface="Microsoft YaHei"/>
              </a:rPr>
              <a:t>follow-up</a:t>
            </a:r>
            <a:r>
              <a:rPr sz="1200" b="1">
                <a:solidFill>
                  <a:srgbClr val="7653CF"/>
                </a:solidFill>
                <a:latin typeface="Microsoft YaHei"/>
                <a:ea typeface="Microsoft YaHei"/>
              </a:rPr>
              <a:t> </a:t>
            </a:r>
            <a:r>
              <a:rPr sz="1200" b="1">
                <a:solidFill>
                  <a:srgbClr val="7653CF"/>
                </a:solidFill>
                <a:latin typeface="Arial"/>
                <a:ea typeface="Microsoft YaHei"/>
              </a:rPr>
              <a:t>stage</a:t>
            </a:r>
          </a:p>
        </p:txBody>
      </p:sp>
      <p:sp>
        <p:nvSpPr>
          <p:cNvPr id="40" name="Rounded Rectangle 39"/>
          <p:cNvSpPr/>
          <p:nvPr/>
        </p:nvSpPr>
        <p:spPr>
          <a:xfrm>
            <a:off x="514350" y="5114925"/>
            <a:ext cx="11163300" cy="581025"/>
          </a:xfrm>
          <a:prstGeom prst="roundRect">
            <a:avLst>
              <a:gd name="adj" fmla="val 14754"/>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72533" y="5267325"/>
            <a:ext cx="9923133"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1233E"/>
                </a:solidFill>
                <a:latin typeface="Arial"/>
                <a:ea typeface="Microsoft YaHei"/>
              </a:rPr>
              <a:t>sample</a:t>
            </a:r>
            <a:r>
              <a:rPr sz="1575" b="1">
                <a:solidFill>
                  <a:srgbClr val="11233E"/>
                </a:solidFill>
                <a:latin typeface="Microsoft YaHei"/>
                <a:ea typeface="Microsoft YaHei"/>
              </a:rPr>
              <a:t> </a:t>
            </a:r>
            <a:r>
              <a:rPr sz="1575" b="1">
                <a:solidFill>
                  <a:srgbClr val="11233E"/>
                </a:solidFill>
                <a:latin typeface="Arial"/>
                <a:ea typeface="Microsoft YaHei"/>
              </a:rPr>
              <a:t>+</a:t>
            </a:r>
            <a:r>
              <a:rPr sz="1575" b="1">
                <a:solidFill>
                  <a:srgbClr val="11233E"/>
                </a:solidFill>
                <a:latin typeface="Microsoft YaHei"/>
                <a:ea typeface="Microsoft YaHei"/>
              </a:rPr>
              <a:t> </a:t>
            </a:r>
            <a:r>
              <a:rPr sz="1575" b="1">
                <a:solidFill>
                  <a:srgbClr val="11233E"/>
                </a:solidFill>
                <a:latin typeface="Arial"/>
                <a:ea typeface="Microsoft YaHei"/>
              </a:rPr>
              <a:t>wiring</a:t>
            </a:r>
            <a:r>
              <a:rPr sz="1575" b="1">
                <a:solidFill>
                  <a:srgbClr val="11233E"/>
                </a:solidFill>
                <a:latin typeface="Microsoft YaHei"/>
                <a:ea typeface="Microsoft YaHei"/>
              </a:rPr>
              <a:t> </a:t>
            </a:r>
            <a:r>
              <a:rPr sz="1575" b="1">
                <a:solidFill>
                  <a:srgbClr val="11233E"/>
                </a:solidFill>
                <a:latin typeface="Arial"/>
                <a:ea typeface="Microsoft YaHei"/>
              </a:rPr>
              <a:t>+</a:t>
            </a:r>
            <a:r>
              <a:rPr sz="1575" b="1">
                <a:solidFill>
                  <a:srgbClr val="11233E"/>
                </a:solidFill>
                <a:latin typeface="Microsoft YaHei"/>
                <a:ea typeface="Microsoft YaHei"/>
              </a:rPr>
              <a:t> </a:t>
            </a:r>
            <a:r>
              <a:rPr sz="1575" b="1">
                <a:solidFill>
                  <a:srgbClr val="11233E"/>
                </a:solidFill>
                <a:latin typeface="Arial"/>
                <a:ea typeface="Microsoft YaHei"/>
              </a:rPr>
              <a:t>observed</a:t>
            </a:r>
            <a:r>
              <a:rPr sz="1575" b="1">
                <a:solidFill>
                  <a:srgbClr val="11233E"/>
                </a:solidFill>
                <a:latin typeface="Microsoft YaHei"/>
                <a:ea typeface="Microsoft YaHei"/>
              </a:rPr>
              <a:t> </a:t>
            </a:r>
            <a:r>
              <a:rPr sz="1575" b="1">
                <a:solidFill>
                  <a:srgbClr val="11233E"/>
                </a:solidFill>
                <a:latin typeface="Arial"/>
                <a:ea typeface="Microsoft YaHei"/>
              </a:rPr>
              <a:t>T/B/Vg</a:t>
            </a:r>
            <a:r>
              <a:rPr sz="1575" b="1">
                <a:solidFill>
                  <a:srgbClr val="11233E"/>
                </a:solidFill>
                <a:latin typeface="Microsoft YaHei"/>
                <a:ea typeface="Microsoft YaHei"/>
              </a:rPr>
              <a:t> </a:t>
            </a:r>
            <a:r>
              <a:rPr sz="1575" b="1">
                <a:solidFill>
                  <a:srgbClr val="11233E"/>
                </a:solidFill>
                <a:latin typeface="Arial"/>
                <a:ea typeface="Microsoft YaHei"/>
              </a:rPr>
              <a:t>+</a:t>
            </a:r>
            <a:r>
              <a:rPr sz="1575" b="1">
                <a:solidFill>
                  <a:srgbClr val="11233E"/>
                </a:solidFill>
                <a:latin typeface="Microsoft YaHei"/>
                <a:ea typeface="Microsoft YaHei"/>
              </a:rPr>
              <a:t> </a:t>
            </a:r>
            <a:r>
              <a:rPr sz="1575" b="1">
                <a:solidFill>
                  <a:srgbClr val="11233E"/>
                </a:solidFill>
                <a:latin typeface="Arial"/>
                <a:ea typeface="Microsoft YaHei"/>
              </a:rPr>
              <a:t>source</a:t>
            </a:r>
            <a:r>
              <a:rPr sz="1575" b="1">
                <a:solidFill>
                  <a:srgbClr val="11233E"/>
                </a:solidFill>
                <a:latin typeface="Microsoft YaHei"/>
                <a:ea typeface="Microsoft YaHei"/>
              </a:rPr>
              <a:t> </a:t>
            </a:r>
            <a:r>
              <a:rPr sz="1575" b="1">
                <a:solidFill>
                  <a:srgbClr val="11233E"/>
                </a:solidFill>
                <a:latin typeface="Arial"/>
                <a:ea typeface="Microsoft YaHei"/>
              </a:rPr>
              <a:t>state</a:t>
            </a:r>
            <a:r>
              <a:rPr sz="1575" b="1">
                <a:solidFill>
                  <a:srgbClr val="11233E"/>
                </a:solidFill>
                <a:latin typeface="Microsoft YaHei"/>
                <a:ea typeface="Microsoft YaHei"/>
              </a:rPr>
              <a:t> </a:t>
            </a:r>
            <a:r>
              <a:rPr sz="1575" b="1">
                <a:solidFill>
                  <a:srgbClr val="11233E"/>
                </a:solidFill>
                <a:latin typeface="Arial"/>
                <a:ea typeface="Microsoft YaHei"/>
              </a:rPr>
              <a:t>+</a:t>
            </a:r>
            <a:r>
              <a:rPr sz="1575" b="1">
                <a:solidFill>
                  <a:srgbClr val="11233E"/>
                </a:solidFill>
                <a:latin typeface="Microsoft YaHei"/>
                <a:ea typeface="Microsoft YaHei"/>
              </a:rPr>
              <a:t> </a:t>
            </a:r>
            <a:r>
              <a:rPr sz="1575" b="1">
                <a:solidFill>
                  <a:srgbClr val="11233E"/>
                </a:solidFill>
                <a:latin typeface="Arial"/>
                <a:ea typeface="Microsoft YaHei"/>
              </a:rPr>
              <a:t>time</a:t>
            </a:r>
            <a:r>
              <a:rPr sz="1575" b="1">
                <a:solidFill>
                  <a:srgbClr val="11233E"/>
                </a:solidFill>
                <a:latin typeface="Microsoft YaHei"/>
                <a:ea typeface="Microsoft YaHei"/>
              </a:rPr>
              <a:t> </a:t>
            </a:r>
            <a:r>
              <a:rPr sz="1575" b="1">
                <a:solidFill>
                  <a:srgbClr val="11233E"/>
                </a:solidFill>
                <a:latin typeface="Arial"/>
                <a:ea typeface="Microsoft YaHei"/>
              </a:rPr>
              <a:t>windows</a:t>
            </a:r>
            <a:r>
              <a:rPr sz="1575" b="1">
                <a:solidFill>
                  <a:srgbClr val="11233E"/>
                </a:solidFill>
                <a:latin typeface="Microsoft YaHei"/>
                <a:ea typeface="Microsoft YaHei"/>
              </a:rPr>
              <a:t> </a:t>
            </a:r>
            <a:r>
              <a:rPr sz="1575" b="1">
                <a:solidFill>
                  <a:srgbClr val="11233E"/>
                </a:solidFill>
                <a:latin typeface="Arial"/>
                <a:ea typeface="Microsoft YaHei"/>
              </a:rPr>
              <a:t>+</a:t>
            </a:r>
            <a:r>
              <a:rPr sz="1575" b="1">
                <a:solidFill>
                  <a:srgbClr val="11233E"/>
                </a:solidFill>
                <a:latin typeface="Microsoft YaHei"/>
                <a:ea typeface="Microsoft YaHei"/>
              </a:rPr>
              <a:t> </a:t>
            </a:r>
            <a:r>
              <a:rPr sz="1575" b="1">
                <a:solidFill>
                  <a:srgbClr val="11233E"/>
                </a:solidFill>
                <a:latin typeface="Arial"/>
                <a:ea typeface="Microsoft YaHei"/>
              </a:rPr>
              <a:t>calibration</a:t>
            </a:r>
            <a:r>
              <a:rPr sz="1575" b="1">
                <a:solidFill>
                  <a:srgbClr val="11233E"/>
                </a:solidFill>
                <a:latin typeface="Microsoft YaHei"/>
                <a:ea typeface="Microsoft YaHei"/>
              </a:rPr>
              <a:t> </a:t>
            </a:r>
            <a:r>
              <a:rPr sz="1575" b="1">
                <a:solidFill>
                  <a:srgbClr val="11233E"/>
                </a:solidFill>
                <a:latin typeface="Arial"/>
                <a:ea typeface="Microsoft YaHei"/>
              </a:rPr>
              <a:t>versions</a:t>
            </a:r>
          </a:p>
        </p:txBody>
      </p:sp>
      <p:sp>
        <p:nvSpPr>
          <p:cNvPr id="42" name="Rounded Rectangle 41"/>
          <p:cNvSpPr/>
          <p:nvPr/>
        </p:nvSpPr>
        <p:spPr>
          <a:xfrm>
            <a:off x="514350" y="5886450"/>
            <a:ext cx="11163300" cy="514350"/>
          </a:xfrm>
          <a:prstGeom prst="roundRect">
            <a:avLst>
              <a:gd name="adj" fmla="val 16666"/>
            </a:avLst>
          </a:prstGeom>
          <a:solidFill>
            <a:srgbClr val="E9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5325" y="6000750"/>
            <a:ext cx="10758673" cy="240029"/>
          </a:xfrm>
          <a:prstGeom prst="rect">
            <a:avLst/>
          </a:prstGeom>
          <a:noFill/>
        </p:spPr>
        <p:txBody>
          <a:bodyPr wrap="none" lIns="0" rIns="0" tIns="0" bIns="0">
            <a:spAutoFit/>
          </a:bodyPr>
          <a:lstStyle/>
          <a:p>
            <a:pPr>
              <a:lnSpc>
                <a:spcPts val="1822"/>
              </a:lnSpc>
              <a:spcBef>
                <a:spcPts val="0"/>
              </a:spcBef>
              <a:spcAft>
                <a:spcPts val="0"/>
              </a:spcAft>
            </a:pPr>
            <a:r>
              <a:rPr sz="1350" b="1">
                <a:solidFill>
                  <a:srgbClr val="168D9D"/>
                </a:solidFill>
                <a:latin typeface="Arial"/>
                <a:ea typeface="Microsoft YaHei"/>
              </a:rPr>
              <a:t>Compare</a:t>
            </a:r>
            <a:r>
              <a:rPr sz="1350" b="1">
                <a:solidFill>
                  <a:srgbClr val="168D9D"/>
                </a:solidFill>
                <a:latin typeface="Microsoft YaHei"/>
                <a:ea typeface="Microsoft YaHei"/>
              </a:rPr>
              <a:t> </a:t>
            </a:r>
            <a:r>
              <a:rPr sz="1350" b="1">
                <a:solidFill>
                  <a:srgbClr val="168D9D"/>
                </a:solidFill>
                <a:latin typeface="Arial"/>
                <a:ea typeface="Microsoft YaHei"/>
              </a:rPr>
              <a:t>linked</a:t>
            </a:r>
            <a:r>
              <a:rPr sz="1350" b="1">
                <a:solidFill>
                  <a:srgbClr val="168D9D"/>
                </a:solidFill>
                <a:latin typeface="Microsoft YaHei"/>
                <a:ea typeface="Microsoft YaHei"/>
              </a:rPr>
              <a:t> </a:t>
            </a:r>
            <a:r>
              <a:rPr sz="1350" b="1">
                <a:solidFill>
                  <a:srgbClr val="168D9D"/>
                </a:solidFill>
                <a:latin typeface="Arial"/>
                <a:ea typeface="Microsoft YaHei"/>
              </a:rPr>
              <a:t>conditions</a:t>
            </a:r>
            <a:r>
              <a:rPr sz="1350" b="1">
                <a:solidFill>
                  <a:srgbClr val="168D9D"/>
                </a:solidFill>
                <a:latin typeface="Microsoft YaHei"/>
                <a:ea typeface="Microsoft YaHei"/>
              </a:rPr>
              <a:t> </a:t>
            </a:r>
            <a:r>
              <a:rPr sz="1350" b="1">
                <a:solidFill>
                  <a:srgbClr val="168D9D"/>
                </a:solidFill>
                <a:latin typeface="Arial"/>
                <a:ea typeface="Microsoft YaHei"/>
              </a:rPr>
              <a:t>and</a:t>
            </a:r>
            <a:r>
              <a:rPr sz="1350" b="1">
                <a:solidFill>
                  <a:srgbClr val="168D9D"/>
                </a:solidFill>
                <a:latin typeface="Microsoft YaHei"/>
                <a:ea typeface="Microsoft YaHei"/>
              </a:rPr>
              <a:t> </a:t>
            </a:r>
            <a:r>
              <a:rPr sz="1350" b="1">
                <a:solidFill>
                  <a:srgbClr val="168D9D"/>
                </a:solidFill>
                <a:latin typeface="Arial"/>
                <a:ea typeface="Microsoft YaHei"/>
              </a:rPr>
              <a:t>controls</a:t>
            </a:r>
            <a:r>
              <a:rPr sz="1350" b="1">
                <a:solidFill>
                  <a:srgbClr val="168D9D"/>
                </a:solidFill>
                <a:latin typeface="Microsoft YaHei"/>
                <a:ea typeface="Microsoft YaHei"/>
              </a:rPr>
              <a:t> </a:t>
            </a:r>
            <a:r>
              <a:rPr sz="1350" b="1">
                <a:solidFill>
                  <a:srgbClr val="168D9D"/>
                </a:solidFill>
                <a:latin typeface="Arial"/>
                <a:ea typeface="Microsoft YaHei"/>
              </a:rPr>
              <a:t>before</a:t>
            </a:r>
            <a:r>
              <a:rPr sz="1350" b="1">
                <a:solidFill>
                  <a:srgbClr val="168D9D"/>
                </a:solidFill>
                <a:latin typeface="Microsoft YaHei"/>
                <a:ea typeface="Microsoft YaHei"/>
              </a:rPr>
              <a:t> </a:t>
            </a:r>
            <a:r>
              <a:rPr sz="1350" b="1">
                <a:solidFill>
                  <a:srgbClr val="168D9D"/>
                </a:solidFill>
                <a:latin typeface="Arial"/>
                <a:ea typeface="Microsoft YaHei"/>
              </a:rPr>
              <a:t>inferring</a:t>
            </a:r>
            <a:r>
              <a:rPr sz="1350" b="1">
                <a:solidFill>
                  <a:srgbClr val="168D9D"/>
                </a:solidFill>
                <a:latin typeface="Microsoft YaHei"/>
                <a:ea typeface="Microsoft YaHei"/>
              </a:rPr>
              <a:t> </a:t>
            </a:r>
            <a:r>
              <a:rPr sz="1350" b="1">
                <a:solidFill>
                  <a:srgbClr val="168D9D"/>
                </a:solidFill>
                <a:latin typeface="Arial"/>
                <a:ea typeface="Microsoft YaHei"/>
              </a:rPr>
              <a:t>relationships</a:t>
            </a:r>
            <a:r>
              <a:rPr sz="1350" b="1">
                <a:solidFill>
                  <a:srgbClr val="168D9D"/>
                </a:solidFill>
                <a:latin typeface="Microsoft YaHei"/>
                <a:ea typeface="Microsoft YaHei"/>
              </a:rPr>
              <a:t> </a:t>
            </a:r>
            <a:r>
              <a:rPr sz="1350" b="1">
                <a:solidFill>
                  <a:srgbClr val="168D9D"/>
                </a:solidFill>
                <a:latin typeface="Arial"/>
                <a:ea typeface="Microsoft YaHei"/>
              </a:rPr>
              <a:t>between</a:t>
            </a:r>
            <a:r>
              <a:rPr sz="1350" b="1">
                <a:solidFill>
                  <a:srgbClr val="168D9D"/>
                </a:solidFill>
                <a:latin typeface="Microsoft YaHei"/>
                <a:ea typeface="Microsoft YaHei"/>
              </a:rPr>
              <a:t> </a:t>
            </a:r>
            <a:r>
              <a:rPr sz="1350" b="1">
                <a:solidFill>
                  <a:srgbClr val="168D9D"/>
                </a:solidFill>
                <a:latin typeface="Arial"/>
                <a:ea typeface="Microsoft YaHei"/>
              </a:rPr>
              <a:t>electrical</a:t>
            </a:r>
            <a:r>
              <a:rPr sz="1350" b="1">
                <a:solidFill>
                  <a:srgbClr val="168D9D"/>
                </a:solidFill>
                <a:latin typeface="Microsoft YaHei"/>
                <a:ea typeface="Microsoft YaHei"/>
              </a:rPr>
              <a:t> </a:t>
            </a:r>
            <a:r>
              <a:rPr sz="1350" b="1">
                <a:solidFill>
                  <a:srgbClr val="168D9D"/>
                </a:solidFill>
                <a:latin typeface="Arial"/>
                <a:ea typeface="Microsoft YaHei"/>
              </a:rPr>
              <a:t>and</a:t>
            </a:r>
            <a:r>
              <a:rPr sz="1350" b="1">
                <a:solidFill>
                  <a:srgbClr val="168D9D"/>
                </a:solidFill>
                <a:latin typeface="Microsoft YaHei"/>
                <a:ea typeface="Microsoft YaHei"/>
              </a:rPr>
              <a:t> </a:t>
            </a:r>
            <a:r>
              <a:rPr sz="1350" b="1">
                <a:solidFill>
                  <a:srgbClr val="168D9D"/>
                </a:solidFill>
                <a:latin typeface="Arial"/>
                <a:ea typeface="Microsoft YaHei"/>
              </a:rPr>
              <a:t>optical</a:t>
            </a:r>
            <a:r>
              <a:rPr sz="1350" b="1">
                <a:solidFill>
                  <a:srgbClr val="168D9D"/>
                </a:solidFill>
                <a:latin typeface="Microsoft YaHei"/>
                <a:ea typeface="Microsoft YaHei"/>
              </a:rPr>
              <a:t> </a:t>
            </a:r>
            <a:r>
              <a:rPr sz="1350" b="1">
                <a:solidFill>
                  <a:srgbClr val="168D9D"/>
                </a:solidFill>
                <a:latin typeface="Arial"/>
                <a:ea typeface="Microsoft YaHei"/>
              </a:rPr>
              <a:t>responses.</a:t>
            </a:r>
          </a:p>
        </p:txBody>
      </p:sp>
      <p:cxnSp>
        <p:nvCxnSpPr>
          <p:cNvPr id="44" name="Connector 43"/>
          <p:cNvCxnSpPr/>
          <p:nvPr/>
        </p:nvCxnSpPr>
        <p:spPr>
          <a:xfrm>
            <a:off x="514350" y="6543675"/>
            <a:ext cx="11163300" cy="0"/>
          </a:xfrm>
          <a:prstGeom prst="line">
            <a:avLst/>
          </a:prstGeom>
          <a:ln w="9525">
            <a:solidFill>
              <a:srgbClr val="D9E3EE"/>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23875" y="6619875"/>
            <a:ext cx="3609184"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LabOS</a:t>
            </a:r>
            <a:r>
              <a:rPr sz="825" b="0">
                <a:solidFill>
                  <a:srgbClr val="62758C"/>
                </a:solidFill>
                <a:latin typeface="Microsoft YaHei"/>
                <a:ea typeface="Microsoft YaHei"/>
              </a:rPr>
              <a:t>  </a:t>
            </a:r>
            <a:r>
              <a:rPr sz="825" b="0">
                <a:solidFill>
                  <a:srgbClr val="62758C"/>
                </a:solidFill>
                <a:latin typeface="Arial"/>
                <a:ea typeface="Microsoft YaHei"/>
              </a:rPr>
              <a:t>|</a:t>
            </a:r>
            <a:r>
              <a:rPr sz="825" b="0">
                <a:solidFill>
                  <a:srgbClr val="62758C"/>
                </a:solidFill>
                <a:latin typeface="Microsoft YaHei"/>
                <a:ea typeface="Microsoft YaHei"/>
              </a:rPr>
              <a:t>  </a:t>
            </a:r>
            <a:r>
              <a:rPr sz="825" b="0">
                <a:solidFill>
                  <a:srgbClr val="62758C"/>
                </a:solidFill>
                <a:latin typeface="Arial"/>
                <a:ea typeface="Microsoft YaHei"/>
              </a:rPr>
              <a:t>Cross-PC</a:t>
            </a:r>
            <a:r>
              <a:rPr sz="825" b="0">
                <a:solidFill>
                  <a:srgbClr val="62758C"/>
                </a:solidFill>
                <a:latin typeface="Microsoft YaHei"/>
                <a:ea typeface="Microsoft YaHei"/>
              </a:rPr>
              <a:t> </a:t>
            </a:r>
            <a:r>
              <a:rPr sz="825" b="0">
                <a:solidFill>
                  <a:srgbClr val="62758C"/>
                </a:solidFill>
                <a:latin typeface="Arial"/>
                <a:ea typeface="Microsoft YaHei"/>
              </a:rPr>
              <a:t>nonlinear</a:t>
            </a:r>
            <a:r>
              <a:rPr sz="825" b="0">
                <a:solidFill>
                  <a:srgbClr val="62758C"/>
                </a:solidFill>
                <a:latin typeface="Microsoft YaHei"/>
                <a:ea typeface="Microsoft YaHei"/>
              </a:rPr>
              <a:t> </a:t>
            </a:r>
            <a:r>
              <a:rPr sz="825" b="0">
                <a:solidFill>
                  <a:srgbClr val="62758C"/>
                </a:solidFill>
                <a:latin typeface="Arial"/>
                <a:ea typeface="Microsoft YaHei"/>
              </a:rPr>
              <a:t>Hall</a:t>
            </a:r>
            <a:r>
              <a:rPr sz="825" b="0">
                <a:solidFill>
                  <a:srgbClr val="62758C"/>
                </a:solidFill>
                <a:latin typeface="Microsoft YaHei"/>
                <a:ea typeface="Microsoft YaHei"/>
              </a:rPr>
              <a:t> </a:t>
            </a:r>
            <a:r>
              <a:rPr sz="825" b="0">
                <a:solidFill>
                  <a:srgbClr val="62758C"/>
                </a:solidFill>
                <a:latin typeface="Arial"/>
                <a:ea typeface="Microsoft YaHei"/>
              </a:rPr>
              <a:t>and</a:t>
            </a:r>
            <a:r>
              <a:rPr sz="825" b="0">
                <a:solidFill>
                  <a:srgbClr val="62758C"/>
                </a:solidFill>
                <a:latin typeface="Microsoft YaHei"/>
                <a:ea typeface="Microsoft YaHei"/>
              </a:rPr>
              <a:t> </a:t>
            </a:r>
            <a:r>
              <a:rPr sz="825" b="0">
                <a:solidFill>
                  <a:srgbClr val="62758C"/>
                </a:solidFill>
                <a:latin typeface="Arial"/>
                <a:ea typeface="Microsoft YaHei"/>
              </a:rPr>
              <a:t>BVPE</a:t>
            </a:r>
            <a:r>
              <a:rPr sz="825" b="0">
                <a:solidFill>
                  <a:srgbClr val="62758C"/>
                </a:solidFill>
                <a:latin typeface="Microsoft YaHei"/>
                <a:ea typeface="Microsoft YaHei"/>
              </a:rPr>
              <a:t> </a:t>
            </a:r>
            <a:r>
              <a:rPr sz="825" b="0">
                <a:solidFill>
                  <a:srgbClr val="62758C"/>
                </a:solidFill>
                <a:latin typeface="Arial"/>
                <a:ea typeface="Microsoft YaHei"/>
              </a:rPr>
              <a:t>measurement</a:t>
            </a:r>
            <a:r>
              <a:rPr sz="825" b="0">
                <a:solidFill>
                  <a:srgbClr val="62758C"/>
                </a:solidFill>
                <a:latin typeface="Microsoft YaHei"/>
                <a:ea typeface="Microsoft YaHei"/>
              </a:rPr>
              <a:t> </a:t>
            </a:r>
            <a:r>
              <a:rPr sz="825" b="0">
                <a:solidFill>
                  <a:srgbClr val="62758C"/>
                </a:solidFill>
                <a:latin typeface="Arial"/>
                <a:ea typeface="Microsoft YaHei"/>
              </a:rPr>
              <a:t>workflows</a:t>
            </a:r>
          </a:p>
        </p:txBody>
      </p:sp>
      <p:sp>
        <p:nvSpPr>
          <p:cNvPr id="46" name="TextBox 45"/>
          <p:cNvSpPr txBox="1"/>
          <p:nvPr/>
        </p:nvSpPr>
        <p:spPr>
          <a:xfrm>
            <a:off x="11348256" y="6600825"/>
            <a:ext cx="405593"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62758C"/>
                </a:solidFill>
                <a:latin typeface="Arial"/>
                <a:ea typeface="Microsoft YaHei"/>
              </a:rPr>
              <a:t>16/22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295275"/>
            <a:ext cx="2054860"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16</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DATA</a:t>
            </a:r>
            <a:r>
              <a:rPr sz="975" b="1">
                <a:solidFill>
                  <a:srgbClr val="168D9D"/>
                </a:solidFill>
                <a:latin typeface="Microsoft YaHei"/>
                <a:ea typeface="Microsoft YaHei"/>
              </a:rPr>
              <a:t> </a:t>
            </a:r>
            <a:r>
              <a:rPr sz="975" b="1">
                <a:solidFill>
                  <a:srgbClr val="168D9D"/>
                </a:solidFill>
                <a:latin typeface="Arial"/>
                <a:ea typeface="Microsoft YaHei"/>
              </a:rPr>
              <a:t>AND</a:t>
            </a:r>
            <a:r>
              <a:rPr sz="975" b="1">
                <a:solidFill>
                  <a:srgbClr val="168D9D"/>
                </a:solidFill>
                <a:latin typeface="Microsoft YaHei"/>
                <a:ea typeface="Microsoft YaHei"/>
              </a:rPr>
              <a:t> </a:t>
            </a:r>
            <a:r>
              <a:rPr sz="975" b="1">
                <a:solidFill>
                  <a:srgbClr val="168D9D"/>
                </a:solidFill>
                <a:latin typeface="Arial"/>
                <a:ea typeface="Microsoft YaHei"/>
              </a:rPr>
              <a:t>PROVENANCE</a:t>
            </a:r>
          </a:p>
        </p:txBody>
      </p:sp>
      <p:sp>
        <p:nvSpPr>
          <p:cNvPr id="4" name="TextBox 3"/>
          <p:cNvSpPr txBox="1"/>
          <p:nvPr/>
        </p:nvSpPr>
        <p:spPr>
          <a:xfrm>
            <a:off x="514350" y="676275"/>
            <a:ext cx="8275829" cy="480059"/>
          </a:xfrm>
          <a:prstGeom prst="rect">
            <a:avLst/>
          </a:prstGeom>
          <a:noFill/>
        </p:spPr>
        <p:txBody>
          <a:bodyPr wrap="none" lIns="0" rIns="0" tIns="0" bIns="0">
            <a:spAutoFit/>
          </a:bodyPr>
          <a:lstStyle/>
          <a:p>
            <a:pPr>
              <a:lnSpc>
                <a:spcPts val="3645"/>
              </a:lnSpc>
              <a:spcBef>
                <a:spcPts val="0"/>
              </a:spcBef>
              <a:spcAft>
                <a:spcPts val="0"/>
              </a:spcAft>
            </a:pPr>
            <a:r>
              <a:rPr sz="2700" b="1">
                <a:solidFill>
                  <a:srgbClr val="11233E"/>
                </a:solidFill>
                <a:latin typeface="Arial"/>
                <a:ea typeface="Microsoft YaHei"/>
              </a:rPr>
              <a:t>A</a:t>
            </a:r>
            <a:r>
              <a:rPr sz="2700" b="1">
                <a:solidFill>
                  <a:srgbClr val="11233E"/>
                </a:solidFill>
                <a:latin typeface="Microsoft YaHei"/>
                <a:ea typeface="Microsoft YaHei"/>
              </a:rPr>
              <a:t> </a:t>
            </a:r>
            <a:r>
              <a:rPr sz="2700" b="1">
                <a:solidFill>
                  <a:srgbClr val="11233E"/>
                </a:solidFill>
                <a:latin typeface="Arial"/>
                <a:ea typeface="Microsoft YaHei"/>
              </a:rPr>
              <a:t>measurement</a:t>
            </a:r>
            <a:r>
              <a:rPr sz="2700" b="1">
                <a:solidFill>
                  <a:srgbClr val="11233E"/>
                </a:solidFill>
                <a:latin typeface="Microsoft YaHei"/>
                <a:ea typeface="Microsoft YaHei"/>
              </a:rPr>
              <a:t> </a:t>
            </a:r>
            <a:r>
              <a:rPr sz="2700" b="1">
                <a:solidFill>
                  <a:srgbClr val="11233E"/>
                </a:solidFill>
                <a:latin typeface="Arial"/>
                <a:ea typeface="Microsoft YaHei"/>
              </a:rPr>
              <a:t>is</a:t>
            </a:r>
            <a:r>
              <a:rPr sz="2700" b="1">
                <a:solidFill>
                  <a:srgbClr val="11233E"/>
                </a:solidFill>
                <a:latin typeface="Microsoft YaHei"/>
                <a:ea typeface="Microsoft YaHei"/>
              </a:rPr>
              <a:t> </a:t>
            </a:r>
            <a:r>
              <a:rPr sz="2700" b="1">
                <a:solidFill>
                  <a:srgbClr val="11233E"/>
                </a:solidFill>
                <a:latin typeface="Arial"/>
                <a:ea typeface="Microsoft YaHei"/>
              </a:rPr>
              <a:t>more</a:t>
            </a:r>
            <a:r>
              <a:rPr sz="2700" b="1">
                <a:solidFill>
                  <a:srgbClr val="11233E"/>
                </a:solidFill>
                <a:latin typeface="Microsoft YaHei"/>
                <a:ea typeface="Microsoft YaHei"/>
              </a:rPr>
              <a:t> </a:t>
            </a:r>
            <a:r>
              <a:rPr sz="2700" b="1">
                <a:solidFill>
                  <a:srgbClr val="11233E"/>
                </a:solidFill>
                <a:latin typeface="Arial"/>
                <a:ea typeface="Microsoft YaHei"/>
              </a:rPr>
              <a:t>than</a:t>
            </a:r>
            <a:r>
              <a:rPr sz="2700" b="1">
                <a:solidFill>
                  <a:srgbClr val="11233E"/>
                </a:solidFill>
                <a:latin typeface="Microsoft YaHei"/>
                <a:ea typeface="Microsoft YaHei"/>
              </a:rPr>
              <a:t> </a:t>
            </a:r>
            <a:r>
              <a:rPr sz="2700" b="1">
                <a:solidFill>
                  <a:srgbClr val="11233E"/>
                </a:solidFill>
                <a:latin typeface="Arial"/>
                <a:ea typeface="Microsoft YaHei"/>
              </a:rPr>
              <a:t>a</a:t>
            </a:r>
            <a:r>
              <a:rPr sz="2700" b="1">
                <a:solidFill>
                  <a:srgbClr val="11233E"/>
                </a:solidFill>
                <a:latin typeface="Microsoft YaHei"/>
                <a:ea typeface="Microsoft YaHei"/>
              </a:rPr>
              <a:t> </a:t>
            </a:r>
            <a:r>
              <a:rPr sz="2700" b="1">
                <a:solidFill>
                  <a:srgbClr val="11233E"/>
                </a:solidFill>
                <a:latin typeface="Arial"/>
                <a:ea typeface="Microsoft YaHei"/>
              </a:rPr>
              <a:t>scalar</a:t>
            </a:r>
            <a:r>
              <a:rPr sz="2700" b="1">
                <a:solidFill>
                  <a:srgbClr val="11233E"/>
                </a:solidFill>
                <a:latin typeface="Microsoft YaHei"/>
                <a:ea typeface="Microsoft YaHei"/>
              </a:rPr>
              <a:t> </a:t>
            </a:r>
            <a:r>
              <a:rPr sz="2700" b="1">
                <a:solidFill>
                  <a:srgbClr val="11233E"/>
                </a:solidFill>
                <a:latin typeface="Arial"/>
                <a:ea typeface="Microsoft YaHei"/>
              </a:rPr>
              <a:t>value</a:t>
            </a:r>
          </a:p>
        </p:txBody>
      </p:sp>
      <p:sp>
        <p:nvSpPr>
          <p:cNvPr id="5" name="TextBox 4"/>
          <p:cNvSpPr txBox="1"/>
          <p:nvPr/>
        </p:nvSpPr>
        <p:spPr>
          <a:xfrm>
            <a:off x="533400" y="1247775"/>
            <a:ext cx="9532585"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62758C"/>
                </a:solidFill>
                <a:latin typeface="Arial"/>
                <a:ea typeface="Microsoft YaHei"/>
              </a:rPr>
              <a:t>Keep</a:t>
            </a:r>
            <a:r>
              <a:rPr sz="1425" b="0">
                <a:solidFill>
                  <a:srgbClr val="62758C"/>
                </a:solidFill>
                <a:latin typeface="Microsoft YaHei"/>
                <a:ea typeface="Microsoft YaHei"/>
              </a:rPr>
              <a:t> </a:t>
            </a:r>
            <a:r>
              <a:rPr sz="1425" b="0">
                <a:solidFill>
                  <a:srgbClr val="62758C"/>
                </a:solidFill>
                <a:latin typeface="Arial"/>
                <a:ea typeface="Microsoft YaHei"/>
              </a:rPr>
              <a:t>requested</a:t>
            </a:r>
            <a:r>
              <a:rPr sz="1425" b="0">
                <a:solidFill>
                  <a:srgbClr val="62758C"/>
                </a:solidFill>
                <a:latin typeface="Microsoft YaHei"/>
                <a:ea typeface="Microsoft YaHei"/>
              </a:rPr>
              <a:t> </a:t>
            </a:r>
            <a:r>
              <a:rPr sz="1425" b="0">
                <a:solidFill>
                  <a:srgbClr val="62758C"/>
                </a:solidFill>
                <a:latin typeface="Arial"/>
                <a:ea typeface="Microsoft YaHei"/>
              </a:rPr>
              <a:t>values,</a:t>
            </a:r>
            <a:r>
              <a:rPr sz="1425" b="0">
                <a:solidFill>
                  <a:srgbClr val="62758C"/>
                </a:solidFill>
                <a:latin typeface="Microsoft YaHei"/>
                <a:ea typeface="Microsoft YaHei"/>
              </a:rPr>
              <a:t> </a:t>
            </a:r>
            <a:r>
              <a:rPr sz="1425" b="0">
                <a:solidFill>
                  <a:srgbClr val="62758C"/>
                </a:solidFill>
                <a:latin typeface="Arial"/>
                <a:ea typeface="Microsoft YaHei"/>
              </a:rPr>
              <a:t>observed</a:t>
            </a:r>
            <a:r>
              <a:rPr sz="1425" b="0">
                <a:solidFill>
                  <a:srgbClr val="62758C"/>
                </a:solidFill>
                <a:latin typeface="Microsoft YaHei"/>
                <a:ea typeface="Microsoft YaHei"/>
              </a:rPr>
              <a:t> </a:t>
            </a:r>
            <a:r>
              <a:rPr sz="1425" b="0">
                <a:solidFill>
                  <a:srgbClr val="62758C"/>
                </a:solidFill>
                <a:latin typeface="Arial"/>
                <a:ea typeface="Microsoft YaHei"/>
              </a:rPr>
              <a:t>state,</a:t>
            </a:r>
            <a:r>
              <a:rPr sz="1425" b="0">
                <a:solidFill>
                  <a:srgbClr val="62758C"/>
                </a:solidFill>
                <a:latin typeface="Microsoft YaHei"/>
                <a:ea typeface="Microsoft YaHei"/>
              </a:rPr>
              <a:t> </a:t>
            </a:r>
            <a:r>
              <a:rPr sz="1425" b="0">
                <a:solidFill>
                  <a:srgbClr val="62758C"/>
                </a:solidFill>
                <a:latin typeface="Arial"/>
                <a:ea typeface="Microsoft YaHei"/>
              </a:rPr>
              <a:t>raw</a:t>
            </a:r>
            <a:r>
              <a:rPr sz="1425" b="0">
                <a:solidFill>
                  <a:srgbClr val="62758C"/>
                </a:solidFill>
                <a:latin typeface="Microsoft YaHei"/>
                <a:ea typeface="Microsoft YaHei"/>
              </a:rPr>
              <a:t> </a:t>
            </a:r>
            <a:r>
              <a:rPr sz="1425" b="0">
                <a:solidFill>
                  <a:srgbClr val="62758C"/>
                </a:solidFill>
                <a:latin typeface="Arial"/>
                <a:ea typeface="Microsoft YaHei"/>
              </a:rPr>
              <a:t>channels,</a:t>
            </a:r>
            <a:r>
              <a:rPr sz="1425" b="0">
                <a:solidFill>
                  <a:srgbClr val="62758C"/>
                </a:solidFill>
                <a:latin typeface="Microsoft YaHei"/>
                <a:ea typeface="Microsoft YaHei"/>
              </a:rPr>
              <a:t> </a:t>
            </a:r>
            <a:r>
              <a:rPr sz="1425" b="0">
                <a:solidFill>
                  <a:srgbClr val="62758C"/>
                </a:solidFill>
                <a:latin typeface="Arial"/>
                <a:ea typeface="Microsoft YaHei"/>
              </a:rPr>
              <a:t>calibration</a:t>
            </a:r>
            <a:r>
              <a:rPr sz="1425" b="0">
                <a:solidFill>
                  <a:srgbClr val="62758C"/>
                </a:solidFill>
                <a:latin typeface="Microsoft YaHei"/>
                <a:ea typeface="Microsoft YaHei"/>
              </a:rPr>
              <a:t> </a:t>
            </a:r>
            <a:r>
              <a:rPr sz="1425" b="0">
                <a:solidFill>
                  <a:srgbClr val="62758C"/>
                </a:solidFill>
                <a:latin typeface="Arial"/>
                <a:ea typeface="Microsoft YaHei"/>
              </a:rPr>
              <a:t>and</a:t>
            </a:r>
            <a:r>
              <a:rPr sz="1425" b="0">
                <a:solidFill>
                  <a:srgbClr val="62758C"/>
                </a:solidFill>
                <a:latin typeface="Microsoft YaHei"/>
                <a:ea typeface="Microsoft YaHei"/>
              </a:rPr>
              <a:t> </a:t>
            </a:r>
            <a:r>
              <a:rPr sz="1425" b="0">
                <a:solidFill>
                  <a:srgbClr val="62758C"/>
                </a:solidFill>
                <a:latin typeface="Arial"/>
                <a:ea typeface="Microsoft YaHei"/>
              </a:rPr>
              <a:t>quality</a:t>
            </a:r>
            <a:r>
              <a:rPr sz="1425" b="0">
                <a:solidFill>
                  <a:srgbClr val="62758C"/>
                </a:solidFill>
                <a:latin typeface="Microsoft YaHei"/>
                <a:ea typeface="Microsoft YaHei"/>
              </a:rPr>
              <a:t> </a:t>
            </a:r>
            <a:r>
              <a:rPr sz="1425" b="0">
                <a:solidFill>
                  <a:srgbClr val="62758C"/>
                </a:solidFill>
                <a:latin typeface="Arial"/>
                <a:ea typeface="Microsoft YaHei"/>
              </a:rPr>
              <a:t>decisions</a:t>
            </a:r>
            <a:r>
              <a:rPr sz="1425" b="0">
                <a:solidFill>
                  <a:srgbClr val="62758C"/>
                </a:solidFill>
                <a:latin typeface="Microsoft YaHei"/>
                <a:ea typeface="Microsoft YaHei"/>
              </a:rPr>
              <a:t> </a:t>
            </a:r>
            <a:r>
              <a:rPr sz="1425" b="0">
                <a:solidFill>
                  <a:srgbClr val="62758C"/>
                </a:solidFill>
                <a:latin typeface="Arial"/>
                <a:ea typeface="Microsoft YaHei"/>
              </a:rPr>
              <a:t>in</a:t>
            </a:r>
            <a:r>
              <a:rPr sz="1425" b="0">
                <a:solidFill>
                  <a:srgbClr val="62758C"/>
                </a:solidFill>
                <a:latin typeface="Microsoft YaHei"/>
                <a:ea typeface="Microsoft YaHei"/>
              </a:rPr>
              <a:t> </a:t>
            </a:r>
            <a:r>
              <a:rPr sz="1425" b="0">
                <a:solidFill>
                  <a:srgbClr val="62758C"/>
                </a:solidFill>
                <a:latin typeface="Arial"/>
                <a:ea typeface="Microsoft YaHei"/>
              </a:rPr>
              <a:t>separate</a:t>
            </a:r>
            <a:r>
              <a:rPr sz="1425" b="0">
                <a:solidFill>
                  <a:srgbClr val="62758C"/>
                </a:solidFill>
                <a:latin typeface="Microsoft YaHei"/>
                <a:ea typeface="Microsoft YaHei"/>
              </a:rPr>
              <a:t> </a:t>
            </a:r>
            <a:r>
              <a:rPr sz="1425" b="0">
                <a:solidFill>
                  <a:srgbClr val="62758C"/>
                </a:solidFill>
                <a:latin typeface="Arial"/>
                <a:ea typeface="Microsoft YaHei"/>
              </a:rPr>
              <a:t>fields.</a:t>
            </a:r>
          </a:p>
        </p:txBody>
      </p:sp>
      <p:sp>
        <p:nvSpPr>
          <p:cNvPr id="6" name="Rounded Rectangle 5"/>
          <p:cNvSpPr/>
          <p:nvPr/>
        </p:nvSpPr>
        <p:spPr>
          <a:xfrm>
            <a:off x="514350" y="1866900"/>
            <a:ext cx="3352800" cy="3629025"/>
          </a:xfrm>
          <a:prstGeom prst="roundRect">
            <a:avLst>
              <a:gd name="adj" fmla="val 3409"/>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14350" y="2028825"/>
            <a:ext cx="38100" cy="314325"/>
          </a:xfrm>
          <a:prstGeom prst="rect">
            <a:avLst/>
          </a:pr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850" y="2019300"/>
            <a:ext cx="2557374" cy="306705"/>
          </a:xfrm>
          <a:prstGeom prst="rect">
            <a:avLst/>
          </a:prstGeom>
          <a:noFill/>
        </p:spPr>
        <p:txBody>
          <a:bodyPr wrap="none" lIns="0" rIns="0" tIns="0" bIns="0">
            <a:spAutoFit/>
          </a:bodyPr>
          <a:lstStyle/>
          <a:p>
            <a:pPr>
              <a:lnSpc>
                <a:spcPts val="2328"/>
              </a:lnSpc>
              <a:spcBef>
                <a:spcPts val="0"/>
              </a:spcBef>
              <a:spcAft>
                <a:spcPts val="0"/>
              </a:spcAft>
            </a:pPr>
            <a:r>
              <a:rPr sz="1725" b="1">
                <a:solidFill>
                  <a:srgbClr val="7653CF"/>
                </a:solidFill>
                <a:latin typeface="Arial"/>
                <a:ea typeface="Microsoft YaHei"/>
              </a:rPr>
              <a:t>Identity</a:t>
            </a:r>
            <a:r>
              <a:rPr sz="1725" b="1">
                <a:solidFill>
                  <a:srgbClr val="7653CF"/>
                </a:solidFill>
                <a:latin typeface="Microsoft YaHei"/>
                <a:ea typeface="Microsoft YaHei"/>
              </a:rPr>
              <a:t> </a:t>
            </a:r>
            <a:r>
              <a:rPr sz="1725" b="1">
                <a:solidFill>
                  <a:srgbClr val="7653CF"/>
                </a:solidFill>
                <a:latin typeface="Arial"/>
                <a:ea typeface="Microsoft YaHei"/>
              </a:rPr>
              <a:t>and</a:t>
            </a:r>
            <a:r>
              <a:rPr sz="1725" b="1">
                <a:solidFill>
                  <a:srgbClr val="7653CF"/>
                </a:solidFill>
                <a:latin typeface="Microsoft YaHei"/>
                <a:ea typeface="Microsoft YaHei"/>
              </a:rPr>
              <a:t> </a:t>
            </a:r>
            <a:r>
              <a:rPr sz="1725" b="1">
                <a:solidFill>
                  <a:srgbClr val="7653CF"/>
                </a:solidFill>
                <a:latin typeface="Arial"/>
                <a:ea typeface="Microsoft YaHei"/>
              </a:rPr>
              <a:t>context</a:t>
            </a:r>
          </a:p>
        </p:txBody>
      </p:sp>
      <p:sp>
        <p:nvSpPr>
          <p:cNvPr id="9" name="TextBox 8"/>
          <p:cNvSpPr txBox="1"/>
          <p:nvPr/>
        </p:nvSpPr>
        <p:spPr>
          <a:xfrm>
            <a:off x="704850" y="2457450"/>
            <a:ext cx="2841612"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campaign</a:t>
            </a:r>
            <a:r>
              <a:rPr sz="1500" b="0">
                <a:solidFill>
                  <a:srgbClr val="23364D"/>
                </a:solidFill>
                <a:latin typeface="Microsoft YaHei"/>
                <a:ea typeface="Microsoft YaHei"/>
              </a:rPr>
              <a:t> </a:t>
            </a:r>
            <a:r>
              <a:rPr sz="1500" b="0">
                <a:solidFill>
                  <a:srgbClr val="23364D"/>
                </a:solidFill>
                <a:latin typeface="Arial"/>
                <a:ea typeface="Microsoft YaHei"/>
              </a:rPr>
              <a:t>/</a:t>
            </a:r>
            <a:r>
              <a:rPr sz="1500" b="0">
                <a:solidFill>
                  <a:srgbClr val="23364D"/>
                </a:solidFill>
                <a:latin typeface="Microsoft YaHei"/>
                <a:ea typeface="Microsoft YaHei"/>
              </a:rPr>
              <a:t> </a:t>
            </a:r>
            <a:r>
              <a:rPr sz="1500" b="0">
                <a:solidFill>
                  <a:srgbClr val="23364D"/>
                </a:solidFill>
                <a:latin typeface="Arial"/>
                <a:ea typeface="Microsoft YaHei"/>
              </a:rPr>
              <a:t>run</a:t>
            </a:r>
            <a:r>
              <a:rPr sz="1500" b="0">
                <a:solidFill>
                  <a:srgbClr val="23364D"/>
                </a:solidFill>
                <a:latin typeface="Microsoft YaHei"/>
                <a:ea typeface="Microsoft YaHei"/>
              </a:rPr>
              <a:t> </a:t>
            </a:r>
            <a:r>
              <a:rPr sz="1500" b="0">
                <a:solidFill>
                  <a:srgbClr val="23364D"/>
                </a:solidFill>
                <a:latin typeface="Arial"/>
                <a:ea typeface="Microsoft YaHei"/>
              </a:rPr>
              <a:t>/</a:t>
            </a:r>
            <a:r>
              <a:rPr sz="1500" b="0">
                <a:solidFill>
                  <a:srgbClr val="23364D"/>
                </a:solidFill>
                <a:latin typeface="Microsoft YaHei"/>
                <a:ea typeface="Microsoft YaHei"/>
              </a:rPr>
              <a:t> </a:t>
            </a:r>
            <a:r>
              <a:rPr sz="1500" b="0">
                <a:solidFill>
                  <a:srgbClr val="23364D"/>
                </a:solidFill>
                <a:latin typeface="Arial"/>
                <a:ea typeface="Microsoft YaHei"/>
              </a:rPr>
              <a:t>stage</a:t>
            </a:r>
            <a:r>
              <a:rPr sz="1500" b="0">
                <a:solidFill>
                  <a:srgbClr val="23364D"/>
                </a:solidFill>
                <a:latin typeface="Microsoft YaHei"/>
                <a:ea typeface="Microsoft YaHei"/>
              </a:rPr>
              <a:t> </a:t>
            </a:r>
            <a:r>
              <a:rPr sz="1500" b="0">
                <a:solidFill>
                  <a:srgbClr val="23364D"/>
                </a:solidFill>
                <a:latin typeface="Arial"/>
                <a:ea typeface="Microsoft YaHei"/>
              </a:rPr>
              <a:t>/</a:t>
            </a:r>
            <a:r>
              <a:rPr sz="1500" b="0">
                <a:solidFill>
                  <a:srgbClr val="23364D"/>
                </a:solidFill>
                <a:latin typeface="Microsoft YaHei"/>
                <a:ea typeface="Microsoft YaHei"/>
              </a:rPr>
              <a:t> </a:t>
            </a:r>
            <a:r>
              <a:rPr sz="1500" b="0">
                <a:solidFill>
                  <a:srgbClr val="23364D"/>
                </a:solidFill>
                <a:latin typeface="Arial"/>
                <a:ea typeface="Microsoft YaHei"/>
              </a:rPr>
              <a:t>point</a:t>
            </a:r>
          </a:p>
        </p:txBody>
      </p:sp>
      <p:sp>
        <p:nvSpPr>
          <p:cNvPr id="10" name="TextBox 9"/>
          <p:cNvSpPr txBox="1"/>
          <p:nvPr/>
        </p:nvSpPr>
        <p:spPr>
          <a:xfrm>
            <a:off x="704850" y="2714625"/>
            <a:ext cx="2808870"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sample</a:t>
            </a:r>
            <a:r>
              <a:rPr sz="1500" b="0">
                <a:solidFill>
                  <a:srgbClr val="23364D"/>
                </a:solidFill>
                <a:latin typeface="Microsoft YaHei"/>
                <a:ea typeface="Microsoft YaHei"/>
              </a:rPr>
              <a:t> </a:t>
            </a:r>
            <a:r>
              <a:rPr sz="1500" b="0">
                <a:solidFill>
                  <a:srgbClr val="23364D"/>
                </a:solidFill>
                <a:latin typeface="Arial"/>
                <a:ea typeface="Microsoft YaHei"/>
              </a:rPr>
              <a:t>ID</a:t>
            </a:r>
            <a:r>
              <a:rPr sz="1500" b="0">
                <a:solidFill>
                  <a:srgbClr val="23364D"/>
                </a:solidFill>
                <a:latin typeface="Microsoft YaHei"/>
                <a:ea typeface="Microsoft YaHei"/>
              </a:rPr>
              <a:t> </a:t>
            </a:r>
            <a:r>
              <a:rPr sz="1500" b="0">
                <a:solidFill>
                  <a:srgbClr val="23364D"/>
                </a:solidFill>
                <a:latin typeface="Arial"/>
                <a:ea typeface="Microsoft YaHei"/>
              </a:rPr>
              <a:t>and</a:t>
            </a:r>
            <a:r>
              <a:rPr sz="1500" b="0">
                <a:solidFill>
                  <a:srgbClr val="23364D"/>
                </a:solidFill>
                <a:latin typeface="Microsoft YaHei"/>
                <a:ea typeface="Microsoft YaHei"/>
              </a:rPr>
              <a:t> </a:t>
            </a:r>
            <a:r>
              <a:rPr sz="1500" b="0">
                <a:solidFill>
                  <a:srgbClr val="23364D"/>
                </a:solidFill>
                <a:latin typeface="Arial"/>
                <a:ea typeface="Microsoft YaHei"/>
              </a:rPr>
              <a:t>wiring</a:t>
            </a:r>
            <a:r>
              <a:rPr sz="1500" b="0">
                <a:solidFill>
                  <a:srgbClr val="23364D"/>
                </a:solidFill>
                <a:latin typeface="Microsoft YaHei"/>
                <a:ea typeface="Microsoft YaHei"/>
              </a:rPr>
              <a:t> </a:t>
            </a:r>
            <a:r>
              <a:rPr sz="1500" b="0">
                <a:solidFill>
                  <a:srgbClr val="23364D"/>
                </a:solidFill>
                <a:latin typeface="Arial"/>
                <a:ea typeface="Microsoft YaHei"/>
              </a:rPr>
              <a:t>version</a:t>
            </a:r>
          </a:p>
        </p:txBody>
      </p:sp>
      <p:sp>
        <p:nvSpPr>
          <p:cNvPr id="11" name="TextBox 10"/>
          <p:cNvSpPr txBox="1"/>
          <p:nvPr/>
        </p:nvSpPr>
        <p:spPr>
          <a:xfrm>
            <a:off x="704850" y="2971800"/>
            <a:ext cx="2433544"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plan</a:t>
            </a:r>
            <a:r>
              <a:rPr sz="1500" b="0">
                <a:solidFill>
                  <a:srgbClr val="23364D"/>
                </a:solidFill>
                <a:latin typeface="Microsoft YaHei"/>
                <a:ea typeface="Microsoft YaHei"/>
              </a:rPr>
              <a:t> </a:t>
            </a:r>
            <a:r>
              <a:rPr sz="1500" b="0">
                <a:solidFill>
                  <a:srgbClr val="23364D"/>
                </a:solidFill>
                <a:latin typeface="Arial"/>
                <a:ea typeface="Microsoft YaHei"/>
              </a:rPr>
              <a:t>+</a:t>
            </a:r>
            <a:r>
              <a:rPr sz="1500" b="0">
                <a:solidFill>
                  <a:srgbClr val="23364D"/>
                </a:solidFill>
                <a:latin typeface="Microsoft YaHei"/>
                <a:ea typeface="Microsoft YaHei"/>
              </a:rPr>
              <a:t> </a:t>
            </a:r>
            <a:r>
              <a:rPr sz="1500" b="0">
                <a:solidFill>
                  <a:srgbClr val="23364D"/>
                </a:solidFill>
                <a:latin typeface="Arial"/>
                <a:ea typeface="Microsoft YaHei"/>
              </a:rPr>
              <a:t>setup</a:t>
            </a:r>
            <a:r>
              <a:rPr sz="1500" b="0">
                <a:solidFill>
                  <a:srgbClr val="23364D"/>
                </a:solidFill>
                <a:latin typeface="Microsoft YaHei"/>
                <a:ea typeface="Microsoft YaHei"/>
              </a:rPr>
              <a:t> </a:t>
            </a:r>
            <a:r>
              <a:rPr sz="1500" b="0">
                <a:solidFill>
                  <a:srgbClr val="23364D"/>
                </a:solidFill>
                <a:latin typeface="Arial"/>
                <a:ea typeface="Microsoft YaHei"/>
              </a:rPr>
              <a:t>fingerprints</a:t>
            </a:r>
          </a:p>
        </p:txBody>
      </p:sp>
      <p:sp>
        <p:nvSpPr>
          <p:cNvPr id="12" name="TextBox 11"/>
          <p:cNvSpPr txBox="1"/>
          <p:nvPr/>
        </p:nvSpPr>
        <p:spPr>
          <a:xfrm>
            <a:off x="704850" y="3228975"/>
            <a:ext cx="1918599"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requested</a:t>
            </a:r>
            <a:r>
              <a:rPr sz="1500" b="0">
                <a:solidFill>
                  <a:srgbClr val="23364D"/>
                </a:solidFill>
                <a:latin typeface="Microsoft YaHei"/>
                <a:ea typeface="Microsoft YaHei"/>
              </a:rPr>
              <a:t> </a:t>
            </a:r>
            <a:r>
              <a:rPr sz="1500" b="0">
                <a:solidFill>
                  <a:srgbClr val="23364D"/>
                </a:solidFill>
                <a:latin typeface="Arial"/>
                <a:ea typeface="Microsoft YaHei"/>
              </a:rPr>
              <a:t>T</a:t>
            </a:r>
            <a:r>
              <a:rPr sz="1500" b="0">
                <a:solidFill>
                  <a:srgbClr val="23364D"/>
                </a:solidFill>
                <a:latin typeface="Microsoft YaHei"/>
                <a:ea typeface="Microsoft YaHei"/>
              </a:rPr>
              <a:t> </a:t>
            </a:r>
            <a:r>
              <a:rPr sz="1500" b="0">
                <a:solidFill>
                  <a:srgbClr val="23364D"/>
                </a:solidFill>
                <a:latin typeface="Arial"/>
                <a:ea typeface="Microsoft YaHei"/>
              </a:rPr>
              <a:t>/</a:t>
            </a:r>
            <a:r>
              <a:rPr sz="1500" b="0">
                <a:solidFill>
                  <a:srgbClr val="23364D"/>
                </a:solidFill>
                <a:latin typeface="Microsoft YaHei"/>
                <a:ea typeface="Microsoft YaHei"/>
              </a:rPr>
              <a:t> </a:t>
            </a:r>
            <a:r>
              <a:rPr sz="1500" b="0">
                <a:solidFill>
                  <a:srgbClr val="23364D"/>
                </a:solidFill>
                <a:latin typeface="Arial"/>
                <a:ea typeface="Microsoft YaHei"/>
              </a:rPr>
              <a:t>B</a:t>
            </a:r>
            <a:r>
              <a:rPr sz="1500" b="0">
                <a:solidFill>
                  <a:srgbClr val="23364D"/>
                </a:solidFill>
                <a:latin typeface="Microsoft YaHei"/>
                <a:ea typeface="Microsoft YaHei"/>
              </a:rPr>
              <a:t> </a:t>
            </a:r>
            <a:r>
              <a:rPr sz="1500" b="0">
                <a:solidFill>
                  <a:srgbClr val="23364D"/>
                </a:solidFill>
                <a:latin typeface="Arial"/>
                <a:ea typeface="Microsoft YaHei"/>
              </a:rPr>
              <a:t>/</a:t>
            </a:r>
            <a:r>
              <a:rPr sz="1500" b="0">
                <a:solidFill>
                  <a:srgbClr val="23364D"/>
                </a:solidFill>
                <a:latin typeface="Microsoft YaHei"/>
                <a:ea typeface="Microsoft YaHei"/>
              </a:rPr>
              <a:t> </a:t>
            </a:r>
            <a:r>
              <a:rPr sz="1500" b="0">
                <a:solidFill>
                  <a:srgbClr val="23364D"/>
                </a:solidFill>
                <a:latin typeface="Arial"/>
                <a:ea typeface="Microsoft YaHei"/>
              </a:rPr>
              <a:t>Vg</a:t>
            </a:r>
          </a:p>
        </p:txBody>
      </p:sp>
      <p:sp>
        <p:nvSpPr>
          <p:cNvPr id="13" name="TextBox 12"/>
          <p:cNvSpPr txBox="1"/>
          <p:nvPr/>
        </p:nvSpPr>
        <p:spPr>
          <a:xfrm>
            <a:off x="704850" y="3486150"/>
            <a:ext cx="2176257"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observed</a:t>
            </a:r>
            <a:r>
              <a:rPr sz="1500" b="0">
                <a:solidFill>
                  <a:srgbClr val="23364D"/>
                </a:solidFill>
                <a:latin typeface="Microsoft YaHei"/>
                <a:ea typeface="Microsoft YaHei"/>
              </a:rPr>
              <a:t> </a:t>
            </a:r>
            <a:r>
              <a:rPr sz="1500" b="0">
                <a:solidFill>
                  <a:srgbClr val="23364D"/>
                </a:solidFill>
                <a:latin typeface="Arial"/>
                <a:ea typeface="Microsoft YaHei"/>
              </a:rPr>
              <a:t>T</a:t>
            </a:r>
            <a:r>
              <a:rPr sz="1500" b="0">
                <a:solidFill>
                  <a:srgbClr val="23364D"/>
                </a:solidFill>
                <a:latin typeface="Microsoft YaHei"/>
                <a:ea typeface="Microsoft YaHei"/>
              </a:rPr>
              <a:t> </a:t>
            </a:r>
            <a:r>
              <a:rPr sz="1500" b="0">
                <a:solidFill>
                  <a:srgbClr val="23364D"/>
                </a:solidFill>
                <a:latin typeface="Arial"/>
                <a:ea typeface="Microsoft YaHei"/>
              </a:rPr>
              <a:t>/</a:t>
            </a:r>
            <a:r>
              <a:rPr sz="1500" b="0">
                <a:solidFill>
                  <a:srgbClr val="23364D"/>
                </a:solidFill>
                <a:latin typeface="Microsoft YaHei"/>
                <a:ea typeface="Microsoft YaHei"/>
              </a:rPr>
              <a:t> </a:t>
            </a:r>
            <a:r>
              <a:rPr sz="1500" b="0">
                <a:solidFill>
                  <a:srgbClr val="23364D"/>
                </a:solidFill>
                <a:latin typeface="Arial"/>
                <a:ea typeface="Microsoft YaHei"/>
              </a:rPr>
              <a:t>B</a:t>
            </a:r>
            <a:r>
              <a:rPr sz="1500" b="0">
                <a:solidFill>
                  <a:srgbClr val="23364D"/>
                </a:solidFill>
                <a:latin typeface="Microsoft YaHei"/>
                <a:ea typeface="Microsoft YaHei"/>
              </a:rPr>
              <a:t> </a:t>
            </a:r>
            <a:r>
              <a:rPr sz="1500" b="0">
                <a:solidFill>
                  <a:srgbClr val="23364D"/>
                </a:solidFill>
                <a:latin typeface="Arial"/>
                <a:ea typeface="Microsoft YaHei"/>
              </a:rPr>
              <a:t>/</a:t>
            </a:r>
            <a:r>
              <a:rPr sz="1500" b="0">
                <a:solidFill>
                  <a:srgbClr val="23364D"/>
                </a:solidFill>
                <a:latin typeface="Microsoft YaHei"/>
                <a:ea typeface="Microsoft YaHei"/>
              </a:rPr>
              <a:t> </a:t>
            </a:r>
            <a:r>
              <a:rPr sz="1500" b="0">
                <a:solidFill>
                  <a:srgbClr val="23364D"/>
                </a:solidFill>
                <a:latin typeface="Arial"/>
                <a:ea typeface="Microsoft YaHei"/>
              </a:rPr>
              <a:t>Vg</a:t>
            </a:r>
            <a:r>
              <a:rPr sz="1500" b="0">
                <a:solidFill>
                  <a:srgbClr val="23364D"/>
                </a:solidFill>
                <a:latin typeface="Microsoft YaHei"/>
                <a:ea typeface="Microsoft YaHei"/>
              </a:rPr>
              <a:t> </a:t>
            </a:r>
            <a:r>
              <a:rPr sz="1500" b="0">
                <a:solidFill>
                  <a:srgbClr val="23364D"/>
                </a:solidFill>
                <a:latin typeface="Arial"/>
                <a:ea typeface="Microsoft YaHei"/>
              </a:rPr>
              <a:t>/</a:t>
            </a:r>
            <a:r>
              <a:rPr sz="1500" b="0">
                <a:solidFill>
                  <a:srgbClr val="23364D"/>
                </a:solidFill>
                <a:latin typeface="Microsoft YaHei"/>
                <a:ea typeface="Microsoft YaHei"/>
              </a:rPr>
              <a:t> </a:t>
            </a:r>
            <a:r>
              <a:rPr sz="1500" b="0">
                <a:solidFill>
                  <a:srgbClr val="23364D"/>
                </a:solidFill>
                <a:latin typeface="Arial"/>
                <a:ea typeface="Microsoft YaHei"/>
              </a:rPr>
              <a:t>Ig</a:t>
            </a:r>
          </a:p>
        </p:txBody>
      </p:sp>
      <p:sp>
        <p:nvSpPr>
          <p:cNvPr id="14" name="TextBox 13"/>
          <p:cNvSpPr txBox="1"/>
          <p:nvPr/>
        </p:nvSpPr>
        <p:spPr>
          <a:xfrm>
            <a:off x="704850" y="3743325"/>
            <a:ext cx="2705155"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acquisition</a:t>
            </a:r>
            <a:r>
              <a:rPr sz="1500" b="0">
                <a:solidFill>
                  <a:srgbClr val="23364D"/>
                </a:solidFill>
                <a:latin typeface="Microsoft YaHei"/>
                <a:ea typeface="Microsoft YaHei"/>
              </a:rPr>
              <a:t> </a:t>
            </a:r>
            <a:r>
              <a:rPr sz="1500" b="0">
                <a:solidFill>
                  <a:srgbClr val="23364D"/>
                </a:solidFill>
                <a:latin typeface="Arial"/>
                <a:ea typeface="Microsoft YaHei"/>
              </a:rPr>
              <a:t>start</a:t>
            </a:r>
            <a:r>
              <a:rPr sz="1500" b="0">
                <a:solidFill>
                  <a:srgbClr val="23364D"/>
                </a:solidFill>
                <a:latin typeface="Microsoft YaHei"/>
                <a:ea typeface="Microsoft YaHei"/>
              </a:rPr>
              <a:t> </a:t>
            </a:r>
            <a:r>
              <a:rPr sz="1500" b="0">
                <a:solidFill>
                  <a:srgbClr val="23364D"/>
                </a:solidFill>
                <a:latin typeface="Arial"/>
                <a:ea typeface="Microsoft YaHei"/>
              </a:rPr>
              <a:t>/</a:t>
            </a:r>
            <a:r>
              <a:rPr sz="1500" b="0">
                <a:solidFill>
                  <a:srgbClr val="23364D"/>
                </a:solidFill>
                <a:latin typeface="Microsoft YaHei"/>
                <a:ea typeface="Microsoft YaHei"/>
              </a:rPr>
              <a:t> </a:t>
            </a:r>
            <a:r>
              <a:rPr sz="1500" b="0">
                <a:solidFill>
                  <a:srgbClr val="23364D"/>
                </a:solidFill>
                <a:latin typeface="Arial"/>
                <a:ea typeface="Microsoft YaHei"/>
              </a:rPr>
              <a:t>end</a:t>
            </a:r>
            <a:r>
              <a:rPr sz="1500" b="0">
                <a:solidFill>
                  <a:srgbClr val="23364D"/>
                </a:solidFill>
                <a:latin typeface="Microsoft YaHei"/>
                <a:ea typeface="Microsoft YaHei"/>
              </a:rPr>
              <a:t> </a:t>
            </a:r>
            <a:r>
              <a:rPr sz="1500" b="0">
                <a:solidFill>
                  <a:srgbClr val="23364D"/>
                </a:solidFill>
                <a:latin typeface="Arial"/>
                <a:ea typeface="Microsoft YaHei"/>
              </a:rPr>
              <a:t>times</a:t>
            </a:r>
          </a:p>
        </p:txBody>
      </p:sp>
      <p:sp>
        <p:nvSpPr>
          <p:cNvPr id="15" name="TextBox 14"/>
          <p:cNvSpPr txBox="1"/>
          <p:nvPr/>
        </p:nvSpPr>
        <p:spPr>
          <a:xfrm>
            <a:off x="704850" y="4000500"/>
            <a:ext cx="2092356"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source</a:t>
            </a:r>
            <a:r>
              <a:rPr sz="1500" b="0">
                <a:solidFill>
                  <a:srgbClr val="23364D"/>
                </a:solidFill>
                <a:latin typeface="Microsoft YaHei"/>
                <a:ea typeface="Microsoft YaHei"/>
              </a:rPr>
              <a:t> </a:t>
            </a:r>
            <a:r>
              <a:rPr sz="1500" b="0">
                <a:solidFill>
                  <a:srgbClr val="23364D"/>
                </a:solidFill>
                <a:latin typeface="Arial"/>
                <a:ea typeface="Microsoft YaHei"/>
              </a:rPr>
              <a:t>+</a:t>
            </a:r>
            <a:r>
              <a:rPr sz="1500" b="0">
                <a:solidFill>
                  <a:srgbClr val="23364D"/>
                </a:solidFill>
                <a:latin typeface="Microsoft YaHei"/>
                <a:ea typeface="Microsoft YaHei"/>
              </a:rPr>
              <a:t> </a:t>
            </a:r>
            <a:r>
              <a:rPr sz="1500" b="0">
                <a:solidFill>
                  <a:srgbClr val="23364D"/>
                </a:solidFill>
                <a:latin typeface="Arial"/>
                <a:ea typeface="Microsoft YaHei"/>
              </a:rPr>
              <a:t>polarization</a:t>
            </a:r>
          </a:p>
        </p:txBody>
      </p:sp>
      <p:sp>
        <p:nvSpPr>
          <p:cNvPr id="16" name="TextBox 15"/>
          <p:cNvSpPr txBox="1"/>
          <p:nvPr/>
        </p:nvSpPr>
        <p:spPr>
          <a:xfrm>
            <a:off x="704850" y="4257675"/>
            <a:ext cx="1339843"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configuration</a:t>
            </a:r>
          </a:p>
        </p:txBody>
      </p:sp>
      <p:sp>
        <p:nvSpPr>
          <p:cNvPr id="17" name="Rounded Rectangle 16"/>
          <p:cNvSpPr/>
          <p:nvPr/>
        </p:nvSpPr>
        <p:spPr>
          <a:xfrm>
            <a:off x="4219575" y="1866900"/>
            <a:ext cx="3352800" cy="3629025"/>
          </a:xfrm>
          <a:prstGeom prst="roundRect">
            <a:avLst>
              <a:gd name="adj" fmla="val 3409"/>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19575" y="2028825"/>
            <a:ext cx="38100" cy="314325"/>
          </a:xfrm>
          <a:prstGeom prst="rect">
            <a:avLst/>
          </a:pr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10075" y="2019300"/>
            <a:ext cx="2991408" cy="260032"/>
          </a:xfrm>
          <a:prstGeom prst="rect">
            <a:avLst/>
          </a:prstGeom>
          <a:noFill/>
        </p:spPr>
        <p:txBody>
          <a:bodyPr wrap="none" lIns="0" rIns="0" tIns="0" bIns="0">
            <a:spAutoFit/>
          </a:bodyPr>
          <a:lstStyle/>
          <a:p>
            <a:pPr>
              <a:lnSpc>
                <a:spcPts val="1974"/>
              </a:lnSpc>
              <a:spcBef>
                <a:spcPts val="0"/>
              </a:spcBef>
              <a:spcAft>
                <a:spcPts val="0"/>
              </a:spcAft>
            </a:pPr>
            <a:r>
              <a:rPr sz="1462" b="1">
                <a:solidFill>
                  <a:srgbClr val="168D9D"/>
                </a:solidFill>
                <a:latin typeface="Arial"/>
                <a:ea typeface="Microsoft YaHei"/>
              </a:rPr>
              <a:t>Raw</a:t>
            </a:r>
            <a:r>
              <a:rPr sz="1462" b="1">
                <a:solidFill>
                  <a:srgbClr val="168D9D"/>
                </a:solidFill>
                <a:latin typeface="Microsoft YaHei"/>
                <a:ea typeface="Microsoft YaHei"/>
              </a:rPr>
              <a:t> </a:t>
            </a:r>
            <a:r>
              <a:rPr sz="1462" b="1">
                <a:solidFill>
                  <a:srgbClr val="168D9D"/>
                </a:solidFill>
                <a:latin typeface="Arial"/>
                <a:ea typeface="Microsoft YaHei"/>
              </a:rPr>
              <a:t>measurement</a:t>
            </a:r>
            <a:r>
              <a:rPr sz="1462" b="1">
                <a:solidFill>
                  <a:srgbClr val="168D9D"/>
                </a:solidFill>
                <a:latin typeface="Microsoft YaHei"/>
                <a:ea typeface="Microsoft YaHei"/>
              </a:rPr>
              <a:t> </a:t>
            </a:r>
            <a:r>
              <a:rPr sz="1462" b="1">
                <a:solidFill>
                  <a:srgbClr val="168D9D"/>
                </a:solidFill>
                <a:latin typeface="Arial"/>
                <a:ea typeface="Microsoft YaHei"/>
              </a:rPr>
              <a:t>channels</a:t>
            </a:r>
          </a:p>
        </p:txBody>
      </p:sp>
      <p:sp>
        <p:nvSpPr>
          <p:cNvPr id="20" name="TextBox 19"/>
          <p:cNvSpPr txBox="1"/>
          <p:nvPr/>
        </p:nvSpPr>
        <p:spPr>
          <a:xfrm>
            <a:off x="4410075" y="2457450"/>
            <a:ext cx="1463371"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Vxx:</a:t>
            </a:r>
            <a:r>
              <a:rPr sz="1500" b="0">
                <a:solidFill>
                  <a:srgbClr val="23364D"/>
                </a:solidFill>
                <a:latin typeface="Microsoft YaHei"/>
                <a:ea typeface="Microsoft YaHei"/>
              </a:rPr>
              <a:t> </a:t>
            </a:r>
            <a:r>
              <a:rPr sz="1500" b="0">
                <a:solidFill>
                  <a:srgbClr val="23364D"/>
                </a:solidFill>
                <a:latin typeface="Arial"/>
                <a:ea typeface="Microsoft YaHei"/>
              </a:rPr>
              <a:t>X,</a:t>
            </a:r>
            <a:r>
              <a:rPr sz="1500" b="0">
                <a:solidFill>
                  <a:srgbClr val="23364D"/>
                </a:solidFill>
                <a:latin typeface="Microsoft YaHei"/>
                <a:ea typeface="Microsoft YaHei"/>
              </a:rPr>
              <a:t> </a:t>
            </a:r>
            <a:r>
              <a:rPr sz="1500" b="0">
                <a:solidFill>
                  <a:srgbClr val="23364D"/>
                </a:solidFill>
                <a:latin typeface="Arial"/>
                <a:ea typeface="Microsoft YaHei"/>
              </a:rPr>
              <a:t>Y,</a:t>
            </a:r>
            <a:r>
              <a:rPr sz="1500" b="0">
                <a:solidFill>
                  <a:srgbClr val="23364D"/>
                </a:solidFill>
                <a:latin typeface="Microsoft YaHei"/>
                <a:ea typeface="Microsoft YaHei"/>
              </a:rPr>
              <a:t> </a:t>
            </a:r>
            <a:r>
              <a:rPr sz="1500" b="0">
                <a:solidFill>
                  <a:srgbClr val="23364D"/>
                </a:solidFill>
                <a:latin typeface="Arial"/>
                <a:ea typeface="Microsoft YaHei"/>
              </a:rPr>
              <a:t>n,</a:t>
            </a:r>
            <a:r>
              <a:rPr sz="1500" b="0">
                <a:solidFill>
                  <a:srgbClr val="23364D"/>
                </a:solidFill>
                <a:latin typeface="Microsoft YaHei"/>
                <a:ea typeface="Microsoft YaHei"/>
              </a:rPr>
              <a:t> </a:t>
            </a:r>
            <a:r>
              <a:rPr sz="1500" b="0">
                <a:solidFill>
                  <a:srgbClr val="23364D"/>
                </a:solidFill>
                <a:latin typeface="Arial"/>
                <a:ea typeface="Microsoft YaHei"/>
              </a:rPr>
              <a:t>f_I</a:t>
            </a:r>
          </a:p>
        </p:txBody>
      </p:sp>
      <p:sp>
        <p:nvSpPr>
          <p:cNvPr id="21" name="TextBox 20"/>
          <p:cNvSpPr txBox="1"/>
          <p:nvPr/>
        </p:nvSpPr>
        <p:spPr>
          <a:xfrm>
            <a:off x="4410075" y="2714625"/>
            <a:ext cx="1463371"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Vxy:</a:t>
            </a:r>
            <a:r>
              <a:rPr sz="1500" b="0">
                <a:solidFill>
                  <a:srgbClr val="23364D"/>
                </a:solidFill>
                <a:latin typeface="Microsoft YaHei"/>
                <a:ea typeface="Microsoft YaHei"/>
              </a:rPr>
              <a:t> </a:t>
            </a:r>
            <a:r>
              <a:rPr sz="1500" b="0">
                <a:solidFill>
                  <a:srgbClr val="23364D"/>
                </a:solidFill>
                <a:latin typeface="Arial"/>
                <a:ea typeface="Microsoft YaHei"/>
              </a:rPr>
              <a:t>X,</a:t>
            </a:r>
            <a:r>
              <a:rPr sz="1500" b="0">
                <a:solidFill>
                  <a:srgbClr val="23364D"/>
                </a:solidFill>
                <a:latin typeface="Microsoft YaHei"/>
                <a:ea typeface="Microsoft YaHei"/>
              </a:rPr>
              <a:t> </a:t>
            </a:r>
            <a:r>
              <a:rPr sz="1500" b="0">
                <a:solidFill>
                  <a:srgbClr val="23364D"/>
                </a:solidFill>
                <a:latin typeface="Arial"/>
                <a:ea typeface="Microsoft YaHei"/>
              </a:rPr>
              <a:t>Y,</a:t>
            </a:r>
            <a:r>
              <a:rPr sz="1500" b="0">
                <a:solidFill>
                  <a:srgbClr val="23364D"/>
                </a:solidFill>
                <a:latin typeface="Microsoft YaHei"/>
                <a:ea typeface="Microsoft YaHei"/>
              </a:rPr>
              <a:t> </a:t>
            </a:r>
            <a:r>
              <a:rPr sz="1500" b="0">
                <a:solidFill>
                  <a:srgbClr val="23364D"/>
                </a:solidFill>
                <a:latin typeface="Arial"/>
                <a:ea typeface="Microsoft YaHei"/>
              </a:rPr>
              <a:t>n,</a:t>
            </a:r>
            <a:r>
              <a:rPr sz="1500" b="0">
                <a:solidFill>
                  <a:srgbClr val="23364D"/>
                </a:solidFill>
                <a:latin typeface="Microsoft YaHei"/>
                <a:ea typeface="Microsoft YaHei"/>
              </a:rPr>
              <a:t> </a:t>
            </a:r>
            <a:r>
              <a:rPr sz="1500" b="0">
                <a:solidFill>
                  <a:srgbClr val="23364D"/>
                </a:solidFill>
                <a:latin typeface="Arial"/>
                <a:ea typeface="Microsoft YaHei"/>
              </a:rPr>
              <a:t>f_I</a:t>
            </a:r>
          </a:p>
        </p:txBody>
      </p:sp>
      <p:sp>
        <p:nvSpPr>
          <p:cNvPr id="22" name="TextBox 21"/>
          <p:cNvSpPr txBox="1"/>
          <p:nvPr/>
        </p:nvSpPr>
        <p:spPr>
          <a:xfrm>
            <a:off x="4410075" y="2971800"/>
            <a:ext cx="2606836"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photoresponse:</a:t>
            </a:r>
            <a:r>
              <a:rPr sz="1500" b="0">
                <a:solidFill>
                  <a:srgbClr val="23364D"/>
                </a:solidFill>
                <a:latin typeface="Microsoft YaHei"/>
                <a:ea typeface="Microsoft YaHei"/>
              </a:rPr>
              <a:t> </a:t>
            </a:r>
            <a:r>
              <a:rPr sz="1500" b="0">
                <a:solidFill>
                  <a:srgbClr val="23364D"/>
                </a:solidFill>
                <a:latin typeface="Arial"/>
                <a:ea typeface="Microsoft YaHei"/>
              </a:rPr>
              <a:t>X,</a:t>
            </a:r>
            <a:r>
              <a:rPr sz="1500" b="0">
                <a:solidFill>
                  <a:srgbClr val="23364D"/>
                </a:solidFill>
                <a:latin typeface="Microsoft YaHei"/>
                <a:ea typeface="Microsoft YaHei"/>
              </a:rPr>
              <a:t> </a:t>
            </a:r>
            <a:r>
              <a:rPr sz="1500" b="0">
                <a:solidFill>
                  <a:srgbClr val="23364D"/>
                </a:solidFill>
                <a:latin typeface="Arial"/>
                <a:ea typeface="Microsoft YaHei"/>
              </a:rPr>
              <a:t>Y,</a:t>
            </a:r>
            <a:r>
              <a:rPr sz="1500" b="0">
                <a:solidFill>
                  <a:srgbClr val="23364D"/>
                </a:solidFill>
                <a:latin typeface="Microsoft YaHei"/>
                <a:ea typeface="Microsoft YaHei"/>
              </a:rPr>
              <a:t> </a:t>
            </a:r>
            <a:r>
              <a:rPr sz="1500" b="0">
                <a:solidFill>
                  <a:srgbClr val="23364D"/>
                </a:solidFill>
                <a:latin typeface="Arial"/>
                <a:ea typeface="Microsoft YaHei"/>
              </a:rPr>
              <a:t>fchop</a:t>
            </a:r>
          </a:p>
        </p:txBody>
      </p:sp>
      <p:sp>
        <p:nvSpPr>
          <p:cNvPr id="23" name="TextBox 22"/>
          <p:cNvSpPr txBox="1"/>
          <p:nvPr/>
        </p:nvSpPr>
        <p:spPr>
          <a:xfrm>
            <a:off x="4410075" y="3228975"/>
            <a:ext cx="2449357"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input</a:t>
            </a:r>
            <a:r>
              <a:rPr sz="1500" b="0">
                <a:solidFill>
                  <a:srgbClr val="23364D"/>
                </a:solidFill>
                <a:latin typeface="Microsoft YaHei"/>
                <a:ea typeface="Microsoft YaHei"/>
              </a:rPr>
              <a:t> </a:t>
            </a:r>
            <a:r>
              <a:rPr sz="1500" b="0">
                <a:solidFill>
                  <a:srgbClr val="23364D"/>
                </a:solidFill>
                <a:latin typeface="Arial"/>
                <a:ea typeface="Microsoft YaHei"/>
              </a:rPr>
              <a:t>mode</a:t>
            </a:r>
            <a:r>
              <a:rPr sz="1500" b="0">
                <a:solidFill>
                  <a:srgbClr val="23364D"/>
                </a:solidFill>
                <a:latin typeface="Microsoft YaHei"/>
                <a:ea typeface="Microsoft YaHei"/>
              </a:rPr>
              <a:t> </a:t>
            </a:r>
            <a:r>
              <a:rPr sz="1500" b="0">
                <a:solidFill>
                  <a:srgbClr val="23364D"/>
                </a:solidFill>
                <a:latin typeface="Arial"/>
                <a:ea typeface="Microsoft YaHei"/>
              </a:rPr>
              <a:t>/</a:t>
            </a:r>
            <a:r>
              <a:rPr sz="1500" b="0">
                <a:solidFill>
                  <a:srgbClr val="23364D"/>
                </a:solidFill>
                <a:latin typeface="Microsoft YaHei"/>
                <a:ea typeface="Microsoft YaHei"/>
              </a:rPr>
              <a:t> </a:t>
            </a:r>
            <a:r>
              <a:rPr sz="1500" b="0">
                <a:solidFill>
                  <a:srgbClr val="23364D"/>
                </a:solidFill>
                <a:latin typeface="Arial"/>
                <a:ea typeface="Microsoft YaHei"/>
              </a:rPr>
              <a:t>gain</a:t>
            </a:r>
            <a:r>
              <a:rPr sz="1500" b="0">
                <a:solidFill>
                  <a:srgbClr val="23364D"/>
                </a:solidFill>
                <a:latin typeface="Microsoft YaHei"/>
                <a:ea typeface="Microsoft YaHei"/>
              </a:rPr>
              <a:t> </a:t>
            </a:r>
            <a:r>
              <a:rPr sz="1500" b="0">
                <a:solidFill>
                  <a:srgbClr val="23364D"/>
                </a:solidFill>
                <a:latin typeface="Arial"/>
                <a:ea typeface="Microsoft YaHei"/>
              </a:rPr>
              <a:t>/</a:t>
            </a:r>
            <a:r>
              <a:rPr sz="1500" b="0">
                <a:solidFill>
                  <a:srgbClr val="23364D"/>
                </a:solidFill>
                <a:latin typeface="Microsoft YaHei"/>
                <a:ea typeface="Microsoft YaHei"/>
              </a:rPr>
              <a:t> </a:t>
            </a:r>
            <a:r>
              <a:rPr sz="1500" b="0">
                <a:solidFill>
                  <a:srgbClr val="23364D"/>
                </a:solidFill>
                <a:latin typeface="Arial"/>
                <a:ea typeface="Microsoft YaHei"/>
              </a:rPr>
              <a:t>range</a:t>
            </a:r>
          </a:p>
        </p:txBody>
      </p:sp>
      <p:sp>
        <p:nvSpPr>
          <p:cNvPr id="24" name="TextBox 23"/>
          <p:cNvSpPr txBox="1"/>
          <p:nvPr/>
        </p:nvSpPr>
        <p:spPr>
          <a:xfrm>
            <a:off x="4410075" y="3486150"/>
            <a:ext cx="2547211"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PD</a:t>
            </a:r>
            <a:r>
              <a:rPr sz="1500" b="0">
                <a:solidFill>
                  <a:srgbClr val="23364D"/>
                </a:solidFill>
                <a:latin typeface="Microsoft YaHei"/>
                <a:ea typeface="Microsoft YaHei"/>
              </a:rPr>
              <a:t> </a:t>
            </a:r>
            <a:r>
              <a:rPr sz="1500" b="0">
                <a:solidFill>
                  <a:srgbClr val="23364D"/>
                </a:solidFill>
                <a:latin typeface="Arial"/>
                <a:ea typeface="Microsoft YaHei"/>
              </a:rPr>
              <a:t>monitor</a:t>
            </a:r>
            <a:r>
              <a:rPr sz="1500" b="0">
                <a:solidFill>
                  <a:srgbClr val="23364D"/>
                </a:solidFill>
                <a:latin typeface="Microsoft YaHei"/>
                <a:ea typeface="Microsoft YaHei"/>
              </a:rPr>
              <a:t> </a:t>
            </a:r>
            <a:r>
              <a:rPr sz="1500" b="0">
                <a:solidFill>
                  <a:srgbClr val="23364D"/>
                </a:solidFill>
                <a:latin typeface="Arial"/>
                <a:ea typeface="Microsoft YaHei"/>
              </a:rPr>
              <a:t>and</a:t>
            </a:r>
            <a:r>
              <a:rPr sz="1500" b="0">
                <a:solidFill>
                  <a:srgbClr val="23364D"/>
                </a:solidFill>
                <a:latin typeface="Microsoft YaHei"/>
                <a:ea typeface="Microsoft YaHei"/>
              </a:rPr>
              <a:t> </a:t>
            </a:r>
            <a:r>
              <a:rPr sz="1500" b="0">
                <a:solidFill>
                  <a:srgbClr val="23364D"/>
                </a:solidFill>
                <a:latin typeface="Arial"/>
                <a:ea typeface="Microsoft YaHei"/>
              </a:rPr>
              <a:t>calibrated</a:t>
            </a:r>
          </a:p>
        </p:txBody>
      </p:sp>
      <p:sp>
        <p:nvSpPr>
          <p:cNvPr id="25" name="TextBox 24"/>
          <p:cNvSpPr txBox="1"/>
          <p:nvPr/>
        </p:nvSpPr>
        <p:spPr>
          <a:xfrm>
            <a:off x="4410075" y="3743325"/>
            <a:ext cx="665001"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power</a:t>
            </a:r>
          </a:p>
        </p:txBody>
      </p:sp>
      <p:sp>
        <p:nvSpPr>
          <p:cNvPr id="26" name="TextBox 25"/>
          <p:cNvSpPr txBox="1"/>
          <p:nvPr/>
        </p:nvSpPr>
        <p:spPr>
          <a:xfrm>
            <a:off x="4410075" y="4000500"/>
            <a:ext cx="2377640"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reference</a:t>
            </a:r>
            <a:r>
              <a:rPr sz="1500" b="0">
                <a:solidFill>
                  <a:srgbClr val="23364D"/>
                </a:solidFill>
                <a:latin typeface="Microsoft YaHei"/>
                <a:ea typeface="Microsoft YaHei"/>
              </a:rPr>
              <a:t> </a:t>
            </a:r>
            <a:r>
              <a:rPr sz="1500" b="0">
                <a:solidFill>
                  <a:srgbClr val="23364D"/>
                </a:solidFill>
                <a:latin typeface="Arial"/>
                <a:ea typeface="Microsoft YaHei"/>
              </a:rPr>
              <a:t>spectrum</a:t>
            </a:r>
            <a:r>
              <a:rPr sz="1500" b="0">
                <a:solidFill>
                  <a:srgbClr val="23364D"/>
                </a:solidFill>
                <a:latin typeface="Microsoft YaHei"/>
                <a:ea typeface="Microsoft YaHei"/>
              </a:rPr>
              <a:t> </a:t>
            </a:r>
            <a:r>
              <a:rPr sz="1500" b="0">
                <a:solidFill>
                  <a:srgbClr val="23364D"/>
                </a:solidFill>
                <a:latin typeface="Arial"/>
                <a:ea typeface="Microsoft YaHei"/>
              </a:rPr>
              <a:t>S(λ)</a:t>
            </a:r>
          </a:p>
        </p:txBody>
      </p:sp>
      <p:sp>
        <p:nvSpPr>
          <p:cNvPr id="27" name="TextBox 26"/>
          <p:cNvSpPr txBox="1"/>
          <p:nvPr/>
        </p:nvSpPr>
        <p:spPr>
          <a:xfrm>
            <a:off x="4410075" y="4257675"/>
            <a:ext cx="2818451"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local</a:t>
            </a:r>
            <a:r>
              <a:rPr sz="1500" b="0">
                <a:solidFill>
                  <a:srgbClr val="23364D"/>
                </a:solidFill>
                <a:latin typeface="Microsoft YaHei"/>
                <a:ea typeface="Microsoft YaHei"/>
              </a:rPr>
              <a:t> </a:t>
            </a:r>
            <a:r>
              <a:rPr sz="1500" b="0">
                <a:solidFill>
                  <a:srgbClr val="23364D"/>
                </a:solidFill>
                <a:latin typeface="Arial"/>
                <a:ea typeface="Microsoft YaHei"/>
              </a:rPr>
              <a:t>file</a:t>
            </a:r>
            <a:r>
              <a:rPr sz="1500" b="0">
                <a:solidFill>
                  <a:srgbClr val="23364D"/>
                </a:solidFill>
                <a:latin typeface="Microsoft YaHei"/>
                <a:ea typeface="Microsoft YaHei"/>
              </a:rPr>
              <a:t> </a:t>
            </a:r>
            <a:r>
              <a:rPr sz="1500" b="0">
                <a:solidFill>
                  <a:srgbClr val="23364D"/>
                </a:solidFill>
                <a:latin typeface="Arial"/>
                <a:ea typeface="Microsoft YaHei"/>
              </a:rPr>
              <a:t>+</a:t>
            </a:r>
            <a:r>
              <a:rPr sz="1500" b="0">
                <a:solidFill>
                  <a:srgbClr val="23364D"/>
                </a:solidFill>
                <a:latin typeface="Microsoft YaHei"/>
                <a:ea typeface="Microsoft YaHei"/>
              </a:rPr>
              <a:t> </a:t>
            </a:r>
            <a:r>
              <a:rPr sz="1500" b="0">
                <a:solidFill>
                  <a:srgbClr val="23364D"/>
                </a:solidFill>
                <a:latin typeface="Arial"/>
                <a:ea typeface="Microsoft YaHei"/>
              </a:rPr>
              <a:t>artifact</a:t>
            </a:r>
            <a:r>
              <a:rPr sz="1500" b="0">
                <a:solidFill>
                  <a:srgbClr val="23364D"/>
                </a:solidFill>
                <a:latin typeface="Microsoft YaHei"/>
                <a:ea typeface="Microsoft YaHei"/>
              </a:rPr>
              <a:t> </a:t>
            </a:r>
            <a:r>
              <a:rPr sz="1500" b="0">
                <a:solidFill>
                  <a:srgbClr val="23364D"/>
                </a:solidFill>
                <a:latin typeface="Arial"/>
                <a:ea typeface="Microsoft YaHei"/>
              </a:rPr>
              <a:t>checksum</a:t>
            </a:r>
          </a:p>
        </p:txBody>
      </p:sp>
      <p:sp>
        <p:nvSpPr>
          <p:cNvPr id="28" name="Rounded Rectangle 27"/>
          <p:cNvSpPr/>
          <p:nvPr/>
        </p:nvSpPr>
        <p:spPr>
          <a:xfrm>
            <a:off x="7924800" y="1866900"/>
            <a:ext cx="3752850" cy="3629025"/>
          </a:xfrm>
          <a:prstGeom prst="roundRect">
            <a:avLst>
              <a:gd name="adj" fmla="val 3149"/>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924800" y="2028825"/>
            <a:ext cx="38100" cy="314325"/>
          </a:xfrm>
          <a:prstGeom prst="rect">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15300" y="2019300"/>
            <a:ext cx="3378119" cy="260032"/>
          </a:xfrm>
          <a:prstGeom prst="rect">
            <a:avLst/>
          </a:prstGeom>
          <a:noFill/>
        </p:spPr>
        <p:txBody>
          <a:bodyPr wrap="none" lIns="0" rIns="0" tIns="0" bIns="0">
            <a:spAutoFit/>
          </a:bodyPr>
          <a:lstStyle/>
          <a:p>
            <a:pPr>
              <a:lnSpc>
                <a:spcPts val="1974"/>
              </a:lnSpc>
              <a:spcBef>
                <a:spcPts val="0"/>
              </a:spcBef>
              <a:spcAft>
                <a:spcPts val="0"/>
              </a:spcAft>
            </a:pPr>
            <a:r>
              <a:rPr sz="1462" b="1">
                <a:solidFill>
                  <a:srgbClr val="278565"/>
                </a:solidFill>
                <a:latin typeface="Arial"/>
                <a:ea typeface="Microsoft YaHei"/>
              </a:rPr>
              <a:t>Qualification</a:t>
            </a:r>
            <a:r>
              <a:rPr sz="1462" b="1">
                <a:solidFill>
                  <a:srgbClr val="278565"/>
                </a:solidFill>
                <a:latin typeface="Microsoft YaHei"/>
                <a:ea typeface="Microsoft YaHei"/>
              </a:rPr>
              <a:t> </a:t>
            </a:r>
            <a:r>
              <a:rPr sz="1462" b="1">
                <a:solidFill>
                  <a:srgbClr val="278565"/>
                </a:solidFill>
                <a:latin typeface="Arial"/>
                <a:ea typeface="Microsoft YaHei"/>
              </a:rPr>
              <a:t>and</a:t>
            </a:r>
            <a:r>
              <a:rPr sz="1462" b="1">
                <a:solidFill>
                  <a:srgbClr val="278565"/>
                </a:solidFill>
                <a:latin typeface="Microsoft YaHei"/>
                <a:ea typeface="Microsoft YaHei"/>
              </a:rPr>
              <a:t> </a:t>
            </a:r>
            <a:r>
              <a:rPr sz="1462" b="1">
                <a:solidFill>
                  <a:srgbClr val="278565"/>
                </a:solidFill>
                <a:latin typeface="Arial"/>
                <a:ea typeface="Microsoft YaHei"/>
              </a:rPr>
              <a:t>interpretation</a:t>
            </a:r>
          </a:p>
        </p:txBody>
      </p:sp>
      <p:sp>
        <p:nvSpPr>
          <p:cNvPr id="31" name="TextBox 30"/>
          <p:cNvSpPr txBox="1"/>
          <p:nvPr/>
        </p:nvSpPr>
        <p:spPr>
          <a:xfrm>
            <a:off x="8115300" y="2457450"/>
            <a:ext cx="2931188"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reference</a:t>
            </a:r>
            <a:r>
              <a:rPr sz="1500" b="0">
                <a:solidFill>
                  <a:srgbClr val="23364D"/>
                </a:solidFill>
                <a:latin typeface="Microsoft YaHei"/>
                <a:ea typeface="Microsoft YaHei"/>
              </a:rPr>
              <a:t> </a:t>
            </a:r>
            <a:r>
              <a:rPr sz="1500" b="0">
                <a:solidFill>
                  <a:srgbClr val="23364D"/>
                </a:solidFill>
                <a:latin typeface="Arial"/>
                <a:ea typeface="Microsoft YaHei"/>
              </a:rPr>
              <a:t>lock</a:t>
            </a:r>
            <a:r>
              <a:rPr sz="1500" b="0">
                <a:solidFill>
                  <a:srgbClr val="23364D"/>
                </a:solidFill>
                <a:latin typeface="Microsoft YaHei"/>
                <a:ea typeface="Microsoft YaHei"/>
              </a:rPr>
              <a:t> </a:t>
            </a:r>
            <a:r>
              <a:rPr sz="1500" b="0">
                <a:solidFill>
                  <a:srgbClr val="23364D"/>
                </a:solidFill>
                <a:latin typeface="Arial"/>
                <a:ea typeface="Microsoft YaHei"/>
              </a:rPr>
              <a:t>/</a:t>
            </a:r>
            <a:r>
              <a:rPr sz="1500" b="0">
                <a:solidFill>
                  <a:srgbClr val="23364D"/>
                </a:solidFill>
                <a:latin typeface="Microsoft YaHei"/>
                <a:ea typeface="Microsoft YaHei"/>
              </a:rPr>
              <a:t> </a:t>
            </a:r>
            <a:r>
              <a:rPr sz="1500" b="0">
                <a:solidFill>
                  <a:srgbClr val="23364D"/>
                </a:solidFill>
                <a:latin typeface="Arial"/>
                <a:ea typeface="Microsoft YaHei"/>
              </a:rPr>
              <a:t>overload</a:t>
            </a:r>
            <a:r>
              <a:rPr sz="1500" b="0">
                <a:solidFill>
                  <a:srgbClr val="23364D"/>
                </a:solidFill>
                <a:latin typeface="Microsoft YaHei"/>
                <a:ea typeface="Microsoft YaHei"/>
              </a:rPr>
              <a:t> </a:t>
            </a:r>
            <a:r>
              <a:rPr sz="1500" b="0">
                <a:solidFill>
                  <a:srgbClr val="23364D"/>
                </a:solidFill>
                <a:latin typeface="Arial"/>
                <a:ea typeface="Microsoft YaHei"/>
              </a:rPr>
              <a:t>flags</a:t>
            </a:r>
          </a:p>
        </p:txBody>
      </p:sp>
      <p:sp>
        <p:nvSpPr>
          <p:cNvPr id="32" name="TextBox 31"/>
          <p:cNvSpPr txBox="1"/>
          <p:nvPr/>
        </p:nvSpPr>
        <p:spPr>
          <a:xfrm>
            <a:off x="8115300" y="2714625"/>
            <a:ext cx="2785988"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settling</a:t>
            </a:r>
            <a:r>
              <a:rPr sz="1500" b="0">
                <a:solidFill>
                  <a:srgbClr val="23364D"/>
                </a:solidFill>
                <a:latin typeface="Microsoft YaHei"/>
                <a:ea typeface="Microsoft YaHei"/>
              </a:rPr>
              <a:t> </a:t>
            </a:r>
            <a:r>
              <a:rPr sz="1500" b="0">
                <a:solidFill>
                  <a:srgbClr val="23364D"/>
                </a:solidFill>
                <a:latin typeface="Arial"/>
                <a:ea typeface="Microsoft YaHei"/>
              </a:rPr>
              <a:t>/</a:t>
            </a:r>
            <a:r>
              <a:rPr sz="1500" b="0">
                <a:solidFill>
                  <a:srgbClr val="23364D"/>
                </a:solidFill>
                <a:latin typeface="Microsoft YaHei"/>
                <a:ea typeface="Microsoft YaHei"/>
              </a:rPr>
              <a:t> </a:t>
            </a:r>
            <a:r>
              <a:rPr sz="1500" b="0">
                <a:solidFill>
                  <a:srgbClr val="23364D"/>
                </a:solidFill>
                <a:latin typeface="Arial"/>
                <a:ea typeface="Microsoft YaHei"/>
              </a:rPr>
              <a:t>freshness</a:t>
            </a:r>
            <a:r>
              <a:rPr sz="1500" b="0">
                <a:solidFill>
                  <a:srgbClr val="23364D"/>
                </a:solidFill>
                <a:latin typeface="Microsoft YaHei"/>
                <a:ea typeface="Microsoft YaHei"/>
              </a:rPr>
              <a:t> </a:t>
            </a:r>
            <a:r>
              <a:rPr sz="1500" b="0">
                <a:solidFill>
                  <a:srgbClr val="23364D"/>
                </a:solidFill>
                <a:latin typeface="Arial"/>
                <a:ea typeface="Microsoft YaHei"/>
              </a:rPr>
              <a:t>evidence</a:t>
            </a:r>
          </a:p>
        </p:txBody>
      </p:sp>
      <p:sp>
        <p:nvSpPr>
          <p:cNvPr id="33" name="TextBox 32"/>
          <p:cNvSpPr txBox="1"/>
          <p:nvPr/>
        </p:nvSpPr>
        <p:spPr>
          <a:xfrm>
            <a:off x="8115300" y="2971800"/>
            <a:ext cx="2934165"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accepted</a:t>
            </a:r>
            <a:r>
              <a:rPr sz="1500" b="0">
                <a:solidFill>
                  <a:srgbClr val="23364D"/>
                </a:solidFill>
                <a:latin typeface="Microsoft YaHei"/>
                <a:ea typeface="Microsoft YaHei"/>
              </a:rPr>
              <a:t> </a:t>
            </a:r>
            <a:r>
              <a:rPr sz="1500" b="0">
                <a:solidFill>
                  <a:srgbClr val="23364D"/>
                </a:solidFill>
                <a:latin typeface="Arial"/>
                <a:ea typeface="Microsoft YaHei"/>
              </a:rPr>
              <a:t>/</a:t>
            </a:r>
            <a:r>
              <a:rPr sz="1500" b="0">
                <a:solidFill>
                  <a:srgbClr val="23364D"/>
                </a:solidFill>
                <a:latin typeface="Microsoft YaHei"/>
                <a:ea typeface="Microsoft YaHei"/>
              </a:rPr>
              <a:t> </a:t>
            </a:r>
            <a:r>
              <a:rPr sz="1500" b="0">
                <a:solidFill>
                  <a:srgbClr val="23364D"/>
                </a:solidFill>
                <a:latin typeface="Arial"/>
                <a:ea typeface="Microsoft YaHei"/>
              </a:rPr>
              <a:t>rejected</a:t>
            </a:r>
            <a:r>
              <a:rPr sz="1500" b="0">
                <a:solidFill>
                  <a:srgbClr val="23364D"/>
                </a:solidFill>
                <a:latin typeface="Microsoft YaHei"/>
                <a:ea typeface="Microsoft YaHei"/>
              </a:rPr>
              <a:t> </a:t>
            </a:r>
            <a:r>
              <a:rPr sz="1500" b="0">
                <a:solidFill>
                  <a:srgbClr val="23364D"/>
                </a:solidFill>
                <a:latin typeface="Arial"/>
                <a:ea typeface="Microsoft YaHei"/>
              </a:rPr>
              <a:t>/</a:t>
            </a:r>
            <a:r>
              <a:rPr sz="1500" b="0">
                <a:solidFill>
                  <a:srgbClr val="23364D"/>
                </a:solidFill>
                <a:latin typeface="Microsoft YaHei"/>
                <a:ea typeface="Microsoft YaHei"/>
              </a:rPr>
              <a:t> </a:t>
            </a:r>
            <a:r>
              <a:rPr sz="1500" b="0">
                <a:solidFill>
                  <a:srgbClr val="23364D"/>
                </a:solidFill>
                <a:latin typeface="Arial"/>
                <a:ea typeface="Microsoft YaHei"/>
              </a:rPr>
              <a:t>historical</a:t>
            </a:r>
          </a:p>
        </p:txBody>
      </p:sp>
      <p:sp>
        <p:nvSpPr>
          <p:cNvPr id="34" name="TextBox 33"/>
          <p:cNvSpPr txBox="1"/>
          <p:nvPr/>
        </p:nvSpPr>
        <p:spPr>
          <a:xfrm>
            <a:off x="8115300" y="3228975"/>
            <a:ext cx="3160662"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calibration</a:t>
            </a:r>
            <a:r>
              <a:rPr sz="1500" b="0">
                <a:solidFill>
                  <a:srgbClr val="23364D"/>
                </a:solidFill>
                <a:latin typeface="Microsoft YaHei"/>
                <a:ea typeface="Microsoft YaHei"/>
              </a:rPr>
              <a:t> </a:t>
            </a:r>
            <a:r>
              <a:rPr sz="1500" b="0">
                <a:solidFill>
                  <a:srgbClr val="23364D"/>
                </a:solidFill>
                <a:latin typeface="Arial"/>
                <a:ea typeface="Microsoft YaHei"/>
              </a:rPr>
              <a:t>and</a:t>
            </a:r>
            <a:r>
              <a:rPr sz="1500" b="0">
                <a:solidFill>
                  <a:srgbClr val="23364D"/>
                </a:solidFill>
                <a:latin typeface="Microsoft YaHei"/>
                <a:ea typeface="Microsoft YaHei"/>
              </a:rPr>
              <a:t> </a:t>
            </a:r>
            <a:r>
              <a:rPr sz="1500" b="0">
                <a:solidFill>
                  <a:srgbClr val="23364D"/>
                </a:solidFill>
                <a:latin typeface="Arial"/>
                <a:ea typeface="Microsoft YaHei"/>
              </a:rPr>
              <a:t>analysis</a:t>
            </a:r>
            <a:r>
              <a:rPr sz="1500" b="0">
                <a:solidFill>
                  <a:srgbClr val="23364D"/>
                </a:solidFill>
                <a:latin typeface="Microsoft YaHei"/>
                <a:ea typeface="Microsoft YaHei"/>
              </a:rPr>
              <a:t> </a:t>
            </a:r>
            <a:r>
              <a:rPr sz="1500" b="0">
                <a:solidFill>
                  <a:srgbClr val="23364D"/>
                </a:solidFill>
                <a:latin typeface="Arial"/>
                <a:ea typeface="Microsoft YaHei"/>
              </a:rPr>
              <a:t>versions</a:t>
            </a:r>
          </a:p>
        </p:txBody>
      </p:sp>
      <p:sp>
        <p:nvSpPr>
          <p:cNvPr id="35" name="TextBox 34"/>
          <p:cNvSpPr txBox="1"/>
          <p:nvPr/>
        </p:nvSpPr>
        <p:spPr>
          <a:xfrm>
            <a:off x="8115300" y="3486150"/>
            <a:ext cx="3009509"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reference</a:t>
            </a:r>
            <a:r>
              <a:rPr sz="1500" b="0">
                <a:solidFill>
                  <a:srgbClr val="23364D"/>
                </a:solidFill>
                <a:latin typeface="Microsoft YaHei"/>
                <a:ea typeface="Microsoft YaHei"/>
              </a:rPr>
              <a:t> </a:t>
            </a:r>
            <a:r>
              <a:rPr sz="1500" b="0">
                <a:solidFill>
                  <a:srgbClr val="23364D"/>
                </a:solidFill>
                <a:latin typeface="Arial"/>
                <a:ea typeface="Microsoft YaHei"/>
              </a:rPr>
              <a:t>/</a:t>
            </a:r>
            <a:r>
              <a:rPr sz="1500" b="0">
                <a:solidFill>
                  <a:srgbClr val="23364D"/>
                </a:solidFill>
                <a:latin typeface="Microsoft YaHei"/>
                <a:ea typeface="Microsoft YaHei"/>
              </a:rPr>
              <a:t> </a:t>
            </a:r>
            <a:r>
              <a:rPr sz="1500" b="0">
                <a:solidFill>
                  <a:srgbClr val="23364D"/>
                </a:solidFill>
                <a:latin typeface="Arial"/>
                <a:ea typeface="Microsoft YaHei"/>
              </a:rPr>
              <a:t>return</a:t>
            </a:r>
            <a:r>
              <a:rPr sz="1500" b="0">
                <a:solidFill>
                  <a:srgbClr val="23364D"/>
                </a:solidFill>
                <a:latin typeface="Microsoft YaHei"/>
                <a:ea typeface="Microsoft YaHei"/>
              </a:rPr>
              <a:t> </a:t>
            </a:r>
            <a:r>
              <a:rPr sz="1500" b="0">
                <a:solidFill>
                  <a:srgbClr val="23364D"/>
                </a:solidFill>
                <a:latin typeface="Arial"/>
                <a:ea typeface="Microsoft YaHei"/>
              </a:rPr>
              <a:t>comparisons</a:t>
            </a:r>
          </a:p>
        </p:txBody>
      </p:sp>
      <p:sp>
        <p:nvSpPr>
          <p:cNvPr id="36" name="TextBox 35"/>
          <p:cNvSpPr txBox="1"/>
          <p:nvPr/>
        </p:nvSpPr>
        <p:spPr>
          <a:xfrm>
            <a:off x="8115300" y="3743325"/>
            <a:ext cx="2773616"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observations</a:t>
            </a:r>
            <a:r>
              <a:rPr sz="1500" b="0">
                <a:solidFill>
                  <a:srgbClr val="23364D"/>
                </a:solidFill>
                <a:latin typeface="Microsoft YaHei"/>
                <a:ea typeface="Microsoft YaHei"/>
              </a:rPr>
              <a:t> </a:t>
            </a:r>
            <a:r>
              <a:rPr sz="1500" b="0">
                <a:solidFill>
                  <a:srgbClr val="23364D"/>
                </a:solidFill>
                <a:latin typeface="Arial"/>
                <a:ea typeface="Microsoft YaHei"/>
              </a:rPr>
              <a:t>vs.</a:t>
            </a:r>
            <a:r>
              <a:rPr sz="1500" b="0">
                <a:solidFill>
                  <a:srgbClr val="23364D"/>
                </a:solidFill>
                <a:latin typeface="Microsoft YaHei"/>
                <a:ea typeface="Microsoft YaHei"/>
              </a:rPr>
              <a:t> </a:t>
            </a:r>
            <a:r>
              <a:rPr sz="1500" b="0">
                <a:solidFill>
                  <a:srgbClr val="23364D"/>
                </a:solidFill>
                <a:latin typeface="Arial"/>
                <a:ea typeface="Microsoft YaHei"/>
              </a:rPr>
              <a:t>hypotheses</a:t>
            </a:r>
          </a:p>
        </p:txBody>
      </p:sp>
      <p:sp>
        <p:nvSpPr>
          <p:cNvPr id="37" name="TextBox 36"/>
          <p:cNvSpPr txBox="1"/>
          <p:nvPr/>
        </p:nvSpPr>
        <p:spPr>
          <a:xfrm>
            <a:off x="8115300" y="4000500"/>
            <a:ext cx="3016950"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closure</a:t>
            </a:r>
            <a:r>
              <a:rPr sz="1500" b="0">
                <a:solidFill>
                  <a:srgbClr val="23364D"/>
                </a:solidFill>
                <a:latin typeface="Microsoft YaHei"/>
                <a:ea typeface="Microsoft YaHei"/>
              </a:rPr>
              <a:t> </a:t>
            </a:r>
            <a:r>
              <a:rPr sz="1500" b="0">
                <a:solidFill>
                  <a:srgbClr val="23364D"/>
                </a:solidFill>
                <a:latin typeface="Arial"/>
                <a:ea typeface="Microsoft YaHei"/>
              </a:rPr>
              <a:t>state</a:t>
            </a:r>
            <a:r>
              <a:rPr sz="1500" b="0">
                <a:solidFill>
                  <a:srgbClr val="23364D"/>
                </a:solidFill>
                <a:latin typeface="Microsoft YaHei"/>
                <a:ea typeface="Microsoft YaHei"/>
              </a:rPr>
              <a:t> </a:t>
            </a:r>
            <a:r>
              <a:rPr sz="1500" b="0">
                <a:solidFill>
                  <a:srgbClr val="23364D"/>
                </a:solidFill>
                <a:latin typeface="Arial"/>
                <a:ea typeface="Microsoft YaHei"/>
              </a:rPr>
              <a:t>and</a:t>
            </a:r>
            <a:r>
              <a:rPr sz="1500" b="0">
                <a:solidFill>
                  <a:srgbClr val="23364D"/>
                </a:solidFill>
                <a:latin typeface="Microsoft YaHei"/>
                <a:ea typeface="Microsoft YaHei"/>
              </a:rPr>
              <a:t> </a:t>
            </a:r>
            <a:r>
              <a:rPr sz="1500" b="0">
                <a:solidFill>
                  <a:srgbClr val="23364D"/>
                </a:solidFill>
                <a:latin typeface="Arial"/>
                <a:ea typeface="Microsoft YaHei"/>
              </a:rPr>
              <a:t>next</a:t>
            </a:r>
            <a:r>
              <a:rPr sz="1500" b="0">
                <a:solidFill>
                  <a:srgbClr val="23364D"/>
                </a:solidFill>
                <a:latin typeface="Microsoft YaHei"/>
                <a:ea typeface="Microsoft YaHei"/>
              </a:rPr>
              <a:t> </a:t>
            </a:r>
            <a:r>
              <a:rPr sz="1500" b="0">
                <a:solidFill>
                  <a:srgbClr val="23364D"/>
                </a:solidFill>
                <a:latin typeface="Arial"/>
                <a:ea typeface="Microsoft YaHei"/>
              </a:rPr>
              <a:t>decision</a:t>
            </a:r>
          </a:p>
        </p:txBody>
      </p:sp>
      <p:sp>
        <p:nvSpPr>
          <p:cNvPr id="38" name="Rounded Rectangle 37"/>
          <p:cNvSpPr/>
          <p:nvPr/>
        </p:nvSpPr>
        <p:spPr>
          <a:xfrm>
            <a:off x="514350" y="5886450"/>
            <a:ext cx="11163300" cy="514350"/>
          </a:xfrm>
          <a:prstGeom prst="roundRect">
            <a:avLst>
              <a:gd name="adj" fmla="val 16666"/>
            </a:avLst>
          </a:prstGeom>
          <a:solidFill>
            <a:srgbClr val="E9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5325" y="6000750"/>
            <a:ext cx="10821976"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Raw</a:t>
            </a:r>
            <a:r>
              <a:rPr sz="1575" b="1">
                <a:solidFill>
                  <a:srgbClr val="168D9D"/>
                </a:solidFill>
                <a:latin typeface="Microsoft YaHei"/>
                <a:ea typeface="Microsoft YaHei"/>
              </a:rPr>
              <a:t> </a:t>
            </a:r>
            <a:r>
              <a:rPr sz="1575" b="1">
                <a:solidFill>
                  <a:srgbClr val="168D9D"/>
                </a:solidFill>
                <a:latin typeface="Arial"/>
                <a:ea typeface="Microsoft YaHei"/>
              </a:rPr>
              <a:t>evidence</a:t>
            </a:r>
            <a:r>
              <a:rPr sz="1575" b="1">
                <a:solidFill>
                  <a:srgbClr val="168D9D"/>
                </a:solidFill>
                <a:latin typeface="Microsoft YaHei"/>
                <a:ea typeface="Microsoft YaHei"/>
              </a:rPr>
              <a:t> </a:t>
            </a:r>
            <a:r>
              <a:rPr sz="1575" b="1">
                <a:solidFill>
                  <a:srgbClr val="168D9D"/>
                </a:solidFill>
                <a:latin typeface="Arial"/>
                <a:ea typeface="Microsoft YaHei"/>
              </a:rPr>
              <a:t>is</a:t>
            </a:r>
            <a:r>
              <a:rPr sz="1575" b="1">
                <a:solidFill>
                  <a:srgbClr val="168D9D"/>
                </a:solidFill>
                <a:latin typeface="Microsoft YaHei"/>
                <a:ea typeface="Microsoft YaHei"/>
              </a:rPr>
              <a:t> </a:t>
            </a:r>
            <a:r>
              <a:rPr sz="1575" b="1">
                <a:solidFill>
                  <a:srgbClr val="168D9D"/>
                </a:solidFill>
                <a:latin typeface="Arial"/>
                <a:ea typeface="Microsoft YaHei"/>
              </a:rPr>
              <a:t>retained;</a:t>
            </a:r>
            <a:r>
              <a:rPr sz="1575" b="1">
                <a:solidFill>
                  <a:srgbClr val="168D9D"/>
                </a:solidFill>
                <a:latin typeface="Microsoft YaHei"/>
                <a:ea typeface="Microsoft YaHei"/>
              </a:rPr>
              <a:t> </a:t>
            </a:r>
            <a:r>
              <a:rPr sz="1575" b="1">
                <a:solidFill>
                  <a:srgbClr val="168D9D"/>
                </a:solidFill>
                <a:latin typeface="Arial"/>
                <a:ea typeface="Microsoft YaHei"/>
              </a:rPr>
              <a:t>derived</a:t>
            </a:r>
            <a:r>
              <a:rPr sz="1575" b="1">
                <a:solidFill>
                  <a:srgbClr val="168D9D"/>
                </a:solidFill>
                <a:latin typeface="Microsoft YaHei"/>
                <a:ea typeface="Microsoft YaHei"/>
              </a:rPr>
              <a:t> </a:t>
            </a:r>
            <a:r>
              <a:rPr sz="1575" b="1">
                <a:solidFill>
                  <a:srgbClr val="168D9D"/>
                </a:solidFill>
                <a:latin typeface="Arial"/>
                <a:ea typeface="Microsoft YaHei"/>
              </a:rPr>
              <a:t>analysis</a:t>
            </a:r>
            <a:r>
              <a:rPr sz="1575" b="1">
                <a:solidFill>
                  <a:srgbClr val="168D9D"/>
                </a:solidFill>
                <a:latin typeface="Microsoft YaHei"/>
                <a:ea typeface="Microsoft YaHei"/>
              </a:rPr>
              <a:t> </a:t>
            </a:r>
            <a:r>
              <a:rPr sz="1575" b="1">
                <a:solidFill>
                  <a:srgbClr val="168D9D"/>
                </a:solidFill>
                <a:latin typeface="Arial"/>
                <a:ea typeface="Microsoft YaHei"/>
              </a:rPr>
              <a:t>and</a:t>
            </a:r>
            <a:r>
              <a:rPr sz="1575" b="1">
                <a:solidFill>
                  <a:srgbClr val="168D9D"/>
                </a:solidFill>
                <a:latin typeface="Microsoft YaHei"/>
                <a:ea typeface="Microsoft YaHei"/>
              </a:rPr>
              <a:t> </a:t>
            </a:r>
            <a:r>
              <a:rPr sz="1575" b="1">
                <a:solidFill>
                  <a:srgbClr val="168D9D"/>
                </a:solidFill>
                <a:latin typeface="Arial"/>
                <a:ea typeface="Microsoft YaHei"/>
              </a:rPr>
              <a:t>interpretation</a:t>
            </a:r>
            <a:r>
              <a:rPr sz="1575" b="1">
                <a:solidFill>
                  <a:srgbClr val="168D9D"/>
                </a:solidFill>
                <a:latin typeface="Microsoft YaHei"/>
                <a:ea typeface="Microsoft YaHei"/>
              </a:rPr>
              <a:t> </a:t>
            </a:r>
            <a:r>
              <a:rPr sz="1575" b="1">
                <a:solidFill>
                  <a:srgbClr val="168D9D"/>
                </a:solidFill>
                <a:latin typeface="Arial"/>
                <a:ea typeface="Microsoft YaHei"/>
              </a:rPr>
              <a:t>remain</a:t>
            </a:r>
            <a:r>
              <a:rPr sz="1575" b="1">
                <a:solidFill>
                  <a:srgbClr val="168D9D"/>
                </a:solidFill>
                <a:latin typeface="Microsoft YaHei"/>
                <a:ea typeface="Microsoft YaHei"/>
              </a:rPr>
              <a:t> </a:t>
            </a:r>
            <a:r>
              <a:rPr sz="1575" b="1">
                <a:solidFill>
                  <a:srgbClr val="168D9D"/>
                </a:solidFill>
                <a:latin typeface="Arial"/>
                <a:ea typeface="Microsoft YaHei"/>
              </a:rPr>
              <a:t>attributable</a:t>
            </a:r>
            <a:r>
              <a:rPr sz="1575" b="1">
                <a:solidFill>
                  <a:srgbClr val="168D9D"/>
                </a:solidFill>
                <a:latin typeface="Microsoft YaHei"/>
                <a:ea typeface="Microsoft YaHei"/>
              </a:rPr>
              <a:t> </a:t>
            </a:r>
            <a:r>
              <a:rPr sz="1575" b="1">
                <a:solidFill>
                  <a:srgbClr val="168D9D"/>
                </a:solidFill>
                <a:latin typeface="Arial"/>
                <a:ea typeface="Microsoft YaHei"/>
              </a:rPr>
              <a:t>and</a:t>
            </a:r>
            <a:r>
              <a:rPr sz="1575" b="1">
                <a:solidFill>
                  <a:srgbClr val="168D9D"/>
                </a:solidFill>
                <a:latin typeface="Microsoft YaHei"/>
                <a:ea typeface="Microsoft YaHei"/>
              </a:rPr>
              <a:t> </a:t>
            </a:r>
            <a:r>
              <a:rPr sz="1575" b="1">
                <a:solidFill>
                  <a:srgbClr val="168D9D"/>
                </a:solidFill>
                <a:latin typeface="Arial"/>
                <a:ea typeface="Microsoft YaHei"/>
              </a:rPr>
              <a:t>revisable.</a:t>
            </a:r>
          </a:p>
        </p:txBody>
      </p:sp>
      <p:cxnSp>
        <p:nvCxnSpPr>
          <p:cNvPr id="40" name="Connector 39"/>
          <p:cNvCxnSpPr/>
          <p:nvPr/>
        </p:nvCxnSpPr>
        <p:spPr>
          <a:xfrm>
            <a:off x="514350" y="6543675"/>
            <a:ext cx="11163300" cy="0"/>
          </a:xfrm>
          <a:prstGeom prst="line">
            <a:avLst/>
          </a:prstGeom>
          <a:ln w="9525">
            <a:solidFill>
              <a:srgbClr val="D9E3EE"/>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23875" y="6619875"/>
            <a:ext cx="3609184"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LabOS</a:t>
            </a:r>
            <a:r>
              <a:rPr sz="825" b="0">
                <a:solidFill>
                  <a:srgbClr val="62758C"/>
                </a:solidFill>
                <a:latin typeface="Microsoft YaHei"/>
                <a:ea typeface="Microsoft YaHei"/>
              </a:rPr>
              <a:t>  </a:t>
            </a:r>
            <a:r>
              <a:rPr sz="825" b="0">
                <a:solidFill>
                  <a:srgbClr val="62758C"/>
                </a:solidFill>
                <a:latin typeface="Arial"/>
                <a:ea typeface="Microsoft YaHei"/>
              </a:rPr>
              <a:t>|</a:t>
            </a:r>
            <a:r>
              <a:rPr sz="825" b="0">
                <a:solidFill>
                  <a:srgbClr val="62758C"/>
                </a:solidFill>
                <a:latin typeface="Microsoft YaHei"/>
                <a:ea typeface="Microsoft YaHei"/>
              </a:rPr>
              <a:t>  </a:t>
            </a:r>
            <a:r>
              <a:rPr sz="825" b="0">
                <a:solidFill>
                  <a:srgbClr val="62758C"/>
                </a:solidFill>
                <a:latin typeface="Arial"/>
                <a:ea typeface="Microsoft YaHei"/>
              </a:rPr>
              <a:t>Cross-PC</a:t>
            </a:r>
            <a:r>
              <a:rPr sz="825" b="0">
                <a:solidFill>
                  <a:srgbClr val="62758C"/>
                </a:solidFill>
                <a:latin typeface="Microsoft YaHei"/>
                <a:ea typeface="Microsoft YaHei"/>
              </a:rPr>
              <a:t> </a:t>
            </a:r>
            <a:r>
              <a:rPr sz="825" b="0">
                <a:solidFill>
                  <a:srgbClr val="62758C"/>
                </a:solidFill>
                <a:latin typeface="Arial"/>
                <a:ea typeface="Microsoft YaHei"/>
              </a:rPr>
              <a:t>nonlinear</a:t>
            </a:r>
            <a:r>
              <a:rPr sz="825" b="0">
                <a:solidFill>
                  <a:srgbClr val="62758C"/>
                </a:solidFill>
                <a:latin typeface="Microsoft YaHei"/>
                <a:ea typeface="Microsoft YaHei"/>
              </a:rPr>
              <a:t> </a:t>
            </a:r>
            <a:r>
              <a:rPr sz="825" b="0">
                <a:solidFill>
                  <a:srgbClr val="62758C"/>
                </a:solidFill>
                <a:latin typeface="Arial"/>
                <a:ea typeface="Microsoft YaHei"/>
              </a:rPr>
              <a:t>Hall</a:t>
            </a:r>
            <a:r>
              <a:rPr sz="825" b="0">
                <a:solidFill>
                  <a:srgbClr val="62758C"/>
                </a:solidFill>
                <a:latin typeface="Microsoft YaHei"/>
                <a:ea typeface="Microsoft YaHei"/>
              </a:rPr>
              <a:t> </a:t>
            </a:r>
            <a:r>
              <a:rPr sz="825" b="0">
                <a:solidFill>
                  <a:srgbClr val="62758C"/>
                </a:solidFill>
                <a:latin typeface="Arial"/>
                <a:ea typeface="Microsoft YaHei"/>
              </a:rPr>
              <a:t>and</a:t>
            </a:r>
            <a:r>
              <a:rPr sz="825" b="0">
                <a:solidFill>
                  <a:srgbClr val="62758C"/>
                </a:solidFill>
                <a:latin typeface="Microsoft YaHei"/>
                <a:ea typeface="Microsoft YaHei"/>
              </a:rPr>
              <a:t> </a:t>
            </a:r>
            <a:r>
              <a:rPr sz="825" b="0">
                <a:solidFill>
                  <a:srgbClr val="62758C"/>
                </a:solidFill>
                <a:latin typeface="Arial"/>
                <a:ea typeface="Microsoft YaHei"/>
              </a:rPr>
              <a:t>BVPE</a:t>
            </a:r>
            <a:r>
              <a:rPr sz="825" b="0">
                <a:solidFill>
                  <a:srgbClr val="62758C"/>
                </a:solidFill>
                <a:latin typeface="Microsoft YaHei"/>
                <a:ea typeface="Microsoft YaHei"/>
              </a:rPr>
              <a:t> </a:t>
            </a:r>
            <a:r>
              <a:rPr sz="825" b="0">
                <a:solidFill>
                  <a:srgbClr val="62758C"/>
                </a:solidFill>
                <a:latin typeface="Arial"/>
                <a:ea typeface="Microsoft YaHei"/>
              </a:rPr>
              <a:t>measurement</a:t>
            </a:r>
            <a:r>
              <a:rPr sz="825" b="0">
                <a:solidFill>
                  <a:srgbClr val="62758C"/>
                </a:solidFill>
                <a:latin typeface="Microsoft YaHei"/>
                <a:ea typeface="Microsoft YaHei"/>
              </a:rPr>
              <a:t> </a:t>
            </a:r>
            <a:r>
              <a:rPr sz="825" b="0">
                <a:solidFill>
                  <a:srgbClr val="62758C"/>
                </a:solidFill>
                <a:latin typeface="Arial"/>
                <a:ea typeface="Microsoft YaHei"/>
              </a:rPr>
              <a:t>workflows</a:t>
            </a:r>
          </a:p>
        </p:txBody>
      </p:sp>
      <p:sp>
        <p:nvSpPr>
          <p:cNvPr id="42" name="TextBox 41"/>
          <p:cNvSpPr txBox="1"/>
          <p:nvPr/>
        </p:nvSpPr>
        <p:spPr>
          <a:xfrm>
            <a:off x="11348256" y="6600825"/>
            <a:ext cx="405593"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62758C"/>
                </a:solidFill>
                <a:latin typeface="Arial"/>
                <a:ea typeface="Microsoft YaHei"/>
              </a:rPr>
              <a:t>17/22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295275"/>
            <a:ext cx="2592785"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17</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EXECUTION</a:t>
            </a:r>
            <a:r>
              <a:rPr sz="975" b="1">
                <a:solidFill>
                  <a:srgbClr val="168D9D"/>
                </a:solidFill>
                <a:latin typeface="Microsoft YaHei"/>
                <a:ea typeface="Microsoft YaHei"/>
              </a:rPr>
              <a:t> </a:t>
            </a:r>
            <a:r>
              <a:rPr sz="975" b="1">
                <a:solidFill>
                  <a:srgbClr val="168D9D"/>
                </a:solidFill>
                <a:latin typeface="Arial"/>
                <a:ea typeface="Microsoft YaHei"/>
              </a:rPr>
              <a:t>STATE</a:t>
            </a:r>
            <a:r>
              <a:rPr sz="975" b="1">
                <a:solidFill>
                  <a:srgbClr val="168D9D"/>
                </a:solidFill>
                <a:latin typeface="Microsoft YaHei"/>
                <a:ea typeface="Microsoft YaHei"/>
              </a:rPr>
              <a:t> </a:t>
            </a:r>
            <a:r>
              <a:rPr sz="975" b="1">
                <a:solidFill>
                  <a:srgbClr val="168D9D"/>
                </a:solidFill>
                <a:latin typeface="Arial"/>
                <a:ea typeface="Microsoft YaHei"/>
              </a:rPr>
              <a:t>AND</a:t>
            </a:r>
            <a:r>
              <a:rPr sz="975" b="1">
                <a:solidFill>
                  <a:srgbClr val="168D9D"/>
                </a:solidFill>
                <a:latin typeface="Microsoft YaHei"/>
                <a:ea typeface="Microsoft YaHei"/>
              </a:rPr>
              <a:t> </a:t>
            </a:r>
            <a:r>
              <a:rPr sz="975" b="1">
                <a:solidFill>
                  <a:srgbClr val="168D9D"/>
                </a:solidFill>
                <a:latin typeface="Arial"/>
                <a:ea typeface="Microsoft YaHei"/>
              </a:rPr>
              <a:t>QUALITY</a:t>
            </a:r>
          </a:p>
        </p:txBody>
      </p:sp>
      <p:sp>
        <p:nvSpPr>
          <p:cNvPr id="4" name="TextBox 3"/>
          <p:cNvSpPr txBox="1"/>
          <p:nvPr/>
        </p:nvSpPr>
        <p:spPr>
          <a:xfrm>
            <a:off x="514350" y="676275"/>
            <a:ext cx="9175105" cy="480059"/>
          </a:xfrm>
          <a:prstGeom prst="rect">
            <a:avLst/>
          </a:prstGeom>
          <a:noFill/>
        </p:spPr>
        <p:txBody>
          <a:bodyPr wrap="none" lIns="0" rIns="0" tIns="0" bIns="0">
            <a:spAutoFit/>
          </a:bodyPr>
          <a:lstStyle/>
          <a:p>
            <a:pPr>
              <a:lnSpc>
                <a:spcPts val="3645"/>
              </a:lnSpc>
              <a:spcBef>
                <a:spcPts val="0"/>
              </a:spcBef>
              <a:spcAft>
                <a:spcPts val="0"/>
              </a:spcAft>
            </a:pPr>
            <a:r>
              <a:rPr sz="2700" b="1">
                <a:solidFill>
                  <a:srgbClr val="11233E"/>
                </a:solidFill>
                <a:latin typeface="Arial"/>
                <a:ea typeface="Microsoft YaHei"/>
              </a:rPr>
              <a:t>Explicit</a:t>
            </a:r>
            <a:r>
              <a:rPr sz="2700" b="1">
                <a:solidFill>
                  <a:srgbClr val="11233E"/>
                </a:solidFill>
                <a:latin typeface="Microsoft YaHei"/>
                <a:ea typeface="Microsoft YaHei"/>
              </a:rPr>
              <a:t> </a:t>
            </a:r>
            <a:r>
              <a:rPr sz="2700" b="1">
                <a:solidFill>
                  <a:srgbClr val="11233E"/>
                </a:solidFill>
                <a:latin typeface="Arial"/>
                <a:ea typeface="Microsoft YaHei"/>
              </a:rPr>
              <a:t>state</a:t>
            </a:r>
            <a:r>
              <a:rPr sz="2700" b="1">
                <a:solidFill>
                  <a:srgbClr val="11233E"/>
                </a:solidFill>
                <a:latin typeface="Microsoft YaHei"/>
                <a:ea typeface="Microsoft YaHei"/>
              </a:rPr>
              <a:t> </a:t>
            </a:r>
            <a:r>
              <a:rPr sz="2700" b="1">
                <a:solidFill>
                  <a:srgbClr val="11233E"/>
                </a:solidFill>
                <a:latin typeface="Arial"/>
                <a:ea typeface="Microsoft YaHei"/>
              </a:rPr>
              <a:t>transitions</a:t>
            </a:r>
            <a:r>
              <a:rPr sz="2700" b="1">
                <a:solidFill>
                  <a:srgbClr val="11233E"/>
                </a:solidFill>
                <a:latin typeface="Microsoft YaHei"/>
                <a:ea typeface="Microsoft YaHei"/>
              </a:rPr>
              <a:t> </a:t>
            </a:r>
            <a:r>
              <a:rPr sz="2700" b="1">
                <a:solidFill>
                  <a:srgbClr val="11233E"/>
                </a:solidFill>
                <a:latin typeface="Arial"/>
                <a:ea typeface="Microsoft YaHei"/>
              </a:rPr>
              <a:t>govern</a:t>
            </a:r>
            <a:r>
              <a:rPr sz="2700" b="1">
                <a:solidFill>
                  <a:srgbClr val="11233E"/>
                </a:solidFill>
                <a:latin typeface="Microsoft YaHei"/>
                <a:ea typeface="Microsoft YaHei"/>
              </a:rPr>
              <a:t> </a:t>
            </a:r>
            <a:r>
              <a:rPr sz="2700" b="1">
                <a:solidFill>
                  <a:srgbClr val="11233E"/>
                </a:solidFill>
                <a:latin typeface="Arial"/>
                <a:ea typeface="Microsoft YaHei"/>
              </a:rPr>
              <a:t>the</a:t>
            </a:r>
            <a:r>
              <a:rPr sz="2700" b="1">
                <a:solidFill>
                  <a:srgbClr val="11233E"/>
                </a:solidFill>
                <a:latin typeface="Microsoft YaHei"/>
                <a:ea typeface="Microsoft YaHei"/>
              </a:rPr>
              <a:t> </a:t>
            </a:r>
            <a:r>
              <a:rPr sz="2700" b="1">
                <a:solidFill>
                  <a:srgbClr val="11233E"/>
                </a:solidFill>
                <a:latin typeface="Arial"/>
                <a:ea typeface="Microsoft YaHei"/>
              </a:rPr>
              <a:t>next</a:t>
            </a:r>
            <a:r>
              <a:rPr sz="2700" b="1">
                <a:solidFill>
                  <a:srgbClr val="11233E"/>
                </a:solidFill>
                <a:latin typeface="Microsoft YaHei"/>
                <a:ea typeface="Microsoft YaHei"/>
              </a:rPr>
              <a:t> </a:t>
            </a:r>
            <a:r>
              <a:rPr sz="2700" b="1">
                <a:solidFill>
                  <a:srgbClr val="11233E"/>
                </a:solidFill>
                <a:latin typeface="Arial"/>
                <a:ea typeface="Microsoft YaHei"/>
              </a:rPr>
              <a:t>action</a:t>
            </a:r>
          </a:p>
        </p:txBody>
      </p:sp>
      <p:sp>
        <p:nvSpPr>
          <p:cNvPr id="5" name="TextBox 4"/>
          <p:cNvSpPr txBox="1"/>
          <p:nvPr/>
        </p:nvSpPr>
        <p:spPr>
          <a:xfrm>
            <a:off x="533400" y="1247775"/>
            <a:ext cx="9471966"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62758C"/>
                </a:solidFill>
                <a:latin typeface="Arial"/>
                <a:ea typeface="Microsoft YaHei"/>
              </a:rPr>
              <a:t>A</a:t>
            </a:r>
            <a:r>
              <a:rPr sz="1425" b="0">
                <a:solidFill>
                  <a:srgbClr val="62758C"/>
                </a:solidFill>
                <a:latin typeface="Microsoft YaHei"/>
                <a:ea typeface="Microsoft YaHei"/>
              </a:rPr>
              <a:t> </a:t>
            </a:r>
            <a:r>
              <a:rPr sz="1425" b="0">
                <a:solidFill>
                  <a:srgbClr val="62758C"/>
                </a:solidFill>
                <a:latin typeface="Arial"/>
                <a:ea typeface="Microsoft YaHei"/>
              </a:rPr>
              <a:t>completed</a:t>
            </a:r>
            <a:r>
              <a:rPr sz="1425" b="0">
                <a:solidFill>
                  <a:srgbClr val="62758C"/>
                </a:solidFill>
                <a:latin typeface="Microsoft YaHei"/>
                <a:ea typeface="Microsoft YaHei"/>
              </a:rPr>
              <a:t> </a:t>
            </a:r>
            <a:r>
              <a:rPr sz="1425" b="0">
                <a:solidFill>
                  <a:srgbClr val="62758C"/>
                </a:solidFill>
                <a:latin typeface="Arial"/>
                <a:ea typeface="Microsoft YaHei"/>
              </a:rPr>
              <a:t>command,</a:t>
            </a:r>
            <a:r>
              <a:rPr sz="1425" b="0">
                <a:solidFill>
                  <a:srgbClr val="62758C"/>
                </a:solidFill>
                <a:latin typeface="Microsoft YaHei"/>
                <a:ea typeface="Microsoft YaHei"/>
              </a:rPr>
              <a:t> </a:t>
            </a:r>
            <a:r>
              <a:rPr sz="1425" b="0">
                <a:solidFill>
                  <a:srgbClr val="62758C"/>
                </a:solidFill>
                <a:latin typeface="Arial"/>
                <a:ea typeface="Microsoft YaHei"/>
              </a:rPr>
              <a:t>a</a:t>
            </a:r>
            <a:r>
              <a:rPr sz="1425" b="0">
                <a:solidFill>
                  <a:srgbClr val="62758C"/>
                </a:solidFill>
                <a:latin typeface="Microsoft YaHei"/>
                <a:ea typeface="Microsoft YaHei"/>
              </a:rPr>
              <a:t> </a:t>
            </a:r>
            <a:r>
              <a:rPr sz="1425" b="0">
                <a:solidFill>
                  <a:srgbClr val="62758C"/>
                </a:solidFill>
                <a:latin typeface="Arial"/>
                <a:ea typeface="Microsoft YaHei"/>
              </a:rPr>
              <a:t>synchronized</a:t>
            </a:r>
            <a:r>
              <a:rPr sz="1425" b="0">
                <a:solidFill>
                  <a:srgbClr val="62758C"/>
                </a:solidFill>
                <a:latin typeface="Microsoft YaHei"/>
                <a:ea typeface="Microsoft YaHei"/>
              </a:rPr>
              <a:t> </a:t>
            </a:r>
            <a:r>
              <a:rPr sz="1425" b="0">
                <a:solidFill>
                  <a:srgbClr val="62758C"/>
                </a:solidFill>
                <a:latin typeface="Arial"/>
                <a:ea typeface="Microsoft YaHei"/>
              </a:rPr>
              <a:t>artifact</a:t>
            </a:r>
            <a:r>
              <a:rPr sz="1425" b="0">
                <a:solidFill>
                  <a:srgbClr val="62758C"/>
                </a:solidFill>
                <a:latin typeface="Microsoft YaHei"/>
                <a:ea typeface="Microsoft YaHei"/>
              </a:rPr>
              <a:t> </a:t>
            </a:r>
            <a:r>
              <a:rPr sz="1425" b="0">
                <a:solidFill>
                  <a:srgbClr val="62758C"/>
                </a:solidFill>
                <a:latin typeface="Arial"/>
                <a:ea typeface="Microsoft YaHei"/>
              </a:rPr>
              <a:t>and</a:t>
            </a:r>
            <a:r>
              <a:rPr sz="1425" b="0">
                <a:solidFill>
                  <a:srgbClr val="62758C"/>
                </a:solidFill>
                <a:latin typeface="Microsoft YaHei"/>
                <a:ea typeface="Microsoft YaHei"/>
              </a:rPr>
              <a:t> </a:t>
            </a:r>
            <a:r>
              <a:rPr sz="1425" b="0">
                <a:solidFill>
                  <a:srgbClr val="62758C"/>
                </a:solidFill>
                <a:latin typeface="Arial"/>
                <a:ea typeface="Microsoft YaHei"/>
              </a:rPr>
              <a:t>a</a:t>
            </a:r>
            <a:r>
              <a:rPr sz="1425" b="0">
                <a:solidFill>
                  <a:srgbClr val="62758C"/>
                </a:solidFill>
                <a:latin typeface="Microsoft YaHei"/>
                <a:ea typeface="Microsoft YaHei"/>
              </a:rPr>
              <a:t> </a:t>
            </a:r>
            <a:r>
              <a:rPr sz="1425" b="0">
                <a:solidFill>
                  <a:srgbClr val="62758C"/>
                </a:solidFill>
                <a:latin typeface="Arial"/>
                <a:ea typeface="Microsoft YaHei"/>
              </a:rPr>
              <a:t>scientifically</a:t>
            </a:r>
            <a:r>
              <a:rPr sz="1425" b="0">
                <a:solidFill>
                  <a:srgbClr val="62758C"/>
                </a:solidFill>
                <a:latin typeface="Microsoft YaHei"/>
                <a:ea typeface="Microsoft YaHei"/>
              </a:rPr>
              <a:t> </a:t>
            </a:r>
            <a:r>
              <a:rPr sz="1425" b="0">
                <a:solidFill>
                  <a:srgbClr val="62758C"/>
                </a:solidFill>
                <a:latin typeface="Arial"/>
                <a:ea typeface="Microsoft YaHei"/>
              </a:rPr>
              <a:t>usable</a:t>
            </a:r>
            <a:r>
              <a:rPr sz="1425" b="0">
                <a:solidFill>
                  <a:srgbClr val="62758C"/>
                </a:solidFill>
                <a:latin typeface="Microsoft YaHei"/>
                <a:ea typeface="Microsoft YaHei"/>
              </a:rPr>
              <a:t> </a:t>
            </a:r>
            <a:r>
              <a:rPr sz="1425" b="0">
                <a:solidFill>
                  <a:srgbClr val="62758C"/>
                </a:solidFill>
                <a:latin typeface="Arial"/>
                <a:ea typeface="Microsoft YaHei"/>
              </a:rPr>
              <a:t>reading</a:t>
            </a:r>
            <a:r>
              <a:rPr sz="1425" b="0">
                <a:solidFill>
                  <a:srgbClr val="62758C"/>
                </a:solidFill>
                <a:latin typeface="Microsoft YaHei"/>
                <a:ea typeface="Microsoft YaHei"/>
              </a:rPr>
              <a:t> </a:t>
            </a:r>
            <a:r>
              <a:rPr sz="1425" b="0">
                <a:solidFill>
                  <a:srgbClr val="62758C"/>
                </a:solidFill>
                <a:latin typeface="Arial"/>
                <a:ea typeface="Microsoft YaHei"/>
              </a:rPr>
              <a:t>are</a:t>
            </a:r>
            <a:r>
              <a:rPr sz="1425" b="0">
                <a:solidFill>
                  <a:srgbClr val="62758C"/>
                </a:solidFill>
                <a:latin typeface="Microsoft YaHei"/>
                <a:ea typeface="Microsoft YaHei"/>
              </a:rPr>
              <a:t> </a:t>
            </a:r>
            <a:r>
              <a:rPr sz="1425" b="0">
                <a:solidFill>
                  <a:srgbClr val="62758C"/>
                </a:solidFill>
                <a:latin typeface="Arial"/>
                <a:ea typeface="Microsoft YaHei"/>
              </a:rPr>
              <a:t>distinct</a:t>
            </a:r>
            <a:r>
              <a:rPr sz="1425" b="0">
                <a:solidFill>
                  <a:srgbClr val="62758C"/>
                </a:solidFill>
                <a:latin typeface="Microsoft YaHei"/>
                <a:ea typeface="Microsoft YaHei"/>
              </a:rPr>
              <a:t> </a:t>
            </a:r>
            <a:r>
              <a:rPr sz="1425" b="0">
                <a:solidFill>
                  <a:srgbClr val="62758C"/>
                </a:solidFill>
                <a:latin typeface="Arial"/>
                <a:ea typeface="Microsoft YaHei"/>
              </a:rPr>
              <a:t>outcomes.</a:t>
            </a:r>
          </a:p>
        </p:txBody>
      </p:sp>
      <p:sp>
        <p:nvSpPr>
          <p:cNvPr id="6" name="Rounded Rectangle 5"/>
          <p:cNvSpPr/>
          <p:nvPr/>
        </p:nvSpPr>
        <p:spPr>
          <a:xfrm>
            <a:off x="514350" y="1933575"/>
            <a:ext cx="2095500" cy="952500"/>
          </a:xfrm>
          <a:prstGeom prst="roundRect">
            <a:avLst>
              <a:gd name="adj" fmla="val 10000"/>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436" y="2057400"/>
            <a:ext cx="1105527"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PREPARE</a:t>
            </a:r>
          </a:p>
        </p:txBody>
      </p:sp>
      <p:sp>
        <p:nvSpPr>
          <p:cNvPr id="8" name="TextBox 7"/>
          <p:cNvSpPr txBox="1"/>
          <p:nvPr/>
        </p:nvSpPr>
        <p:spPr>
          <a:xfrm>
            <a:off x="879425" y="2356008"/>
            <a:ext cx="1441549"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Set</a:t>
            </a:r>
            <a:r>
              <a:rPr sz="1200" b="0">
                <a:solidFill>
                  <a:srgbClr val="62758C"/>
                </a:solidFill>
                <a:latin typeface="Microsoft YaHei"/>
                <a:ea typeface="Microsoft YaHei"/>
              </a:rPr>
              <a:t> </a:t>
            </a:r>
            <a:r>
              <a:rPr sz="1200" b="0">
                <a:solidFill>
                  <a:srgbClr val="62758C"/>
                </a:solidFill>
                <a:latin typeface="Arial"/>
                <a:ea typeface="Microsoft YaHei"/>
              </a:rPr>
              <a:t>and</a:t>
            </a:r>
            <a:r>
              <a:rPr sz="1200" b="0">
                <a:solidFill>
                  <a:srgbClr val="62758C"/>
                </a:solidFill>
                <a:latin typeface="Microsoft YaHei"/>
                <a:ea typeface="Microsoft YaHei"/>
              </a:rPr>
              <a:t> </a:t>
            </a:r>
            <a:r>
              <a:rPr sz="1200" b="0">
                <a:solidFill>
                  <a:srgbClr val="62758C"/>
                </a:solidFill>
                <a:latin typeface="Arial"/>
                <a:ea typeface="Microsoft YaHei"/>
              </a:rPr>
              <a:t>read</a:t>
            </a:r>
            <a:r>
              <a:rPr sz="1200" b="0">
                <a:solidFill>
                  <a:srgbClr val="62758C"/>
                </a:solidFill>
                <a:latin typeface="Microsoft YaHei"/>
                <a:ea typeface="Microsoft YaHei"/>
              </a:rPr>
              <a:t> </a:t>
            </a:r>
            <a:r>
              <a:rPr sz="1200" b="0">
                <a:solidFill>
                  <a:srgbClr val="62758C"/>
                </a:solidFill>
                <a:latin typeface="Arial"/>
                <a:ea typeface="Microsoft YaHei"/>
              </a:rPr>
              <a:t>back</a:t>
            </a:r>
          </a:p>
        </p:txBody>
      </p:sp>
      <p:cxnSp>
        <p:nvCxnSpPr>
          <p:cNvPr id="9" name="Connector 8"/>
          <p:cNvCxnSpPr/>
          <p:nvPr/>
        </p:nvCxnSpPr>
        <p:spPr>
          <a:xfrm>
            <a:off x="2609850" y="2409825"/>
            <a:ext cx="152400" cy="0"/>
          </a:xfrm>
          <a:prstGeom prst="line">
            <a:avLst/>
          </a:prstGeom>
          <a:ln w="20955">
            <a:solidFill>
              <a:srgbClr val="168D9D"/>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2705100" y="2387600"/>
            <a:ext cx="63500" cy="50800"/>
          </a:xfrm>
          <a:custGeom>
            <a:avLst/>
            <a:gdLst/>
            <a:ahLst/>
            <a:cxnLst/>
            <a:rect l="l" t="t" r="r" b="b"/>
            <a:pathLst>
              <a:path w="5" h="4">
                <a:moveTo>
                  <a:pt x="5" y="2"/>
                </a:moveTo>
                <a:lnTo>
                  <a:pt x="0" y="0"/>
                </a:lnTo>
                <a:lnTo>
                  <a:pt x="0" y="4"/>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781300" y="1933575"/>
            <a:ext cx="2095500" cy="952500"/>
          </a:xfrm>
          <a:prstGeom prst="roundRect">
            <a:avLst>
              <a:gd name="adj" fmla="val 10000"/>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50877" y="2057400"/>
            <a:ext cx="832544"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READY</a:t>
            </a:r>
          </a:p>
        </p:txBody>
      </p:sp>
      <p:sp>
        <p:nvSpPr>
          <p:cNvPr id="13" name="TextBox 12"/>
          <p:cNvSpPr txBox="1"/>
          <p:nvPr/>
        </p:nvSpPr>
        <p:spPr>
          <a:xfrm>
            <a:off x="3003946" y="2356008"/>
            <a:ext cx="1726406"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Participants</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criteria</a:t>
            </a:r>
          </a:p>
        </p:txBody>
      </p:sp>
      <p:cxnSp>
        <p:nvCxnSpPr>
          <p:cNvPr id="14" name="Connector 13"/>
          <p:cNvCxnSpPr/>
          <p:nvPr/>
        </p:nvCxnSpPr>
        <p:spPr>
          <a:xfrm>
            <a:off x="4876800" y="2409825"/>
            <a:ext cx="152400" cy="0"/>
          </a:xfrm>
          <a:prstGeom prst="line">
            <a:avLst/>
          </a:prstGeom>
          <a:ln w="20955">
            <a:solidFill>
              <a:srgbClr val="168D9D"/>
            </a:solidFill>
          </a:ln>
        </p:spPr>
        <p:style>
          <a:lnRef idx="2">
            <a:schemeClr val="accent1"/>
          </a:lnRef>
          <a:fillRef idx="0">
            <a:schemeClr val="accent1"/>
          </a:fillRef>
          <a:effectRef idx="1">
            <a:schemeClr val="accent1"/>
          </a:effectRef>
          <a:fontRef idx="minor">
            <a:schemeClr val="tx1"/>
          </a:fontRef>
        </p:style>
      </p:cxnSp>
      <p:sp>
        <p:nvSpPr>
          <p:cNvPr id="15" name="Freeform 14"/>
          <p:cNvSpPr/>
          <p:nvPr/>
        </p:nvSpPr>
        <p:spPr>
          <a:xfrm>
            <a:off x="4978400" y="2387600"/>
            <a:ext cx="50800" cy="50800"/>
          </a:xfrm>
          <a:custGeom>
            <a:avLst/>
            <a:gdLst/>
            <a:ahLst/>
            <a:cxnLst/>
            <a:rect l="l" t="t" r="r" b="b"/>
            <a:pathLst>
              <a:path w="4" h="4">
                <a:moveTo>
                  <a:pt x="4" y="2"/>
                </a:moveTo>
                <a:lnTo>
                  <a:pt x="0" y="0"/>
                </a:lnTo>
                <a:lnTo>
                  <a:pt x="0" y="4"/>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48250" y="1933575"/>
            <a:ext cx="2095500" cy="952500"/>
          </a:xfrm>
          <a:prstGeom prst="roundRect">
            <a:avLst>
              <a:gd name="adj" fmla="val 10000"/>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96425" y="2057400"/>
            <a:ext cx="1075348"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ACQUIRE</a:t>
            </a:r>
          </a:p>
        </p:txBody>
      </p:sp>
      <p:sp>
        <p:nvSpPr>
          <p:cNvPr id="18" name="TextBox 17"/>
          <p:cNvSpPr txBox="1"/>
          <p:nvPr/>
        </p:nvSpPr>
        <p:spPr>
          <a:xfrm>
            <a:off x="5326223" y="2356008"/>
            <a:ext cx="1615752"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Local</a:t>
            </a:r>
            <a:r>
              <a:rPr sz="1200" b="0">
                <a:solidFill>
                  <a:srgbClr val="62758C"/>
                </a:solidFill>
                <a:latin typeface="Microsoft YaHei"/>
                <a:ea typeface="Microsoft YaHei"/>
              </a:rPr>
              <a:t> </a:t>
            </a:r>
            <a:r>
              <a:rPr sz="1200" b="0">
                <a:solidFill>
                  <a:srgbClr val="62758C"/>
                </a:solidFill>
                <a:latin typeface="Arial"/>
                <a:ea typeface="Microsoft YaHei"/>
              </a:rPr>
              <a:t>raw-data</a:t>
            </a:r>
            <a:r>
              <a:rPr sz="1200" b="0">
                <a:solidFill>
                  <a:srgbClr val="62758C"/>
                </a:solidFill>
                <a:latin typeface="Microsoft YaHei"/>
                <a:ea typeface="Microsoft YaHei"/>
              </a:rPr>
              <a:t> </a:t>
            </a:r>
            <a:r>
              <a:rPr sz="1200" b="0">
                <a:solidFill>
                  <a:srgbClr val="62758C"/>
                </a:solidFill>
                <a:latin typeface="Arial"/>
                <a:ea typeface="Microsoft YaHei"/>
              </a:rPr>
              <a:t>write</a:t>
            </a:r>
          </a:p>
        </p:txBody>
      </p:sp>
      <p:cxnSp>
        <p:nvCxnSpPr>
          <p:cNvPr id="19" name="Connector 18"/>
          <p:cNvCxnSpPr/>
          <p:nvPr/>
        </p:nvCxnSpPr>
        <p:spPr>
          <a:xfrm>
            <a:off x="7143750" y="2409825"/>
            <a:ext cx="152400" cy="0"/>
          </a:xfrm>
          <a:prstGeom prst="line">
            <a:avLst/>
          </a:prstGeom>
          <a:ln w="20955">
            <a:solidFill>
              <a:srgbClr val="168D9D"/>
            </a:solidFill>
          </a:ln>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7239000" y="2387600"/>
            <a:ext cx="50800" cy="50800"/>
          </a:xfrm>
          <a:custGeom>
            <a:avLst/>
            <a:gdLst/>
            <a:ahLst/>
            <a:cxnLst/>
            <a:rect l="l" t="t" r="r" b="b"/>
            <a:pathLst>
              <a:path w="4" h="4">
                <a:moveTo>
                  <a:pt x="4" y="2"/>
                </a:moveTo>
                <a:lnTo>
                  <a:pt x="0" y="0"/>
                </a:lnTo>
                <a:lnTo>
                  <a:pt x="0" y="4"/>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15200" y="1933575"/>
            <a:ext cx="2095500" cy="952500"/>
          </a:xfrm>
          <a:prstGeom prst="roundRect">
            <a:avLst>
              <a:gd name="adj" fmla="val 10000"/>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53913" y="2057400"/>
            <a:ext cx="1694273"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SYNCHRONIZE</a:t>
            </a:r>
          </a:p>
        </p:txBody>
      </p:sp>
      <p:sp>
        <p:nvSpPr>
          <p:cNvPr id="23" name="TextBox 22"/>
          <p:cNvSpPr txBox="1"/>
          <p:nvPr/>
        </p:nvSpPr>
        <p:spPr>
          <a:xfrm>
            <a:off x="7594103" y="2356008"/>
            <a:ext cx="1613892"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Artifact</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checksum</a:t>
            </a:r>
          </a:p>
        </p:txBody>
      </p:sp>
      <p:cxnSp>
        <p:nvCxnSpPr>
          <p:cNvPr id="24" name="Connector 23"/>
          <p:cNvCxnSpPr/>
          <p:nvPr/>
        </p:nvCxnSpPr>
        <p:spPr>
          <a:xfrm>
            <a:off x="9410700" y="2409825"/>
            <a:ext cx="152400" cy="0"/>
          </a:xfrm>
          <a:prstGeom prst="line">
            <a:avLst/>
          </a:prstGeom>
          <a:ln w="20955">
            <a:solidFill>
              <a:srgbClr val="168D9D"/>
            </a:solidFill>
          </a:ln>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9499600" y="2387600"/>
            <a:ext cx="63500" cy="50800"/>
          </a:xfrm>
          <a:custGeom>
            <a:avLst/>
            <a:gdLst/>
            <a:ahLst/>
            <a:cxnLst/>
            <a:rect l="l" t="t" r="r" b="b"/>
            <a:pathLst>
              <a:path w="5" h="4">
                <a:moveTo>
                  <a:pt x="5" y="2"/>
                </a:moveTo>
                <a:lnTo>
                  <a:pt x="0" y="0"/>
                </a:lnTo>
                <a:lnTo>
                  <a:pt x="0" y="4"/>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582150" y="1933575"/>
            <a:ext cx="2095500" cy="952500"/>
          </a:xfrm>
          <a:prstGeom prst="roundRect">
            <a:avLst>
              <a:gd name="adj" fmla="val 10000"/>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144585" y="2057400"/>
            <a:ext cx="1046829"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QUALIFY</a:t>
            </a:r>
          </a:p>
        </p:txBody>
      </p:sp>
      <p:sp>
        <p:nvSpPr>
          <p:cNvPr id="28" name="TextBox 27"/>
          <p:cNvSpPr txBox="1"/>
          <p:nvPr/>
        </p:nvSpPr>
        <p:spPr>
          <a:xfrm>
            <a:off x="9980934" y="2356008"/>
            <a:ext cx="1374130"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Flags</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evidence</a:t>
            </a:r>
          </a:p>
        </p:txBody>
      </p:sp>
      <p:sp>
        <p:nvSpPr>
          <p:cNvPr id="29" name="Rounded Rectangle 28"/>
          <p:cNvSpPr/>
          <p:nvPr/>
        </p:nvSpPr>
        <p:spPr>
          <a:xfrm>
            <a:off x="8239125" y="3590925"/>
            <a:ext cx="3238500" cy="733425"/>
          </a:xfrm>
          <a:prstGeom prst="roundRect">
            <a:avLst>
              <a:gd name="adj" fmla="val 12987"/>
            </a:avLst>
          </a:prstGeom>
          <a:solidFill>
            <a:srgbClr val="E9F6EF"/>
          </a:solidFill>
          <a:ln w="13334">
            <a:solidFill>
              <a:srgbClr val="278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14982" y="3667125"/>
            <a:ext cx="2162984"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278565"/>
                </a:solidFill>
                <a:latin typeface="Arial"/>
                <a:ea typeface="Microsoft YaHei"/>
              </a:rPr>
              <a:t>ACCEPT</a:t>
            </a:r>
            <a:r>
              <a:rPr sz="1575" b="1">
                <a:solidFill>
                  <a:srgbClr val="278565"/>
                </a:solidFill>
                <a:latin typeface="Microsoft YaHei"/>
                <a:ea typeface="Microsoft YaHei"/>
              </a:rPr>
              <a:t> </a:t>
            </a:r>
            <a:r>
              <a:rPr sz="1575" b="1">
                <a:solidFill>
                  <a:srgbClr val="278565"/>
                </a:solidFill>
                <a:latin typeface="Arial"/>
                <a:ea typeface="Microsoft YaHei"/>
              </a:rPr>
              <a:t>-&gt;</a:t>
            </a:r>
            <a:r>
              <a:rPr sz="1575" b="1">
                <a:solidFill>
                  <a:srgbClr val="278565"/>
                </a:solidFill>
                <a:latin typeface="Microsoft YaHei"/>
                <a:ea typeface="Microsoft YaHei"/>
              </a:rPr>
              <a:t> </a:t>
            </a:r>
            <a:r>
              <a:rPr sz="1575" b="1">
                <a:solidFill>
                  <a:srgbClr val="278565"/>
                </a:solidFill>
                <a:latin typeface="Arial"/>
                <a:ea typeface="Microsoft YaHei"/>
              </a:rPr>
              <a:t>analyze</a:t>
            </a:r>
          </a:p>
        </p:txBody>
      </p:sp>
      <p:sp>
        <p:nvSpPr>
          <p:cNvPr id="31" name="TextBox 30"/>
          <p:cNvSpPr txBox="1"/>
          <p:nvPr/>
        </p:nvSpPr>
        <p:spPr>
          <a:xfrm>
            <a:off x="8638951" y="3965733"/>
            <a:ext cx="2515046" cy="186690"/>
          </a:xfrm>
          <a:prstGeom prst="rect">
            <a:avLst/>
          </a:prstGeom>
          <a:noFill/>
        </p:spPr>
        <p:txBody>
          <a:bodyPr wrap="none" lIns="0" rIns="0" tIns="0" bIns="0">
            <a:spAutoFit/>
          </a:bodyPr>
          <a:lstStyle/>
          <a:p>
            <a:pPr>
              <a:lnSpc>
                <a:spcPts val="1417"/>
              </a:lnSpc>
              <a:spcBef>
                <a:spcPts val="0"/>
              </a:spcBef>
              <a:spcAft>
                <a:spcPts val="0"/>
              </a:spcAft>
            </a:pPr>
            <a:r>
              <a:rPr sz="1050" b="0">
                <a:solidFill>
                  <a:srgbClr val="62758C"/>
                </a:solidFill>
                <a:latin typeface="Arial"/>
                <a:ea typeface="Microsoft YaHei"/>
              </a:rPr>
              <a:t>Preserve</a:t>
            </a:r>
            <a:r>
              <a:rPr sz="1050" b="0">
                <a:solidFill>
                  <a:srgbClr val="62758C"/>
                </a:solidFill>
                <a:latin typeface="Microsoft YaHei"/>
                <a:ea typeface="Microsoft YaHei"/>
              </a:rPr>
              <a:t> </a:t>
            </a:r>
            <a:r>
              <a:rPr sz="1050" b="0">
                <a:solidFill>
                  <a:srgbClr val="62758C"/>
                </a:solidFill>
                <a:latin typeface="Arial"/>
                <a:ea typeface="Microsoft YaHei"/>
              </a:rPr>
              <a:t>raw</a:t>
            </a:r>
            <a:r>
              <a:rPr sz="1050" b="0">
                <a:solidFill>
                  <a:srgbClr val="62758C"/>
                </a:solidFill>
                <a:latin typeface="Microsoft YaHei"/>
                <a:ea typeface="Microsoft YaHei"/>
              </a:rPr>
              <a:t> </a:t>
            </a:r>
            <a:r>
              <a:rPr sz="1050" b="0">
                <a:solidFill>
                  <a:srgbClr val="62758C"/>
                </a:solidFill>
                <a:latin typeface="Arial"/>
                <a:ea typeface="Microsoft YaHei"/>
              </a:rPr>
              <a:t>+</a:t>
            </a:r>
            <a:r>
              <a:rPr sz="1050" b="0">
                <a:solidFill>
                  <a:srgbClr val="62758C"/>
                </a:solidFill>
                <a:latin typeface="Microsoft YaHei"/>
                <a:ea typeface="Microsoft YaHei"/>
              </a:rPr>
              <a:t> </a:t>
            </a:r>
            <a:r>
              <a:rPr sz="1050" b="0">
                <a:solidFill>
                  <a:srgbClr val="62758C"/>
                </a:solidFill>
                <a:latin typeface="Arial"/>
                <a:ea typeface="Microsoft YaHei"/>
              </a:rPr>
              <a:t>calibration</a:t>
            </a:r>
            <a:r>
              <a:rPr sz="1050" b="0">
                <a:solidFill>
                  <a:srgbClr val="62758C"/>
                </a:solidFill>
                <a:latin typeface="Microsoft YaHei"/>
                <a:ea typeface="Microsoft YaHei"/>
              </a:rPr>
              <a:t> </a:t>
            </a:r>
            <a:r>
              <a:rPr sz="1050" b="0">
                <a:solidFill>
                  <a:srgbClr val="62758C"/>
                </a:solidFill>
                <a:latin typeface="Arial"/>
                <a:ea typeface="Microsoft YaHei"/>
              </a:rPr>
              <a:t>+</a:t>
            </a:r>
            <a:r>
              <a:rPr sz="1050" b="0">
                <a:solidFill>
                  <a:srgbClr val="62758C"/>
                </a:solidFill>
                <a:latin typeface="Microsoft YaHei"/>
                <a:ea typeface="Microsoft YaHei"/>
              </a:rPr>
              <a:t> </a:t>
            </a:r>
            <a:r>
              <a:rPr sz="1050" b="0">
                <a:solidFill>
                  <a:srgbClr val="62758C"/>
                </a:solidFill>
                <a:latin typeface="Arial"/>
                <a:ea typeface="Microsoft YaHei"/>
              </a:rPr>
              <a:t>context</a:t>
            </a:r>
          </a:p>
        </p:txBody>
      </p:sp>
      <p:sp>
        <p:nvSpPr>
          <p:cNvPr id="32" name="Rounded Rectangle 31"/>
          <p:cNvSpPr/>
          <p:nvPr/>
        </p:nvSpPr>
        <p:spPr>
          <a:xfrm>
            <a:off x="4362450" y="3590925"/>
            <a:ext cx="3238500" cy="733425"/>
          </a:xfrm>
          <a:prstGeom prst="roundRect">
            <a:avLst>
              <a:gd name="adj" fmla="val 12987"/>
            </a:avLst>
          </a:prstGeom>
          <a:solidFill>
            <a:srgbClr val="FCEFF2"/>
          </a:solidFill>
          <a:ln w="13334">
            <a:solidFill>
              <a:srgbClr val="B94C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99338" y="3667125"/>
            <a:ext cx="2240923"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B94C61"/>
                </a:solidFill>
                <a:latin typeface="Arial"/>
                <a:ea typeface="Microsoft YaHei"/>
              </a:rPr>
              <a:t>REJECT</a:t>
            </a:r>
            <a:r>
              <a:rPr sz="1575" b="1">
                <a:solidFill>
                  <a:srgbClr val="B94C61"/>
                </a:solidFill>
                <a:latin typeface="Microsoft YaHei"/>
                <a:ea typeface="Microsoft YaHei"/>
              </a:rPr>
              <a:t> </a:t>
            </a:r>
            <a:r>
              <a:rPr sz="1575" b="1">
                <a:solidFill>
                  <a:srgbClr val="B94C61"/>
                </a:solidFill>
                <a:latin typeface="Arial"/>
                <a:ea typeface="Microsoft YaHei"/>
              </a:rPr>
              <a:t>-&gt;</a:t>
            </a:r>
            <a:r>
              <a:rPr sz="1575" b="1">
                <a:solidFill>
                  <a:srgbClr val="B94C61"/>
                </a:solidFill>
                <a:latin typeface="Microsoft YaHei"/>
                <a:ea typeface="Microsoft YaHei"/>
              </a:rPr>
              <a:t> </a:t>
            </a:r>
            <a:r>
              <a:rPr sz="1575" b="1">
                <a:solidFill>
                  <a:srgbClr val="B94C61"/>
                </a:solidFill>
                <a:latin typeface="Arial"/>
                <a:ea typeface="Microsoft YaHei"/>
              </a:rPr>
              <a:t>diagnose</a:t>
            </a:r>
          </a:p>
        </p:txBody>
      </p:sp>
      <p:sp>
        <p:nvSpPr>
          <p:cNvPr id="34" name="TextBox 33"/>
          <p:cNvSpPr txBox="1"/>
          <p:nvPr/>
        </p:nvSpPr>
        <p:spPr>
          <a:xfrm>
            <a:off x="4631921" y="3965733"/>
            <a:ext cx="2775756" cy="186690"/>
          </a:xfrm>
          <a:prstGeom prst="rect">
            <a:avLst/>
          </a:prstGeom>
          <a:noFill/>
        </p:spPr>
        <p:txBody>
          <a:bodyPr wrap="none" lIns="0" rIns="0" tIns="0" bIns="0">
            <a:spAutoFit/>
          </a:bodyPr>
          <a:lstStyle/>
          <a:p>
            <a:pPr>
              <a:lnSpc>
                <a:spcPts val="1417"/>
              </a:lnSpc>
              <a:spcBef>
                <a:spcPts val="0"/>
              </a:spcBef>
              <a:spcAft>
                <a:spcPts val="0"/>
              </a:spcAft>
            </a:pPr>
            <a:r>
              <a:rPr sz="1050" b="0">
                <a:solidFill>
                  <a:srgbClr val="62758C"/>
                </a:solidFill>
                <a:latin typeface="Arial"/>
                <a:ea typeface="Microsoft YaHei"/>
              </a:rPr>
              <a:t>Keep</a:t>
            </a:r>
            <a:r>
              <a:rPr sz="1050" b="0">
                <a:solidFill>
                  <a:srgbClr val="62758C"/>
                </a:solidFill>
                <a:latin typeface="Microsoft YaHei"/>
                <a:ea typeface="Microsoft YaHei"/>
              </a:rPr>
              <a:t> </a:t>
            </a:r>
            <a:r>
              <a:rPr sz="1050" b="0">
                <a:solidFill>
                  <a:srgbClr val="62758C"/>
                </a:solidFill>
                <a:latin typeface="Arial"/>
                <a:ea typeface="Microsoft YaHei"/>
              </a:rPr>
              <a:t>raw</a:t>
            </a:r>
            <a:r>
              <a:rPr sz="1050" b="0">
                <a:solidFill>
                  <a:srgbClr val="62758C"/>
                </a:solidFill>
                <a:latin typeface="Microsoft YaHei"/>
                <a:ea typeface="Microsoft YaHei"/>
              </a:rPr>
              <a:t> </a:t>
            </a:r>
            <a:r>
              <a:rPr sz="1050" b="0">
                <a:solidFill>
                  <a:srgbClr val="62758C"/>
                </a:solidFill>
                <a:latin typeface="Arial"/>
                <a:ea typeface="Microsoft YaHei"/>
              </a:rPr>
              <a:t>/</a:t>
            </a:r>
            <a:r>
              <a:rPr sz="1050" b="0">
                <a:solidFill>
                  <a:srgbClr val="62758C"/>
                </a:solidFill>
                <a:latin typeface="Microsoft YaHei"/>
                <a:ea typeface="Microsoft YaHei"/>
              </a:rPr>
              <a:t> </a:t>
            </a:r>
            <a:r>
              <a:rPr sz="1050" b="0">
                <a:solidFill>
                  <a:srgbClr val="62758C"/>
                </a:solidFill>
                <a:latin typeface="Arial"/>
                <a:ea typeface="Microsoft YaHei"/>
              </a:rPr>
              <a:t>flags;</a:t>
            </a:r>
            <a:r>
              <a:rPr sz="1050" b="0">
                <a:solidFill>
                  <a:srgbClr val="62758C"/>
                </a:solidFill>
                <a:latin typeface="Microsoft YaHei"/>
                <a:ea typeface="Microsoft YaHei"/>
              </a:rPr>
              <a:t> </a:t>
            </a:r>
            <a:r>
              <a:rPr sz="1050" b="0">
                <a:solidFill>
                  <a:srgbClr val="62758C"/>
                </a:solidFill>
                <a:latin typeface="Arial"/>
                <a:ea typeface="Microsoft YaHei"/>
              </a:rPr>
              <a:t>stop</a:t>
            </a:r>
            <a:r>
              <a:rPr sz="1050" b="0">
                <a:solidFill>
                  <a:srgbClr val="62758C"/>
                </a:solidFill>
                <a:latin typeface="Microsoft YaHei"/>
                <a:ea typeface="Microsoft YaHei"/>
              </a:rPr>
              <a:t> </a:t>
            </a:r>
            <a:r>
              <a:rPr sz="1050" b="0">
                <a:solidFill>
                  <a:srgbClr val="62758C"/>
                </a:solidFill>
                <a:latin typeface="Arial"/>
                <a:ea typeface="Microsoft YaHei"/>
              </a:rPr>
              <a:t>affected</a:t>
            </a:r>
            <a:r>
              <a:rPr sz="1050" b="0">
                <a:solidFill>
                  <a:srgbClr val="62758C"/>
                </a:solidFill>
                <a:latin typeface="Microsoft YaHei"/>
                <a:ea typeface="Microsoft YaHei"/>
              </a:rPr>
              <a:t> </a:t>
            </a:r>
            <a:r>
              <a:rPr sz="1050" b="0">
                <a:solidFill>
                  <a:srgbClr val="62758C"/>
                </a:solidFill>
                <a:latin typeface="Arial"/>
                <a:ea typeface="Microsoft YaHei"/>
              </a:rPr>
              <a:t>excitation</a:t>
            </a:r>
          </a:p>
        </p:txBody>
      </p:sp>
      <p:sp>
        <p:nvSpPr>
          <p:cNvPr id="35" name="Rounded Rectangle 34"/>
          <p:cNvSpPr/>
          <p:nvPr/>
        </p:nvSpPr>
        <p:spPr>
          <a:xfrm>
            <a:off x="514350" y="3590925"/>
            <a:ext cx="3238500" cy="733425"/>
          </a:xfrm>
          <a:prstGeom prst="roundRect">
            <a:avLst>
              <a:gd name="adj" fmla="val 12987"/>
            </a:avLst>
          </a:prstGeom>
          <a:solidFill>
            <a:srgbClr val="FFF4DE"/>
          </a:solidFill>
          <a:ln w="13334">
            <a:solidFill>
              <a:srgbClr val="BC7D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8760" y="3667125"/>
            <a:ext cx="2665879"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BC7D1D"/>
                </a:solidFill>
                <a:latin typeface="Arial"/>
                <a:ea typeface="Microsoft YaHei"/>
              </a:rPr>
              <a:t>UNKNOWN</a:t>
            </a:r>
            <a:r>
              <a:rPr sz="1575" b="1">
                <a:solidFill>
                  <a:srgbClr val="BC7D1D"/>
                </a:solidFill>
                <a:latin typeface="Microsoft YaHei"/>
                <a:ea typeface="Microsoft YaHei"/>
              </a:rPr>
              <a:t> </a:t>
            </a:r>
            <a:r>
              <a:rPr sz="1575" b="1">
                <a:solidFill>
                  <a:srgbClr val="BC7D1D"/>
                </a:solidFill>
                <a:latin typeface="Arial"/>
                <a:ea typeface="Microsoft YaHei"/>
              </a:rPr>
              <a:t>-&gt;</a:t>
            </a:r>
            <a:r>
              <a:rPr sz="1575" b="1">
                <a:solidFill>
                  <a:srgbClr val="BC7D1D"/>
                </a:solidFill>
                <a:latin typeface="Microsoft YaHei"/>
                <a:ea typeface="Microsoft YaHei"/>
              </a:rPr>
              <a:t> </a:t>
            </a:r>
            <a:r>
              <a:rPr sz="1575" b="1">
                <a:solidFill>
                  <a:srgbClr val="BC7D1D"/>
                </a:solidFill>
                <a:latin typeface="Arial"/>
                <a:ea typeface="Microsoft YaHei"/>
              </a:rPr>
              <a:t>reconcile</a:t>
            </a:r>
          </a:p>
        </p:txBody>
      </p:sp>
      <p:sp>
        <p:nvSpPr>
          <p:cNvPr id="37" name="TextBox 36"/>
          <p:cNvSpPr txBox="1"/>
          <p:nvPr/>
        </p:nvSpPr>
        <p:spPr>
          <a:xfrm>
            <a:off x="807425" y="3965733"/>
            <a:ext cx="2728549" cy="186690"/>
          </a:xfrm>
          <a:prstGeom prst="rect">
            <a:avLst/>
          </a:prstGeom>
          <a:noFill/>
        </p:spPr>
        <p:txBody>
          <a:bodyPr wrap="none" lIns="0" rIns="0" tIns="0" bIns="0">
            <a:spAutoFit/>
          </a:bodyPr>
          <a:lstStyle/>
          <a:p>
            <a:pPr>
              <a:lnSpc>
                <a:spcPts val="1417"/>
              </a:lnSpc>
              <a:spcBef>
                <a:spcPts val="0"/>
              </a:spcBef>
              <a:spcAft>
                <a:spcPts val="0"/>
              </a:spcAft>
            </a:pPr>
            <a:r>
              <a:rPr sz="1050" b="0">
                <a:solidFill>
                  <a:srgbClr val="62758C"/>
                </a:solidFill>
                <a:latin typeface="Arial"/>
                <a:ea typeface="Microsoft YaHei"/>
              </a:rPr>
              <a:t>Verify</a:t>
            </a:r>
            <a:r>
              <a:rPr sz="1050" b="0">
                <a:solidFill>
                  <a:srgbClr val="62758C"/>
                </a:solidFill>
                <a:latin typeface="Microsoft YaHei"/>
                <a:ea typeface="Microsoft YaHei"/>
              </a:rPr>
              <a:t> </a:t>
            </a:r>
            <a:r>
              <a:rPr sz="1050" b="0">
                <a:solidFill>
                  <a:srgbClr val="62758C"/>
                </a:solidFill>
                <a:latin typeface="Arial"/>
                <a:ea typeface="Microsoft YaHei"/>
              </a:rPr>
              <a:t>owner</a:t>
            </a:r>
            <a:r>
              <a:rPr sz="1050" b="0">
                <a:solidFill>
                  <a:srgbClr val="62758C"/>
                </a:solidFill>
                <a:latin typeface="Microsoft YaHei"/>
                <a:ea typeface="Microsoft YaHei"/>
              </a:rPr>
              <a:t> </a:t>
            </a:r>
            <a:r>
              <a:rPr sz="1050" b="0">
                <a:solidFill>
                  <a:srgbClr val="62758C"/>
                </a:solidFill>
                <a:latin typeface="Arial"/>
                <a:ea typeface="Microsoft YaHei"/>
              </a:rPr>
              <a:t>/</a:t>
            </a:r>
            <a:r>
              <a:rPr sz="1050" b="0">
                <a:solidFill>
                  <a:srgbClr val="62758C"/>
                </a:solidFill>
                <a:latin typeface="Microsoft YaHei"/>
                <a:ea typeface="Microsoft YaHei"/>
              </a:rPr>
              <a:t> </a:t>
            </a:r>
            <a:r>
              <a:rPr sz="1050" b="0">
                <a:solidFill>
                  <a:srgbClr val="62758C"/>
                </a:solidFill>
                <a:latin typeface="Arial"/>
                <a:ea typeface="Microsoft YaHei"/>
              </a:rPr>
              <a:t>command</a:t>
            </a:r>
            <a:r>
              <a:rPr sz="1050" b="0">
                <a:solidFill>
                  <a:srgbClr val="62758C"/>
                </a:solidFill>
                <a:latin typeface="Microsoft YaHei"/>
                <a:ea typeface="Microsoft YaHei"/>
              </a:rPr>
              <a:t> </a:t>
            </a:r>
            <a:r>
              <a:rPr sz="1050" b="0">
                <a:solidFill>
                  <a:srgbClr val="62758C"/>
                </a:solidFill>
                <a:latin typeface="Arial"/>
                <a:ea typeface="Microsoft YaHei"/>
              </a:rPr>
              <a:t>/</a:t>
            </a:r>
            <a:r>
              <a:rPr sz="1050" b="0">
                <a:solidFill>
                  <a:srgbClr val="62758C"/>
                </a:solidFill>
                <a:latin typeface="Microsoft YaHei"/>
                <a:ea typeface="Microsoft YaHei"/>
              </a:rPr>
              <a:t> </a:t>
            </a:r>
            <a:r>
              <a:rPr sz="1050" b="0">
                <a:solidFill>
                  <a:srgbClr val="62758C"/>
                </a:solidFill>
                <a:latin typeface="Arial"/>
                <a:ea typeface="Microsoft YaHei"/>
              </a:rPr>
              <a:t>physical</a:t>
            </a:r>
            <a:r>
              <a:rPr sz="1050" b="0">
                <a:solidFill>
                  <a:srgbClr val="62758C"/>
                </a:solidFill>
                <a:latin typeface="Microsoft YaHei"/>
                <a:ea typeface="Microsoft YaHei"/>
              </a:rPr>
              <a:t> </a:t>
            </a:r>
            <a:r>
              <a:rPr sz="1050" b="0">
                <a:solidFill>
                  <a:srgbClr val="62758C"/>
                </a:solidFill>
                <a:latin typeface="Arial"/>
                <a:ea typeface="Microsoft YaHei"/>
              </a:rPr>
              <a:t>state</a:t>
            </a:r>
          </a:p>
        </p:txBody>
      </p:sp>
      <p:cxnSp>
        <p:nvCxnSpPr>
          <p:cNvPr id="38" name="Connector 37"/>
          <p:cNvCxnSpPr/>
          <p:nvPr/>
        </p:nvCxnSpPr>
        <p:spPr>
          <a:xfrm>
            <a:off x="10572750" y="2886075"/>
            <a:ext cx="0" cy="704850"/>
          </a:xfrm>
          <a:prstGeom prst="line">
            <a:avLst/>
          </a:prstGeom>
          <a:ln w="19050">
            <a:solidFill>
              <a:srgbClr val="278565"/>
            </a:solidFill>
          </a:ln>
        </p:spPr>
        <p:style>
          <a:lnRef idx="2">
            <a:schemeClr val="accent1"/>
          </a:lnRef>
          <a:fillRef idx="0">
            <a:schemeClr val="accent1"/>
          </a:fillRef>
          <a:effectRef idx="1">
            <a:schemeClr val="accent1"/>
          </a:effectRef>
          <a:fontRef idx="minor">
            <a:schemeClr val="tx1"/>
          </a:fontRef>
        </p:style>
      </p:cxnSp>
      <p:sp>
        <p:nvSpPr>
          <p:cNvPr id="39" name="Freeform 38"/>
          <p:cNvSpPr/>
          <p:nvPr/>
        </p:nvSpPr>
        <p:spPr>
          <a:xfrm>
            <a:off x="10528300" y="3505200"/>
            <a:ext cx="88900" cy="88900"/>
          </a:xfrm>
          <a:custGeom>
            <a:avLst/>
            <a:gdLst/>
            <a:ahLst/>
            <a:cxnLst/>
            <a:rect l="l" t="t" r="r" b="b"/>
            <a:pathLst>
              <a:path w="7" h="7">
                <a:moveTo>
                  <a:pt x="3" y="7"/>
                </a:moveTo>
                <a:lnTo>
                  <a:pt x="7" y="0"/>
                </a:lnTo>
                <a:lnTo>
                  <a:pt x="0" y="0"/>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flipH="1">
            <a:off x="5991225" y="3143250"/>
            <a:ext cx="4581525" cy="0"/>
          </a:xfrm>
          <a:prstGeom prst="line">
            <a:avLst/>
          </a:prstGeom>
          <a:ln w="19050">
            <a:solidFill>
              <a:srgbClr val="B94C61"/>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991225" y="3143250"/>
            <a:ext cx="0" cy="447675"/>
          </a:xfrm>
          <a:prstGeom prst="line">
            <a:avLst/>
          </a:prstGeom>
          <a:ln w="19050">
            <a:solidFill>
              <a:srgbClr val="B94C61"/>
            </a:solidFill>
          </a:ln>
        </p:spPr>
        <p:style>
          <a:lnRef idx="2">
            <a:schemeClr val="accent1"/>
          </a:lnRef>
          <a:fillRef idx="0">
            <a:schemeClr val="accent1"/>
          </a:fillRef>
          <a:effectRef idx="1">
            <a:schemeClr val="accent1"/>
          </a:effectRef>
          <a:fontRef idx="minor">
            <a:schemeClr val="tx1"/>
          </a:fontRef>
        </p:style>
      </p:cxnSp>
      <p:sp>
        <p:nvSpPr>
          <p:cNvPr id="42" name="Freeform 41"/>
          <p:cNvSpPr/>
          <p:nvPr/>
        </p:nvSpPr>
        <p:spPr>
          <a:xfrm>
            <a:off x="5956300" y="3505200"/>
            <a:ext cx="76200" cy="88900"/>
          </a:xfrm>
          <a:custGeom>
            <a:avLst/>
            <a:gdLst/>
            <a:ahLst/>
            <a:cxnLst/>
            <a:rect l="l" t="t" r="r" b="b"/>
            <a:pathLst>
              <a:path w="6" h="7">
                <a:moveTo>
                  <a:pt x="3" y="7"/>
                </a:moveTo>
                <a:lnTo>
                  <a:pt x="6" y="0"/>
                </a:lnTo>
                <a:lnTo>
                  <a:pt x="0" y="0"/>
                </a:lnTo>
                <a:close/>
              </a:path>
            </a:pathLst>
          </a:custGeom>
          <a:solidFill>
            <a:srgbClr val="B94C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4933950" y="2409825"/>
            <a:ext cx="0" cy="876300"/>
          </a:xfrm>
          <a:prstGeom prst="line">
            <a:avLst/>
          </a:prstGeom>
          <a:ln w="19050">
            <a:solidFill>
              <a:srgbClr val="BC7D1D"/>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2124075" y="3286125"/>
            <a:ext cx="2809875" cy="0"/>
          </a:xfrm>
          <a:prstGeom prst="line">
            <a:avLst/>
          </a:prstGeom>
          <a:ln w="19050">
            <a:solidFill>
              <a:srgbClr val="BC7D1D"/>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2124075" y="3286125"/>
            <a:ext cx="0" cy="304800"/>
          </a:xfrm>
          <a:prstGeom prst="line">
            <a:avLst/>
          </a:prstGeom>
          <a:ln w="19050">
            <a:solidFill>
              <a:srgbClr val="BC7D1D"/>
            </a:solidFill>
            <a:prstDash val="dash"/>
          </a:ln>
        </p:spPr>
        <p:style>
          <a:lnRef idx="2">
            <a:schemeClr val="accent1"/>
          </a:lnRef>
          <a:fillRef idx="0">
            <a:schemeClr val="accent1"/>
          </a:fillRef>
          <a:effectRef idx="1">
            <a:schemeClr val="accent1"/>
          </a:effectRef>
          <a:fontRef idx="minor">
            <a:schemeClr val="tx1"/>
          </a:fontRef>
        </p:style>
      </p:cxnSp>
      <p:sp>
        <p:nvSpPr>
          <p:cNvPr id="46" name="Freeform 45"/>
          <p:cNvSpPr/>
          <p:nvPr/>
        </p:nvSpPr>
        <p:spPr>
          <a:xfrm>
            <a:off x="2082800" y="3505200"/>
            <a:ext cx="76200" cy="88900"/>
          </a:xfrm>
          <a:custGeom>
            <a:avLst/>
            <a:gdLst/>
            <a:ahLst/>
            <a:cxnLst/>
            <a:rect l="l" t="t" r="r" b="b"/>
            <a:pathLst>
              <a:path w="6" h="7">
                <a:moveTo>
                  <a:pt x="3" y="7"/>
                </a:moveTo>
                <a:lnTo>
                  <a:pt x="6" y="0"/>
                </a:lnTo>
                <a:lnTo>
                  <a:pt x="0" y="0"/>
                </a:lnTo>
                <a:close/>
              </a:path>
            </a:pathLst>
          </a:custGeom>
          <a:solidFill>
            <a:srgbClr val="BC7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14350" y="4857750"/>
            <a:ext cx="11163300" cy="857250"/>
          </a:xfrm>
          <a:prstGeom prst="roundRect">
            <a:avLst>
              <a:gd name="adj" fmla="val 12222"/>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14350" y="5010150"/>
            <a:ext cx="38100" cy="295275"/>
          </a:xfrm>
          <a:prstGeom prst="rect">
            <a:avLst/>
          </a:pr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04850" y="4972050"/>
            <a:ext cx="7081144" cy="306705"/>
          </a:xfrm>
          <a:prstGeom prst="rect">
            <a:avLst/>
          </a:prstGeom>
          <a:noFill/>
        </p:spPr>
        <p:txBody>
          <a:bodyPr wrap="none" lIns="0" rIns="0" tIns="0" bIns="0">
            <a:spAutoFit/>
          </a:bodyPr>
          <a:lstStyle/>
          <a:p>
            <a:pPr>
              <a:lnSpc>
                <a:spcPts val="2328"/>
              </a:lnSpc>
              <a:spcBef>
                <a:spcPts val="0"/>
              </a:spcBef>
              <a:spcAft>
                <a:spcPts val="0"/>
              </a:spcAft>
            </a:pPr>
            <a:r>
              <a:rPr sz="1725" b="1">
                <a:solidFill>
                  <a:srgbClr val="168D9D"/>
                </a:solidFill>
                <a:latin typeface="Arial"/>
                <a:ea typeface="Microsoft YaHei"/>
              </a:rPr>
              <a:t>Closure</a:t>
            </a:r>
            <a:r>
              <a:rPr sz="1725" b="1">
                <a:solidFill>
                  <a:srgbClr val="168D9D"/>
                </a:solidFill>
                <a:latin typeface="Microsoft YaHei"/>
                <a:ea typeface="Microsoft YaHei"/>
              </a:rPr>
              <a:t> </a:t>
            </a:r>
            <a:r>
              <a:rPr sz="1725" b="1">
                <a:solidFill>
                  <a:srgbClr val="168D9D"/>
                </a:solidFill>
                <a:latin typeface="Arial"/>
                <a:ea typeface="Microsoft YaHei"/>
              </a:rPr>
              <a:t>is</a:t>
            </a:r>
            <a:r>
              <a:rPr sz="1725" b="1">
                <a:solidFill>
                  <a:srgbClr val="168D9D"/>
                </a:solidFill>
                <a:latin typeface="Microsoft YaHei"/>
                <a:ea typeface="Microsoft YaHei"/>
              </a:rPr>
              <a:t> </a:t>
            </a:r>
            <a:r>
              <a:rPr sz="1725" b="1">
                <a:solidFill>
                  <a:srgbClr val="168D9D"/>
                </a:solidFill>
                <a:latin typeface="Arial"/>
                <a:ea typeface="Microsoft YaHei"/>
              </a:rPr>
              <a:t>a</a:t>
            </a:r>
            <a:r>
              <a:rPr sz="1725" b="1">
                <a:solidFill>
                  <a:srgbClr val="168D9D"/>
                </a:solidFill>
                <a:latin typeface="Microsoft YaHei"/>
                <a:ea typeface="Microsoft YaHei"/>
              </a:rPr>
              <a:t> </a:t>
            </a:r>
            <a:r>
              <a:rPr sz="1725" b="1">
                <a:solidFill>
                  <a:srgbClr val="168D9D"/>
                </a:solidFill>
                <a:latin typeface="Arial"/>
                <a:ea typeface="Microsoft YaHei"/>
              </a:rPr>
              <a:t>recorded</a:t>
            </a:r>
            <a:r>
              <a:rPr sz="1725" b="1">
                <a:solidFill>
                  <a:srgbClr val="168D9D"/>
                </a:solidFill>
                <a:latin typeface="Microsoft YaHei"/>
                <a:ea typeface="Microsoft YaHei"/>
              </a:rPr>
              <a:t> </a:t>
            </a:r>
            <a:r>
              <a:rPr sz="1725" b="1">
                <a:solidFill>
                  <a:srgbClr val="168D9D"/>
                </a:solidFill>
                <a:latin typeface="Arial"/>
                <a:ea typeface="Microsoft YaHei"/>
              </a:rPr>
              <a:t>state,</a:t>
            </a:r>
            <a:r>
              <a:rPr sz="1725" b="1">
                <a:solidFill>
                  <a:srgbClr val="168D9D"/>
                </a:solidFill>
                <a:latin typeface="Microsoft YaHei"/>
                <a:ea typeface="Microsoft YaHei"/>
              </a:rPr>
              <a:t> </a:t>
            </a:r>
            <a:r>
              <a:rPr sz="1725" b="1">
                <a:solidFill>
                  <a:srgbClr val="168D9D"/>
                </a:solidFill>
                <a:latin typeface="Arial"/>
                <a:ea typeface="Microsoft YaHei"/>
              </a:rPr>
              <a:t>not</a:t>
            </a:r>
            <a:r>
              <a:rPr sz="1725" b="1">
                <a:solidFill>
                  <a:srgbClr val="168D9D"/>
                </a:solidFill>
                <a:latin typeface="Microsoft YaHei"/>
                <a:ea typeface="Microsoft YaHei"/>
              </a:rPr>
              <a:t> </a:t>
            </a:r>
            <a:r>
              <a:rPr sz="1725" b="1">
                <a:solidFill>
                  <a:srgbClr val="168D9D"/>
                </a:solidFill>
                <a:latin typeface="Arial"/>
                <a:ea typeface="Microsoft YaHei"/>
              </a:rPr>
              <a:t>just</a:t>
            </a:r>
            <a:r>
              <a:rPr sz="1725" b="1">
                <a:solidFill>
                  <a:srgbClr val="168D9D"/>
                </a:solidFill>
                <a:latin typeface="Microsoft YaHei"/>
                <a:ea typeface="Microsoft YaHei"/>
              </a:rPr>
              <a:t> </a:t>
            </a:r>
            <a:r>
              <a:rPr sz="1725" b="1">
                <a:solidFill>
                  <a:srgbClr val="168D9D"/>
                </a:solidFill>
                <a:latin typeface="Arial"/>
                <a:ea typeface="Microsoft YaHei"/>
              </a:rPr>
              <a:t>an</a:t>
            </a:r>
            <a:r>
              <a:rPr sz="1725" b="1">
                <a:solidFill>
                  <a:srgbClr val="168D9D"/>
                </a:solidFill>
                <a:latin typeface="Microsoft YaHei"/>
                <a:ea typeface="Microsoft YaHei"/>
              </a:rPr>
              <a:t> </a:t>
            </a:r>
            <a:r>
              <a:rPr sz="1725" b="1">
                <a:solidFill>
                  <a:srgbClr val="168D9D"/>
                </a:solidFill>
                <a:latin typeface="Arial"/>
                <a:ea typeface="Microsoft YaHei"/>
              </a:rPr>
              <a:t>acknowledgement</a:t>
            </a:r>
          </a:p>
        </p:txBody>
      </p:sp>
      <p:sp>
        <p:nvSpPr>
          <p:cNvPr id="50" name="TextBox 49"/>
          <p:cNvSpPr txBox="1"/>
          <p:nvPr/>
        </p:nvSpPr>
        <p:spPr>
          <a:xfrm>
            <a:off x="704850" y="5334000"/>
            <a:ext cx="8014878"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Excitation</a:t>
            </a:r>
            <a:r>
              <a:rPr sz="1500" b="0">
                <a:solidFill>
                  <a:srgbClr val="23364D"/>
                </a:solidFill>
                <a:latin typeface="Microsoft YaHei"/>
                <a:ea typeface="Microsoft YaHei"/>
              </a:rPr>
              <a:t> </a:t>
            </a:r>
            <a:r>
              <a:rPr sz="1500" b="0">
                <a:solidFill>
                  <a:srgbClr val="23364D"/>
                </a:solidFill>
                <a:latin typeface="Arial"/>
                <a:ea typeface="Microsoft YaHei"/>
              </a:rPr>
              <a:t>off</a:t>
            </a:r>
            <a:r>
              <a:rPr sz="1500" b="0">
                <a:solidFill>
                  <a:srgbClr val="23364D"/>
                </a:solidFill>
                <a:latin typeface="Microsoft YaHei"/>
                <a:ea typeface="Microsoft YaHei"/>
              </a:rPr>
              <a:t> </a:t>
            </a:r>
            <a:r>
              <a:rPr sz="1500" b="0">
                <a:solidFill>
                  <a:srgbClr val="23364D"/>
                </a:solidFill>
                <a:latin typeface="Arial"/>
                <a:ea typeface="Microsoft YaHei"/>
              </a:rPr>
              <a:t>and</a:t>
            </a:r>
            <a:r>
              <a:rPr sz="1500" b="0">
                <a:solidFill>
                  <a:srgbClr val="23364D"/>
                </a:solidFill>
                <a:latin typeface="Microsoft YaHei"/>
                <a:ea typeface="Microsoft YaHei"/>
              </a:rPr>
              <a:t> </a:t>
            </a:r>
            <a:r>
              <a:rPr sz="1500" b="0">
                <a:solidFill>
                  <a:srgbClr val="23364D"/>
                </a:solidFill>
                <a:latin typeface="Arial"/>
                <a:ea typeface="Microsoft YaHei"/>
              </a:rPr>
              <a:t>readback</a:t>
            </a:r>
            <a:r>
              <a:rPr sz="1500" b="0">
                <a:solidFill>
                  <a:srgbClr val="23364D"/>
                </a:solidFill>
                <a:latin typeface="Microsoft YaHei"/>
                <a:ea typeface="Microsoft YaHei"/>
              </a:rPr>
              <a:t> </a:t>
            </a:r>
            <a:r>
              <a:rPr sz="1500" b="0">
                <a:solidFill>
                  <a:srgbClr val="23364D"/>
                </a:solidFill>
                <a:latin typeface="Arial"/>
                <a:ea typeface="Microsoft YaHei"/>
              </a:rPr>
              <a:t>verified;</a:t>
            </a:r>
            <a:r>
              <a:rPr sz="1500" b="0">
                <a:solidFill>
                  <a:srgbClr val="23364D"/>
                </a:solidFill>
                <a:latin typeface="Microsoft YaHei"/>
                <a:ea typeface="Microsoft YaHei"/>
              </a:rPr>
              <a:t> </a:t>
            </a:r>
            <a:r>
              <a:rPr sz="1500" b="0">
                <a:solidFill>
                  <a:srgbClr val="23364D"/>
                </a:solidFill>
                <a:latin typeface="Arial"/>
                <a:ea typeface="Microsoft YaHei"/>
              </a:rPr>
              <a:t>gate</a:t>
            </a:r>
            <a:r>
              <a:rPr sz="1500" b="0">
                <a:solidFill>
                  <a:srgbClr val="23364D"/>
                </a:solidFill>
                <a:latin typeface="Microsoft YaHei"/>
                <a:ea typeface="Microsoft YaHei"/>
              </a:rPr>
              <a:t> </a:t>
            </a:r>
            <a:r>
              <a:rPr sz="1500" b="0">
                <a:solidFill>
                  <a:srgbClr val="23364D"/>
                </a:solidFill>
                <a:latin typeface="Arial"/>
                <a:ea typeface="Microsoft YaHei"/>
              </a:rPr>
              <a:t>/</a:t>
            </a:r>
            <a:r>
              <a:rPr sz="1500" b="0">
                <a:solidFill>
                  <a:srgbClr val="23364D"/>
                </a:solidFill>
                <a:latin typeface="Microsoft YaHei"/>
                <a:ea typeface="Microsoft YaHei"/>
              </a:rPr>
              <a:t> </a:t>
            </a:r>
            <a:r>
              <a:rPr sz="1500" b="0">
                <a:solidFill>
                  <a:srgbClr val="23364D"/>
                </a:solidFill>
                <a:latin typeface="Arial"/>
                <a:ea typeface="Microsoft YaHei"/>
              </a:rPr>
              <a:t>T</a:t>
            </a:r>
            <a:r>
              <a:rPr sz="1500" b="0">
                <a:solidFill>
                  <a:srgbClr val="23364D"/>
                </a:solidFill>
                <a:latin typeface="Microsoft YaHei"/>
                <a:ea typeface="Microsoft YaHei"/>
              </a:rPr>
              <a:t> </a:t>
            </a:r>
            <a:r>
              <a:rPr sz="1500" b="0">
                <a:solidFill>
                  <a:srgbClr val="23364D"/>
                </a:solidFill>
                <a:latin typeface="Arial"/>
                <a:ea typeface="Microsoft YaHei"/>
              </a:rPr>
              <a:t>/</a:t>
            </a:r>
            <a:r>
              <a:rPr sz="1500" b="0">
                <a:solidFill>
                  <a:srgbClr val="23364D"/>
                </a:solidFill>
                <a:latin typeface="Microsoft YaHei"/>
                <a:ea typeface="Microsoft YaHei"/>
              </a:rPr>
              <a:t> </a:t>
            </a:r>
            <a:r>
              <a:rPr sz="1500" b="0">
                <a:solidFill>
                  <a:srgbClr val="23364D"/>
                </a:solidFill>
                <a:latin typeface="Arial"/>
                <a:ea typeface="Microsoft YaHei"/>
              </a:rPr>
              <a:t>B</a:t>
            </a:r>
            <a:r>
              <a:rPr sz="1500" b="0">
                <a:solidFill>
                  <a:srgbClr val="23364D"/>
                </a:solidFill>
                <a:latin typeface="Microsoft YaHei"/>
                <a:ea typeface="Microsoft YaHei"/>
              </a:rPr>
              <a:t> </a:t>
            </a:r>
            <a:r>
              <a:rPr sz="1500" b="0">
                <a:solidFill>
                  <a:srgbClr val="23364D"/>
                </a:solidFill>
                <a:latin typeface="Arial"/>
                <a:ea typeface="Microsoft YaHei"/>
              </a:rPr>
              <a:t>follow</a:t>
            </a:r>
            <a:r>
              <a:rPr sz="1500" b="0">
                <a:solidFill>
                  <a:srgbClr val="23364D"/>
                </a:solidFill>
                <a:latin typeface="Microsoft YaHei"/>
                <a:ea typeface="Microsoft YaHei"/>
              </a:rPr>
              <a:t> </a:t>
            </a:r>
            <a:r>
              <a:rPr sz="1500" b="0">
                <a:solidFill>
                  <a:srgbClr val="23364D"/>
                </a:solidFill>
                <a:latin typeface="Arial"/>
                <a:ea typeface="Microsoft YaHei"/>
              </a:rPr>
              <a:t>the</a:t>
            </a:r>
            <a:r>
              <a:rPr sz="1500" b="0">
                <a:solidFill>
                  <a:srgbClr val="23364D"/>
                </a:solidFill>
                <a:latin typeface="Microsoft YaHei"/>
                <a:ea typeface="Microsoft YaHei"/>
              </a:rPr>
              <a:t> </a:t>
            </a:r>
            <a:r>
              <a:rPr sz="1500" b="0">
                <a:solidFill>
                  <a:srgbClr val="23364D"/>
                </a:solidFill>
                <a:latin typeface="Arial"/>
                <a:ea typeface="Microsoft YaHei"/>
              </a:rPr>
              <a:t>selected</a:t>
            </a:r>
            <a:r>
              <a:rPr sz="1500" b="0">
                <a:solidFill>
                  <a:srgbClr val="23364D"/>
                </a:solidFill>
                <a:latin typeface="Microsoft YaHei"/>
                <a:ea typeface="Microsoft YaHei"/>
              </a:rPr>
              <a:t> </a:t>
            </a:r>
            <a:r>
              <a:rPr sz="1500" b="0">
                <a:solidFill>
                  <a:srgbClr val="23364D"/>
                </a:solidFill>
                <a:latin typeface="Arial"/>
                <a:ea typeface="Microsoft YaHei"/>
              </a:rPr>
              <a:t>end-state</a:t>
            </a:r>
            <a:r>
              <a:rPr sz="1500" b="0">
                <a:solidFill>
                  <a:srgbClr val="23364D"/>
                </a:solidFill>
                <a:latin typeface="Microsoft YaHei"/>
                <a:ea typeface="Microsoft YaHei"/>
              </a:rPr>
              <a:t> </a:t>
            </a:r>
            <a:r>
              <a:rPr sz="1500" b="0">
                <a:solidFill>
                  <a:srgbClr val="23364D"/>
                </a:solidFill>
                <a:latin typeface="Arial"/>
                <a:ea typeface="Microsoft YaHei"/>
              </a:rPr>
              <a:t>policy.</a:t>
            </a:r>
          </a:p>
        </p:txBody>
      </p:sp>
      <p:sp>
        <p:nvSpPr>
          <p:cNvPr id="51" name="Rounded Rectangle 50"/>
          <p:cNvSpPr/>
          <p:nvPr/>
        </p:nvSpPr>
        <p:spPr>
          <a:xfrm>
            <a:off x="514350" y="5886450"/>
            <a:ext cx="11163300" cy="514350"/>
          </a:xfrm>
          <a:prstGeom prst="roundRect">
            <a:avLst>
              <a:gd name="adj" fmla="val 16666"/>
            </a:avLst>
          </a:prstGeom>
          <a:solidFill>
            <a:srgbClr val="E9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95325" y="6000750"/>
            <a:ext cx="10705220" cy="246697"/>
          </a:xfrm>
          <a:prstGeom prst="rect">
            <a:avLst/>
          </a:prstGeom>
          <a:noFill/>
        </p:spPr>
        <p:txBody>
          <a:bodyPr wrap="none" lIns="0" rIns="0" tIns="0" bIns="0">
            <a:spAutoFit/>
          </a:bodyPr>
          <a:lstStyle/>
          <a:p>
            <a:pPr>
              <a:lnSpc>
                <a:spcPts val="1873"/>
              </a:lnSpc>
              <a:spcBef>
                <a:spcPts val="0"/>
              </a:spcBef>
              <a:spcAft>
                <a:spcPts val="0"/>
              </a:spcAft>
            </a:pPr>
            <a:r>
              <a:rPr sz="1387" b="1">
                <a:solidFill>
                  <a:srgbClr val="168D9D"/>
                </a:solidFill>
                <a:latin typeface="Arial"/>
                <a:ea typeface="Microsoft YaHei"/>
              </a:rPr>
              <a:t>The</a:t>
            </a:r>
            <a:r>
              <a:rPr sz="1387" b="1">
                <a:solidFill>
                  <a:srgbClr val="168D9D"/>
                </a:solidFill>
                <a:latin typeface="Microsoft YaHei"/>
                <a:ea typeface="Microsoft YaHei"/>
              </a:rPr>
              <a:t> </a:t>
            </a:r>
            <a:r>
              <a:rPr sz="1387" b="1">
                <a:solidFill>
                  <a:srgbClr val="168D9D"/>
                </a:solidFill>
                <a:latin typeface="Arial"/>
                <a:ea typeface="Microsoft YaHei"/>
              </a:rPr>
              <a:t>next</a:t>
            </a:r>
            <a:r>
              <a:rPr sz="1387" b="1">
                <a:solidFill>
                  <a:srgbClr val="168D9D"/>
                </a:solidFill>
                <a:latin typeface="Microsoft YaHei"/>
                <a:ea typeface="Microsoft YaHei"/>
              </a:rPr>
              <a:t> </a:t>
            </a:r>
            <a:r>
              <a:rPr sz="1387" b="1">
                <a:solidFill>
                  <a:srgbClr val="168D9D"/>
                </a:solidFill>
                <a:latin typeface="Arial"/>
                <a:ea typeface="Microsoft YaHei"/>
              </a:rPr>
              <a:t>proposed</a:t>
            </a:r>
            <a:r>
              <a:rPr sz="1387" b="1">
                <a:solidFill>
                  <a:srgbClr val="168D9D"/>
                </a:solidFill>
                <a:latin typeface="Microsoft YaHei"/>
                <a:ea typeface="Microsoft YaHei"/>
              </a:rPr>
              <a:t> </a:t>
            </a:r>
            <a:r>
              <a:rPr sz="1387" b="1">
                <a:solidFill>
                  <a:srgbClr val="168D9D"/>
                </a:solidFill>
                <a:latin typeface="Arial"/>
                <a:ea typeface="Microsoft YaHei"/>
              </a:rPr>
              <a:t>stage</a:t>
            </a:r>
            <a:r>
              <a:rPr sz="1387" b="1">
                <a:solidFill>
                  <a:srgbClr val="168D9D"/>
                </a:solidFill>
                <a:latin typeface="Microsoft YaHei"/>
                <a:ea typeface="Microsoft YaHei"/>
              </a:rPr>
              <a:t> </a:t>
            </a:r>
            <a:r>
              <a:rPr sz="1387" b="1">
                <a:solidFill>
                  <a:srgbClr val="168D9D"/>
                </a:solidFill>
                <a:latin typeface="Arial"/>
                <a:ea typeface="Microsoft YaHei"/>
              </a:rPr>
              <a:t>is</a:t>
            </a:r>
            <a:r>
              <a:rPr sz="1387" b="1">
                <a:solidFill>
                  <a:srgbClr val="168D9D"/>
                </a:solidFill>
                <a:latin typeface="Microsoft YaHei"/>
                <a:ea typeface="Microsoft YaHei"/>
              </a:rPr>
              <a:t> </a:t>
            </a:r>
            <a:r>
              <a:rPr sz="1387" b="1">
                <a:solidFill>
                  <a:srgbClr val="168D9D"/>
                </a:solidFill>
                <a:latin typeface="Arial"/>
                <a:ea typeface="Microsoft YaHei"/>
              </a:rPr>
              <a:t>validated</a:t>
            </a:r>
            <a:r>
              <a:rPr sz="1387" b="1">
                <a:solidFill>
                  <a:srgbClr val="168D9D"/>
                </a:solidFill>
                <a:latin typeface="Microsoft YaHei"/>
                <a:ea typeface="Microsoft YaHei"/>
              </a:rPr>
              <a:t> </a:t>
            </a:r>
            <a:r>
              <a:rPr sz="1387" b="1">
                <a:solidFill>
                  <a:srgbClr val="168D9D"/>
                </a:solidFill>
                <a:latin typeface="Arial"/>
                <a:ea typeface="Microsoft YaHei"/>
              </a:rPr>
              <a:t>again</a:t>
            </a:r>
            <a:r>
              <a:rPr sz="1387" b="1">
                <a:solidFill>
                  <a:srgbClr val="168D9D"/>
                </a:solidFill>
                <a:latin typeface="Microsoft YaHei"/>
                <a:ea typeface="Microsoft YaHei"/>
              </a:rPr>
              <a:t> </a:t>
            </a:r>
            <a:r>
              <a:rPr sz="1387" b="1">
                <a:solidFill>
                  <a:srgbClr val="168D9D"/>
                </a:solidFill>
                <a:latin typeface="Arial"/>
                <a:ea typeface="Microsoft YaHei"/>
              </a:rPr>
              <a:t>and</a:t>
            </a:r>
            <a:r>
              <a:rPr sz="1387" b="1">
                <a:solidFill>
                  <a:srgbClr val="168D9D"/>
                </a:solidFill>
                <a:latin typeface="Microsoft YaHei"/>
                <a:ea typeface="Microsoft YaHei"/>
              </a:rPr>
              <a:t> </a:t>
            </a:r>
            <a:r>
              <a:rPr sz="1387" b="1">
                <a:solidFill>
                  <a:srgbClr val="168D9D"/>
                </a:solidFill>
                <a:latin typeface="Arial"/>
                <a:ea typeface="Microsoft YaHei"/>
              </a:rPr>
              <a:t>respects</a:t>
            </a:r>
            <a:r>
              <a:rPr sz="1387" b="1">
                <a:solidFill>
                  <a:srgbClr val="168D9D"/>
                </a:solidFill>
                <a:latin typeface="Microsoft YaHei"/>
                <a:ea typeface="Microsoft YaHei"/>
              </a:rPr>
              <a:t> </a:t>
            </a:r>
            <a:r>
              <a:rPr sz="1387" b="1">
                <a:solidFill>
                  <a:srgbClr val="168D9D"/>
                </a:solidFill>
                <a:latin typeface="Arial"/>
                <a:ea typeface="Microsoft YaHei"/>
              </a:rPr>
              <a:t>operator</a:t>
            </a:r>
            <a:r>
              <a:rPr sz="1387" b="1">
                <a:solidFill>
                  <a:srgbClr val="168D9D"/>
                </a:solidFill>
                <a:latin typeface="Microsoft YaHei"/>
                <a:ea typeface="Microsoft YaHei"/>
              </a:rPr>
              <a:t> </a:t>
            </a:r>
            <a:r>
              <a:rPr sz="1387" b="1">
                <a:solidFill>
                  <a:srgbClr val="168D9D"/>
                </a:solidFill>
                <a:latin typeface="Arial"/>
                <a:ea typeface="Microsoft YaHei"/>
              </a:rPr>
              <a:t>gates</a:t>
            </a:r>
            <a:r>
              <a:rPr sz="1387" b="1">
                <a:solidFill>
                  <a:srgbClr val="168D9D"/>
                </a:solidFill>
                <a:latin typeface="Microsoft YaHei"/>
                <a:ea typeface="Microsoft YaHei"/>
              </a:rPr>
              <a:t> </a:t>
            </a:r>
            <a:r>
              <a:rPr sz="1387" b="1">
                <a:solidFill>
                  <a:srgbClr val="168D9D"/>
                </a:solidFill>
                <a:latin typeface="Arial"/>
                <a:ea typeface="Microsoft YaHei"/>
              </a:rPr>
              <a:t>and</a:t>
            </a:r>
            <a:r>
              <a:rPr sz="1387" b="1">
                <a:solidFill>
                  <a:srgbClr val="168D9D"/>
                </a:solidFill>
                <a:latin typeface="Microsoft YaHei"/>
                <a:ea typeface="Microsoft YaHei"/>
              </a:rPr>
              <a:t> </a:t>
            </a:r>
            <a:r>
              <a:rPr sz="1387" b="1">
                <a:solidFill>
                  <a:srgbClr val="168D9D"/>
                </a:solidFill>
                <a:latin typeface="Arial"/>
                <a:ea typeface="Microsoft YaHei"/>
              </a:rPr>
              <a:t>the</a:t>
            </a:r>
            <a:r>
              <a:rPr sz="1387" b="1">
                <a:solidFill>
                  <a:srgbClr val="168D9D"/>
                </a:solidFill>
                <a:latin typeface="Microsoft YaHei"/>
                <a:ea typeface="Microsoft YaHei"/>
              </a:rPr>
              <a:t> </a:t>
            </a:r>
            <a:r>
              <a:rPr sz="1387" b="1">
                <a:solidFill>
                  <a:srgbClr val="168D9D"/>
                </a:solidFill>
                <a:latin typeface="Arial"/>
                <a:ea typeface="Microsoft YaHei"/>
              </a:rPr>
              <a:t>configured</a:t>
            </a:r>
            <a:r>
              <a:rPr sz="1387" b="1">
                <a:solidFill>
                  <a:srgbClr val="168D9D"/>
                </a:solidFill>
                <a:latin typeface="Microsoft YaHei"/>
                <a:ea typeface="Microsoft YaHei"/>
              </a:rPr>
              <a:t> </a:t>
            </a:r>
            <a:r>
              <a:rPr sz="1387" b="1">
                <a:solidFill>
                  <a:srgbClr val="168D9D"/>
                </a:solidFill>
                <a:latin typeface="Arial"/>
                <a:ea typeface="Microsoft YaHei"/>
              </a:rPr>
              <a:t>action</a:t>
            </a:r>
            <a:r>
              <a:rPr sz="1387" b="1">
                <a:solidFill>
                  <a:srgbClr val="168D9D"/>
                </a:solidFill>
                <a:latin typeface="Microsoft YaHei"/>
                <a:ea typeface="Microsoft YaHei"/>
              </a:rPr>
              <a:t> </a:t>
            </a:r>
            <a:r>
              <a:rPr sz="1387" b="1">
                <a:solidFill>
                  <a:srgbClr val="168D9D"/>
                </a:solidFill>
                <a:latin typeface="Arial"/>
                <a:ea typeface="Microsoft YaHei"/>
              </a:rPr>
              <a:t>envelope.</a:t>
            </a:r>
          </a:p>
        </p:txBody>
      </p:sp>
      <p:cxnSp>
        <p:nvCxnSpPr>
          <p:cNvPr id="53" name="Connector 52"/>
          <p:cNvCxnSpPr/>
          <p:nvPr/>
        </p:nvCxnSpPr>
        <p:spPr>
          <a:xfrm>
            <a:off x="514350" y="6543675"/>
            <a:ext cx="11163300" cy="0"/>
          </a:xfrm>
          <a:prstGeom prst="line">
            <a:avLst/>
          </a:prstGeom>
          <a:ln w="9525">
            <a:solidFill>
              <a:srgbClr val="D9E3EE"/>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523875" y="6619875"/>
            <a:ext cx="3609184"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LabOS</a:t>
            </a:r>
            <a:r>
              <a:rPr sz="825" b="0">
                <a:solidFill>
                  <a:srgbClr val="62758C"/>
                </a:solidFill>
                <a:latin typeface="Microsoft YaHei"/>
                <a:ea typeface="Microsoft YaHei"/>
              </a:rPr>
              <a:t>  </a:t>
            </a:r>
            <a:r>
              <a:rPr sz="825" b="0">
                <a:solidFill>
                  <a:srgbClr val="62758C"/>
                </a:solidFill>
                <a:latin typeface="Arial"/>
                <a:ea typeface="Microsoft YaHei"/>
              </a:rPr>
              <a:t>|</a:t>
            </a:r>
            <a:r>
              <a:rPr sz="825" b="0">
                <a:solidFill>
                  <a:srgbClr val="62758C"/>
                </a:solidFill>
                <a:latin typeface="Microsoft YaHei"/>
                <a:ea typeface="Microsoft YaHei"/>
              </a:rPr>
              <a:t>  </a:t>
            </a:r>
            <a:r>
              <a:rPr sz="825" b="0">
                <a:solidFill>
                  <a:srgbClr val="62758C"/>
                </a:solidFill>
                <a:latin typeface="Arial"/>
                <a:ea typeface="Microsoft YaHei"/>
              </a:rPr>
              <a:t>Cross-PC</a:t>
            </a:r>
            <a:r>
              <a:rPr sz="825" b="0">
                <a:solidFill>
                  <a:srgbClr val="62758C"/>
                </a:solidFill>
                <a:latin typeface="Microsoft YaHei"/>
                <a:ea typeface="Microsoft YaHei"/>
              </a:rPr>
              <a:t> </a:t>
            </a:r>
            <a:r>
              <a:rPr sz="825" b="0">
                <a:solidFill>
                  <a:srgbClr val="62758C"/>
                </a:solidFill>
                <a:latin typeface="Arial"/>
                <a:ea typeface="Microsoft YaHei"/>
              </a:rPr>
              <a:t>nonlinear</a:t>
            </a:r>
            <a:r>
              <a:rPr sz="825" b="0">
                <a:solidFill>
                  <a:srgbClr val="62758C"/>
                </a:solidFill>
                <a:latin typeface="Microsoft YaHei"/>
                <a:ea typeface="Microsoft YaHei"/>
              </a:rPr>
              <a:t> </a:t>
            </a:r>
            <a:r>
              <a:rPr sz="825" b="0">
                <a:solidFill>
                  <a:srgbClr val="62758C"/>
                </a:solidFill>
                <a:latin typeface="Arial"/>
                <a:ea typeface="Microsoft YaHei"/>
              </a:rPr>
              <a:t>Hall</a:t>
            </a:r>
            <a:r>
              <a:rPr sz="825" b="0">
                <a:solidFill>
                  <a:srgbClr val="62758C"/>
                </a:solidFill>
                <a:latin typeface="Microsoft YaHei"/>
                <a:ea typeface="Microsoft YaHei"/>
              </a:rPr>
              <a:t> </a:t>
            </a:r>
            <a:r>
              <a:rPr sz="825" b="0">
                <a:solidFill>
                  <a:srgbClr val="62758C"/>
                </a:solidFill>
                <a:latin typeface="Arial"/>
                <a:ea typeface="Microsoft YaHei"/>
              </a:rPr>
              <a:t>and</a:t>
            </a:r>
            <a:r>
              <a:rPr sz="825" b="0">
                <a:solidFill>
                  <a:srgbClr val="62758C"/>
                </a:solidFill>
                <a:latin typeface="Microsoft YaHei"/>
                <a:ea typeface="Microsoft YaHei"/>
              </a:rPr>
              <a:t> </a:t>
            </a:r>
            <a:r>
              <a:rPr sz="825" b="0">
                <a:solidFill>
                  <a:srgbClr val="62758C"/>
                </a:solidFill>
                <a:latin typeface="Arial"/>
                <a:ea typeface="Microsoft YaHei"/>
              </a:rPr>
              <a:t>BVPE</a:t>
            </a:r>
            <a:r>
              <a:rPr sz="825" b="0">
                <a:solidFill>
                  <a:srgbClr val="62758C"/>
                </a:solidFill>
                <a:latin typeface="Microsoft YaHei"/>
                <a:ea typeface="Microsoft YaHei"/>
              </a:rPr>
              <a:t> </a:t>
            </a:r>
            <a:r>
              <a:rPr sz="825" b="0">
                <a:solidFill>
                  <a:srgbClr val="62758C"/>
                </a:solidFill>
                <a:latin typeface="Arial"/>
                <a:ea typeface="Microsoft YaHei"/>
              </a:rPr>
              <a:t>measurement</a:t>
            </a:r>
            <a:r>
              <a:rPr sz="825" b="0">
                <a:solidFill>
                  <a:srgbClr val="62758C"/>
                </a:solidFill>
                <a:latin typeface="Microsoft YaHei"/>
                <a:ea typeface="Microsoft YaHei"/>
              </a:rPr>
              <a:t> </a:t>
            </a:r>
            <a:r>
              <a:rPr sz="825" b="0">
                <a:solidFill>
                  <a:srgbClr val="62758C"/>
                </a:solidFill>
                <a:latin typeface="Arial"/>
                <a:ea typeface="Microsoft YaHei"/>
              </a:rPr>
              <a:t>workflows</a:t>
            </a:r>
          </a:p>
        </p:txBody>
      </p:sp>
      <p:sp>
        <p:nvSpPr>
          <p:cNvPr id="55" name="TextBox 54"/>
          <p:cNvSpPr txBox="1"/>
          <p:nvPr/>
        </p:nvSpPr>
        <p:spPr>
          <a:xfrm>
            <a:off x="11348256" y="6600825"/>
            <a:ext cx="405593"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62758C"/>
                </a:solidFill>
                <a:latin typeface="Arial"/>
                <a:ea typeface="Microsoft YaHei"/>
              </a:rPr>
              <a:t>18/22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295275"/>
            <a:ext cx="1599102"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18</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USER</a:t>
            </a:r>
            <a:r>
              <a:rPr sz="975" b="1">
                <a:solidFill>
                  <a:srgbClr val="168D9D"/>
                </a:solidFill>
                <a:latin typeface="Microsoft YaHei"/>
                <a:ea typeface="Microsoft YaHei"/>
              </a:rPr>
              <a:t> </a:t>
            </a:r>
            <a:r>
              <a:rPr sz="975" b="1">
                <a:solidFill>
                  <a:srgbClr val="168D9D"/>
                </a:solidFill>
                <a:latin typeface="Arial"/>
                <a:ea typeface="Microsoft YaHei"/>
              </a:rPr>
              <a:t>WORKFLOW</a:t>
            </a:r>
          </a:p>
        </p:txBody>
      </p:sp>
      <p:sp>
        <p:nvSpPr>
          <p:cNvPr id="4" name="TextBox 3"/>
          <p:cNvSpPr txBox="1"/>
          <p:nvPr/>
        </p:nvSpPr>
        <p:spPr>
          <a:xfrm>
            <a:off x="514350" y="676275"/>
            <a:ext cx="10730712" cy="480059"/>
          </a:xfrm>
          <a:prstGeom prst="rect">
            <a:avLst/>
          </a:prstGeom>
          <a:noFill/>
        </p:spPr>
        <p:txBody>
          <a:bodyPr wrap="none" lIns="0" rIns="0" tIns="0" bIns="0">
            <a:spAutoFit/>
          </a:bodyPr>
          <a:lstStyle/>
          <a:p>
            <a:pPr>
              <a:lnSpc>
                <a:spcPts val="3645"/>
              </a:lnSpc>
              <a:spcBef>
                <a:spcPts val="0"/>
              </a:spcBef>
              <a:spcAft>
                <a:spcPts val="0"/>
              </a:spcAft>
            </a:pPr>
            <a:r>
              <a:rPr sz="2700" b="1">
                <a:solidFill>
                  <a:srgbClr val="11233E"/>
                </a:solidFill>
                <a:latin typeface="Arial"/>
                <a:ea typeface="Microsoft YaHei"/>
              </a:rPr>
              <a:t>Start</a:t>
            </a:r>
            <a:r>
              <a:rPr sz="2700" b="1">
                <a:solidFill>
                  <a:srgbClr val="11233E"/>
                </a:solidFill>
                <a:latin typeface="Microsoft YaHei"/>
                <a:ea typeface="Microsoft YaHei"/>
              </a:rPr>
              <a:t> </a:t>
            </a:r>
            <a:r>
              <a:rPr sz="2700" b="1">
                <a:solidFill>
                  <a:srgbClr val="11233E"/>
                </a:solidFill>
                <a:latin typeface="Arial"/>
                <a:ea typeface="Microsoft YaHei"/>
              </a:rPr>
              <a:t>from</a:t>
            </a:r>
            <a:r>
              <a:rPr sz="2700" b="1">
                <a:solidFill>
                  <a:srgbClr val="11233E"/>
                </a:solidFill>
                <a:latin typeface="Microsoft YaHei"/>
                <a:ea typeface="Microsoft YaHei"/>
              </a:rPr>
              <a:t> </a:t>
            </a:r>
            <a:r>
              <a:rPr sz="2700" b="1">
                <a:solidFill>
                  <a:srgbClr val="11233E"/>
                </a:solidFill>
                <a:latin typeface="Arial"/>
                <a:ea typeface="Microsoft YaHei"/>
              </a:rPr>
              <a:t>the</a:t>
            </a:r>
            <a:r>
              <a:rPr sz="2700" b="1">
                <a:solidFill>
                  <a:srgbClr val="11233E"/>
                </a:solidFill>
                <a:latin typeface="Microsoft YaHei"/>
                <a:ea typeface="Microsoft YaHei"/>
              </a:rPr>
              <a:t> </a:t>
            </a:r>
            <a:r>
              <a:rPr sz="2700" b="1">
                <a:solidFill>
                  <a:srgbClr val="11233E"/>
                </a:solidFill>
                <a:latin typeface="Arial"/>
                <a:ea typeface="Microsoft YaHei"/>
              </a:rPr>
              <a:t>research</a:t>
            </a:r>
            <a:r>
              <a:rPr sz="2700" b="1">
                <a:solidFill>
                  <a:srgbClr val="11233E"/>
                </a:solidFill>
                <a:latin typeface="Microsoft YaHei"/>
                <a:ea typeface="Microsoft YaHei"/>
              </a:rPr>
              <a:t> </a:t>
            </a:r>
            <a:r>
              <a:rPr sz="2700" b="1">
                <a:solidFill>
                  <a:srgbClr val="11233E"/>
                </a:solidFill>
                <a:latin typeface="Arial"/>
                <a:ea typeface="Microsoft YaHei"/>
              </a:rPr>
              <a:t>objective,</a:t>
            </a:r>
            <a:r>
              <a:rPr sz="2700" b="1">
                <a:solidFill>
                  <a:srgbClr val="11233E"/>
                </a:solidFill>
                <a:latin typeface="Microsoft YaHei"/>
                <a:ea typeface="Microsoft YaHei"/>
              </a:rPr>
              <a:t> </a:t>
            </a:r>
            <a:r>
              <a:rPr sz="2700" b="1">
                <a:solidFill>
                  <a:srgbClr val="11233E"/>
                </a:solidFill>
                <a:latin typeface="Arial"/>
                <a:ea typeface="Microsoft YaHei"/>
              </a:rPr>
              <a:t>not</a:t>
            </a:r>
            <a:r>
              <a:rPr sz="2700" b="1">
                <a:solidFill>
                  <a:srgbClr val="11233E"/>
                </a:solidFill>
                <a:latin typeface="Microsoft YaHei"/>
                <a:ea typeface="Microsoft YaHei"/>
              </a:rPr>
              <a:t> </a:t>
            </a:r>
            <a:r>
              <a:rPr sz="2700" b="1">
                <a:solidFill>
                  <a:srgbClr val="11233E"/>
                </a:solidFill>
                <a:latin typeface="Arial"/>
                <a:ea typeface="Microsoft YaHei"/>
              </a:rPr>
              <a:t>a</a:t>
            </a:r>
            <a:r>
              <a:rPr sz="2700" b="1">
                <a:solidFill>
                  <a:srgbClr val="11233E"/>
                </a:solidFill>
                <a:latin typeface="Microsoft YaHei"/>
                <a:ea typeface="Microsoft YaHei"/>
              </a:rPr>
              <a:t> </a:t>
            </a:r>
            <a:r>
              <a:rPr sz="2700" b="1">
                <a:solidFill>
                  <a:srgbClr val="11233E"/>
                </a:solidFill>
                <a:latin typeface="Arial"/>
                <a:ea typeface="Microsoft YaHei"/>
              </a:rPr>
              <a:t>remote</a:t>
            </a:r>
            <a:r>
              <a:rPr sz="2700" b="1">
                <a:solidFill>
                  <a:srgbClr val="11233E"/>
                </a:solidFill>
                <a:latin typeface="Microsoft YaHei"/>
                <a:ea typeface="Microsoft YaHei"/>
              </a:rPr>
              <a:t> </a:t>
            </a:r>
            <a:r>
              <a:rPr sz="2700" b="1">
                <a:solidFill>
                  <a:srgbClr val="11233E"/>
                </a:solidFill>
                <a:latin typeface="Arial"/>
                <a:ea typeface="Microsoft YaHei"/>
              </a:rPr>
              <a:t>desktop</a:t>
            </a:r>
          </a:p>
        </p:txBody>
      </p:sp>
      <p:sp>
        <p:nvSpPr>
          <p:cNvPr id="5" name="TextBox 4"/>
          <p:cNvSpPr txBox="1"/>
          <p:nvPr/>
        </p:nvSpPr>
        <p:spPr>
          <a:xfrm>
            <a:off x="533400" y="1247775"/>
            <a:ext cx="10092123"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62758C"/>
                </a:solidFill>
                <a:latin typeface="Arial"/>
                <a:ea typeface="Microsoft YaHei"/>
              </a:rPr>
              <a:t>Device</a:t>
            </a:r>
            <a:r>
              <a:rPr sz="1425" b="0">
                <a:solidFill>
                  <a:srgbClr val="62758C"/>
                </a:solidFill>
                <a:latin typeface="Microsoft YaHei"/>
                <a:ea typeface="Microsoft YaHei"/>
              </a:rPr>
              <a:t> </a:t>
            </a:r>
            <a:r>
              <a:rPr sz="1425" b="0">
                <a:solidFill>
                  <a:srgbClr val="62758C"/>
                </a:solidFill>
                <a:latin typeface="Arial"/>
                <a:ea typeface="Microsoft YaHei"/>
              </a:rPr>
              <a:t>configuration</a:t>
            </a:r>
            <a:r>
              <a:rPr sz="1425" b="0">
                <a:solidFill>
                  <a:srgbClr val="62758C"/>
                </a:solidFill>
                <a:latin typeface="Microsoft YaHei"/>
                <a:ea typeface="Microsoft YaHei"/>
              </a:rPr>
              <a:t> </a:t>
            </a:r>
            <a:r>
              <a:rPr sz="1425" b="0">
                <a:solidFill>
                  <a:srgbClr val="62758C"/>
                </a:solidFill>
                <a:latin typeface="Arial"/>
                <a:ea typeface="Microsoft YaHei"/>
              </a:rPr>
              <a:t>is</a:t>
            </a:r>
            <a:r>
              <a:rPr sz="1425" b="0">
                <a:solidFill>
                  <a:srgbClr val="62758C"/>
                </a:solidFill>
                <a:latin typeface="Microsoft YaHei"/>
                <a:ea typeface="Microsoft YaHei"/>
              </a:rPr>
              <a:t> </a:t>
            </a:r>
            <a:r>
              <a:rPr sz="1425" b="0">
                <a:solidFill>
                  <a:srgbClr val="62758C"/>
                </a:solidFill>
                <a:latin typeface="Arial"/>
                <a:ea typeface="Microsoft YaHei"/>
              </a:rPr>
              <a:t>reusable;</a:t>
            </a:r>
            <a:r>
              <a:rPr sz="1425" b="0">
                <a:solidFill>
                  <a:srgbClr val="62758C"/>
                </a:solidFill>
                <a:latin typeface="Microsoft YaHei"/>
                <a:ea typeface="Microsoft YaHei"/>
              </a:rPr>
              <a:t> </a:t>
            </a:r>
            <a:r>
              <a:rPr sz="1425" b="0">
                <a:solidFill>
                  <a:srgbClr val="62758C"/>
                </a:solidFill>
                <a:latin typeface="Arial"/>
                <a:ea typeface="Microsoft YaHei"/>
              </a:rPr>
              <a:t>each</a:t>
            </a:r>
            <a:r>
              <a:rPr sz="1425" b="0">
                <a:solidFill>
                  <a:srgbClr val="62758C"/>
                </a:solidFill>
                <a:latin typeface="Microsoft YaHei"/>
                <a:ea typeface="Microsoft YaHei"/>
              </a:rPr>
              <a:t> </a:t>
            </a:r>
            <a:r>
              <a:rPr sz="1425" b="0">
                <a:solidFill>
                  <a:srgbClr val="62758C"/>
                </a:solidFill>
                <a:latin typeface="Arial"/>
                <a:ea typeface="Microsoft YaHei"/>
              </a:rPr>
              <a:t>experiment</a:t>
            </a:r>
            <a:r>
              <a:rPr sz="1425" b="0">
                <a:solidFill>
                  <a:srgbClr val="62758C"/>
                </a:solidFill>
                <a:latin typeface="Microsoft YaHei"/>
                <a:ea typeface="Microsoft YaHei"/>
              </a:rPr>
              <a:t> </a:t>
            </a:r>
            <a:r>
              <a:rPr sz="1425" b="0">
                <a:solidFill>
                  <a:srgbClr val="62758C"/>
                </a:solidFill>
                <a:latin typeface="Arial"/>
                <a:ea typeface="Microsoft YaHei"/>
              </a:rPr>
              <a:t>supplies</a:t>
            </a:r>
            <a:r>
              <a:rPr sz="1425" b="0">
                <a:solidFill>
                  <a:srgbClr val="62758C"/>
                </a:solidFill>
                <a:latin typeface="Microsoft YaHei"/>
                <a:ea typeface="Microsoft YaHei"/>
              </a:rPr>
              <a:t> </a:t>
            </a:r>
            <a:r>
              <a:rPr sz="1425" b="0">
                <a:solidFill>
                  <a:srgbClr val="62758C"/>
                </a:solidFill>
                <a:latin typeface="Arial"/>
                <a:ea typeface="Microsoft YaHei"/>
              </a:rPr>
              <a:t>a</a:t>
            </a:r>
            <a:r>
              <a:rPr sz="1425" b="0">
                <a:solidFill>
                  <a:srgbClr val="62758C"/>
                </a:solidFill>
                <a:latin typeface="Microsoft YaHei"/>
                <a:ea typeface="Microsoft YaHei"/>
              </a:rPr>
              <a:t> </a:t>
            </a:r>
            <a:r>
              <a:rPr sz="1425" b="0">
                <a:solidFill>
                  <a:srgbClr val="62758C"/>
                </a:solidFill>
                <a:latin typeface="Arial"/>
                <a:ea typeface="Microsoft YaHei"/>
              </a:rPr>
              <a:t>sample,</a:t>
            </a:r>
            <a:r>
              <a:rPr sz="1425" b="0">
                <a:solidFill>
                  <a:srgbClr val="62758C"/>
                </a:solidFill>
                <a:latin typeface="Microsoft YaHei"/>
                <a:ea typeface="Microsoft YaHei"/>
              </a:rPr>
              <a:t> </a:t>
            </a:r>
            <a:r>
              <a:rPr sz="1425" b="0">
                <a:solidFill>
                  <a:srgbClr val="62758C"/>
                </a:solidFill>
                <a:latin typeface="Arial"/>
                <a:ea typeface="Microsoft YaHei"/>
              </a:rPr>
              <a:t>variables,</a:t>
            </a:r>
            <a:r>
              <a:rPr sz="1425" b="0">
                <a:solidFill>
                  <a:srgbClr val="62758C"/>
                </a:solidFill>
                <a:latin typeface="Microsoft YaHei"/>
                <a:ea typeface="Microsoft YaHei"/>
              </a:rPr>
              <a:t> </a:t>
            </a:r>
            <a:r>
              <a:rPr sz="1425" b="0">
                <a:solidFill>
                  <a:srgbClr val="62758C"/>
                </a:solidFill>
                <a:latin typeface="Arial"/>
                <a:ea typeface="Microsoft YaHei"/>
              </a:rPr>
              <a:t>controls</a:t>
            </a:r>
            <a:r>
              <a:rPr sz="1425" b="0">
                <a:solidFill>
                  <a:srgbClr val="62758C"/>
                </a:solidFill>
                <a:latin typeface="Microsoft YaHei"/>
                <a:ea typeface="Microsoft YaHei"/>
              </a:rPr>
              <a:t> </a:t>
            </a:r>
            <a:r>
              <a:rPr sz="1425" b="0">
                <a:solidFill>
                  <a:srgbClr val="62758C"/>
                </a:solidFill>
                <a:latin typeface="Arial"/>
                <a:ea typeface="Microsoft YaHei"/>
              </a:rPr>
              <a:t>and</a:t>
            </a:r>
            <a:r>
              <a:rPr sz="1425" b="0">
                <a:solidFill>
                  <a:srgbClr val="62758C"/>
                </a:solidFill>
                <a:latin typeface="Microsoft YaHei"/>
                <a:ea typeface="Microsoft YaHei"/>
              </a:rPr>
              <a:t> </a:t>
            </a:r>
            <a:r>
              <a:rPr sz="1425" b="0">
                <a:solidFill>
                  <a:srgbClr val="62758C"/>
                </a:solidFill>
                <a:latin typeface="Arial"/>
                <a:ea typeface="Microsoft YaHei"/>
              </a:rPr>
              <a:t>operating</a:t>
            </a:r>
            <a:r>
              <a:rPr sz="1425" b="0">
                <a:solidFill>
                  <a:srgbClr val="62758C"/>
                </a:solidFill>
                <a:latin typeface="Microsoft YaHei"/>
                <a:ea typeface="Microsoft YaHei"/>
              </a:rPr>
              <a:t> </a:t>
            </a:r>
            <a:r>
              <a:rPr sz="1425" b="0">
                <a:solidFill>
                  <a:srgbClr val="62758C"/>
                </a:solidFill>
                <a:latin typeface="Arial"/>
                <a:ea typeface="Microsoft YaHei"/>
              </a:rPr>
              <a:t>bounds.</a:t>
            </a:r>
          </a:p>
        </p:txBody>
      </p:sp>
      <p:sp>
        <p:nvSpPr>
          <p:cNvPr id="6" name="Rounded Rectangle 5"/>
          <p:cNvSpPr/>
          <p:nvPr/>
        </p:nvSpPr>
        <p:spPr>
          <a:xfrm>
            <a:off x="514350" y="1885950"/>
            <a:ext cx="11163300" cy="1019175"/>
          </a:xfrm>
          <a:prstGeom prst="roundRect">
            <a:avLst>
              <a:gd name="adj" fmla="val 11214"/>
            </a:avLst>
          </a:prstGeom>
          <a:solidFill>
            <a:srgbClr val="F1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3425" y="2066925"/>
            <a:ext cx="10341503" cy="333375"/>
          </a:xfrm>
          <a:prstGeom prst="rect">
            <a:avLst/>
          </a:prstGeom>
          <a:noFill/>
        </p:spPr>
        <p:txBody>
          <a:bodyPr wrap="none" lIns="0" rIns="0" tIns="0" bIns="0">
            <a:spAutoFit/>
          </a:bodyPr>
          <a:lstStyle/>
          <a:p>
            <a:pPr>
              <a:lnSpc>
                <a:spcPts val="2531"/>
              </a:lnSpc>
              <a:spcBef>
                <a:spcPts val="0"/>
              </a:spcBef>
              <a:spcAft>
                <a:spcPts val="0"/>
              </a:spcAft>
            </a:pPr>
            <a:r>
              <a:rPr sz="1875" b="1">
                <a:solidFill>
                  <a:srgbClr val="7653CF"/>
                </a:solidFill>
                <a:latin typeface="Arial"/>
                <a:ea typeface="Microsoft YaHei"/>
              </a:rPr>
              <a:t>"Map</a:t>
            </a:r>
            <a:r>
              <a:rPr sz="1875" b="1">
                <a:solidFill>
                  <a:srgbClr val="7653CF"/>
                </a:solidFill>
                <a:latin typeface="Microsoft YaHei"/>
                <a:ea typeface="Microsoft YaHei"/>
              </a:rPr>
              <a:t> </a:t>
            </a:r>
            <a:r>
              <a:rPr sz="1875" b="1">
                <a:solidFill>
                  <a:srgbClr val="7653CF"/>
                </a:solidFill>
                <a:latin typeface="Arial"/>
                <a:ea typeface="Microsoft YaHei"/>
              </a:rPr>
              <a:t>dark</a:t>
            </a:r>
            <a:r>
              <a:rPr sz="1875" b="1">
                <a:solidFill>
                  <a:srgbClr val="7653CF"/>
                </a:solidFill>
                <a:latin typeface="Microsoft YaHei"/>
                <a:ea typeface="Microsoft YaHei"/>
              </a:rPr>
              <a:t> </a:t>
            </a:r>
            <a:r>
              <a:rPr sz="1875" b="1">
                <a:solidFill>
                  <a:srgbClr val="7653CF"/>
                </a:solidFill>
                <a:latin typeface="Arial"/>
                <a:ea typeface="Microsoft YaHei"/>
              </a:rPr>
              <a:t>nonlinear</a:t>
            </a:r>
            <a:r>
              <a:rPr sz="1875" b="1">
                <a:solidFill>
                  <a:srgbClr val="7653CF"/>
                </a:solidFill>
                <a:latin typeface="Microsoft YaHei"/>
                <a:ea typeface="Microsoft YaHei"/>
              </a:rPr>
              <a:t> </a:t>
            </a:r>
            <a:r>
              <a:rPr sz="1875" b="1">
                <a:solidFill>
                  <a:srgbClr val="7653CF"/>
                </a:solidFill>
                <a:latin typeface="Arial"/>
                <a:ea typeface="Microsoft YaHei"/>
              </a:rPr>
              <a:t>Hall</a:t>
            </a:r>
            <a:r>
              <a:rPr sz="1875" b="1">
                <a:solidFill>
                  <a:srgbClr val="7653CF"/>
                </a:solidFill>
                <a:latin typeface="Microsoft YaHei"/>
                <a:ea typeface="Microsoft YaHei"/>
              </a:rPr>
              <a:t> </a:t>
            </a:r>
            <a:r>
              <a:rPr sz="1875" b="1">
                <a:solidFill>
                  <a:srgbClr val="7653CF"/>
                </a:solidFill>
                <a:latin typeface="Arial"/>
                <a:ea typeface="Microsoft YaHei"/>
              </a:rPr>
              <a:t>versus</a:t>
            </a:r>
            <a:r>
              <a:rPr sz="1875" b="1">
                <a:solidFill>
                  <a:srgbClr val="7653CF"/>
                </a:solidFill>
                <a:latin typeface="Microsoft YaHei"/>
                <a:ea typeface="Microsoft YaHei"/>
              </a:rPr>
              <a:t> </a:t>
            </a:r>
            <a:r>
              <a:rPr sz="1875" b="1">
                <a:solidFill>
                  <a:srgbClr val="7653CF"/>
                </a:solidFill>
                <a:latin typeface="Arial"/>
                <a:ea typeface="Microsoft YaHei"/>
              </a:rPr>
              <a:t>T,</a:t>
            </a:r>
            <a:r>
              <a:rPr sz="1875" b="1">
                <a:solidFill>
                  <a:srgbClr val="7653CF"/>
                </a:solidFill>
                <a:latin typeface="Microsoft YaHei"/>
                <a:ea typeface="Microsoft YaHei"/>
              </a:rPr>
              <a:t> </a:t>
            </a:r>
            <a:r>
              <a:rPr sz="1875" b="1">
                <a:solidFill>
                  <a:srgbClr val="7653CF"/>
                </a:solidFill>
                <a:latin typeface="Arial"/>
                <a:ea typeface="Microsoft YaHei"/>
              </a:rPr>
              <a:t>B</a:t>
            </a:r>
            <a:r>
              <a:rPr sz="1875" b="1">
                <a:solidFill>
                  <a:srgbClr val="7653CF"/>
                </a:solidFill>
                <a:latin typeface="Microsoft YaHei"/>
                <a:ea typeface="Microsoft YaHei"/>
              </a:rPr>
              <a:t> </a:t>
            </a:r>
            <a:r>
              <a:rPr sz="1875" b="1">
                <a:solidFill>
                  <a:srgbClr val="7653CF"/>
                </a:solidFill>
                <a:latin typeface="Arial"/>
                <a:ea typeface="Microsoft YaHei"/>
              </a:rPr>
              <a:t>and</a:t>
            </a:r>
            <a:r>
              <a:rPr sz="1875" b="1">
                <a:solidFill>
                  <a:srgbClr val="7653CF"/>
                </a:solidFill>
                <a:latin typeface="Microsoft YaHei"/>
                <a:ea typeface="Microsoft YaHei"/>
              </a:rPr>
              <a:t> </a:t>
            </a:r>
            <a:r>
              <a:rPr sz="1875" b="1">
                <a:solidFill>
                  <a:srgbClr val="7653CF"/>
                </a:solidFill>
                <a:latin typeface="Arial"/>
                <a:ea typeface="Microsoft YaHei"/>
              </a:rPr>
              <a:t>Vg;</a:t>
            </a:r>
            <a:r>
              <a:rPr sz="1875" b="1">
                <a:solidFill>
                  <a:srgbClr val="7653CF"/>
                </a:solidFill>
                <a:latin typeface="Microsoft YaHei"/>
                <a:ea typeface="Microsoft YaHei"/>
              </a:rPr>
              <a:t> </a:t>
            </a:r>
            <a:r>
              <a:rPr sz="1875" b="1">
                <a:solidFill>
                  <a:srgbClr val="7653CF"/>
                </a:solidFill>
                <a:latin typeface="Arial"/>
                <a:ea typeface="Microsoft YaHei"/>
              </a:rPr>
              <a:t>then</a:t>
            </a:r>
            <a:r>
              <a:rPr sz="1875" b="1">
                <a:solidFill>
                  <a:srgbClr val="7653CF"/>
                </a:solidFill>
                <a:latin typeface="Microsoft YaHei"/>
                <a:ea typeface="Microsoft YaHei"/>
              </a:rPr>
              <a:t> </a:t>
            </a:r>
            <a:r>
              <a:rPr sz="1875" b="1">
                <a:solidFill>
                  <a:srgbClr val="7653CF"/>
                </a:solidFill>
                <a:latin typeface="Arial"/>
                <a:ea typeface="Microsoft YaHei"/>
              </a:rPr>
              <a:t>measure</a:t>
            </a:r>
            <a:r>
              <a:rPr sz="1875" b="1">
                <a:solidFill>
                  <a:srgbClr val="7653CF"/>
                </a:solidFill>
                <a:latin typeface="Microsoft YaHei"/>
                <a:ea typeface="Microsoft YaHei"/>
              </a:rPr>
              <a:t> </a:t>
            </a:r>
            <a:r>
              <a:rPr sz="1875" b="1">
                <a:solidFill>
                  <a:srgbClr val="7653CF"/>
                </a:solidFill>
                <a:latin typeface="Arial"/>
                <a:ea typeface="Microsoft YaHei"/>
              </a:rPr>
              <a:t>730</a:t>
            </a:r>
            <a:r>
              <a:rPr sz="1875" b="1">
                <a:solidFill>
                  <a:srgbClr val="7653CF"/>
                </a:solidFill>
                <a:latin typeface="Microsoft YaHei"/>
                <a:ea typeface="Microsoft YaHei"/>
              </a:rPr>
              <a:t> </a:t>
            </a:r>
            <a:r>
              <a:rPr sz="1875" b="1">
                <a:solidFill>
                  <a:srgbClr val="7653CF"/>
                </a:solidFill>
                <a:latin typeface="Arial"/>
                <a:ea typeface="Microsoft YaHei"/>
              </a:rPr>
              <a:t>nm</a:t>
            </a:r>
            <a:r>
              <a:rPr sz="1875" b="1">
                <a:solidFill>
                  <a:srgbClr val="7653CF"/>
                </a:solidFill>
                <a:latin typeface="Microsoft YaHei"/>
                <a:ea typeface="Microsoft YaHei"/>
              </a:rPr>
              <a:t> </a:t>
            </a:r>
            <a:r>
              <a:rPr sz="1875" b="1">
                <a:solidFill>
                  <a:srgbClr val="7653CF"/>
                </a:solidFill>
                <a:latin typeface="Arial"/>
                <a:ea typeface="Microsoft YaHei"/>
              </a:rPr>
              <a:t>power</a:t>
            </a:r>
            <a:r>
              <a:rPr sz="1875" b="1">
                <a:solidFill>
                  <a:srgbClr val="7653CF"/>
                </a:solidFill>
                <a:latin typeface="Microsoft YaHei"/>
                <a:ea typeface="Microsoft YaHei"/>
              </a:rPr>
              <a:t> </a:t>
            </a:r>
            <a:r>
              <a:rPr sz="1875" b="1">
                <a:solidFill>
                  <a:srgbClr val="7653CF"/>
                </a:solidFill>
                <a:latin typeface="Arial"/>
                <a:ea typeface="Microsoft YaHei"/>
              </a:rPr>
              <a:t>and</a:t>
            </a:r>
          </a:p>
        </p:txBody>
      </p:sp>
      <p:sp>
        <p:nvSpPr>
          <p:cNvPr id="8" name="TextBox 7"/>
          <p:cNvSpPr txBox="1"/>
          <p:nvPr/>
        </p:nvSpPr>
        <p:spPr>
          <a:xfrm>
            <a:off x="733425" y="2388393"/>
            <a:ext cx="9292149" cy="333375"/>
          </a:xfrm>
          <a:prstGeom prst="rect">
            <a:avLst/>
          </a:prstGeom>
          <a:noFill/>
        </p:spPr>
        <p:txBody>
          <a:bodyPr wrap="none" lIns="0" rIns="0" tIns="0" bIns="0">
            <a:spAutoFit/>
          </a:bodyPr>
          <a:lstStyle/>
          <a:p>
            <a:pPr>
              <a:lnSpc>
                <a:spcPts val="2531"/>
              </a:lnSpc>
              <a:spcBef>
                <a:spcPts val="0"/>
              </a:spcBef>
              <a:spcAft>
                <a:spcPts val="0"/>
              </a:spcAft>
            </a:pPr>
            <a:r>
              <a:rPr sz="1875" b="1">
                <a:solidFill>
                  <a:srgbClr val="7653CF"/>
                </a:solidFill>
                <a:latin typeface="Arial"/>
                <a:ea typeface="Microsoft YaHei"/>
              </a:rPr>
              <a:t>polarization</a:t>
            </a:r>
            <a:r>
              <a:rPr sz="1875" b="1">
                <a:solidFill>
                  <a:srgbClr val="7653CF"/>
                </a:solidFill>
                <a:latin typeface="Microsoft YaHei"/>
                <a:ea typeface="Microsoft YaHei"/>
              </a:rPr>
              <a:t> </a:t>
            </a:r>
            <a:r>
              <a:rPr sz="1875" b="1">
                <a:solidFill>
                  <a:srgbClr val="7653CF"/>
                </a:solidFill>
                <a:latin typeface="Arial"/>
                <a:ea typeface="Microsoft YaHei"/>
              </a:rPr>
              <a:t>dependence</a:t>
            </a:r>
            <a:r>
              <a:rPr sz="1875" b="1">
                <a:solidFill>
                  <a:srgbClr val="7653CF"/>
                </a:solidFill>
                <a:latin typeface="Microsoft YaHei"/>
                <a:ea typeface="Microsoft YaHei"/>
              </a:rPr>
              <a:t> </a:t>
            </a:r>
            <a:r>
              <a:rPr sz="1875" b="1">
                <a:solidFill>
                  <a:srgbClr val="7653CF"/>
                </a:solidFill>
                <a:latin typeface="Arial"/>
                <a:ea typeface="Microsoft YaHei"/>
              </a:rPr>
              <a:t>at</a:t>
            </a:r>
            <a:r>
              <a:rPr sz="1875" b="1">
                <a:solidFill>
                  <a:srgbClr val="7653CF"/>
                </a:solidFill>
                <a:latin typeface="Microsoft YaHei"/>
                <a:ea typeface="Microsoft YaHei"/>
              </a:rPr>
              <a:t> </a:t>
            </a:r>
            <a:r>
              <a:rPr sz="1875" b="1">
                <a:solidFill>
                  <a:srgbClr val="7653CF"/>
                </a:solidFill>
                <a:latin typeface="Arial"/>
                <a:ea typeface="Microsoft YaHei"/>
              </a:rPr>
              <a:t>matching</a:t>
            </a:r>
            <a:r>
              <a:rPr sz="1875" b="1">
                <a:solidFill>
                  <a:srgbClr val="7653CF"/>
                </a:solidFill>
                <a:latin typeface="Microsoft YaHei"/>
                <a:ea typeface="Microsoft YaHei"/>
              </a:rPr>
              <a:t> </a:t>
            </a:r>
            <a:r>
              <a:rPr sz="1875" b="1">
                <a:solidFill>
                  <a:srgbClr val="7653CF"/>
                </a:solidFill>
                <a:latin typeface="Arial"/>
                <a:ea typeface="Microsoft YaHei"/>
              </a:rPr>
              <a:t>states,</a:t>
            </a:r>
            <a:r>
              <a:rPr sz="1875" b="1">
                <a:solidFill>
                  <a:srgbClr val="7653CF"/>
                </a:solidFill>
                <a:latin typeface="Microsoft YaHei"/>
                <a:ea typeface="Microsoft YaHei"/>
              </a:rPr>
              <a:t> </a:t>
            </a:r>
            <a:r>
              <a:rPr sz="1875" b="1">
                <a:solidFill>
                  <a:srgbClr val="7653CF"/>
                </a:solidFill>
                <a:latin typeface="Arial"/>
                <a:ea typeface="Microsoft YaHei"/>
              </a:rPr>
              <a:t>with</a:t>
            </a:r>
            <a:r>
              <a:rPr sz="1875" b="1">
                <a:solidFill>
                  <a:srgbClr val="7653CF"/>
                </a:solidFill>
                <a:latin typeface="Microsoft YaHei"/>
                <a:ea typeface="Microsoft YaHei"/>
              </a:rPr>
              <a:t> </a:t>
            </a:r>
            <a:r>
              <a:rPr sz="1875" b="1">
                <a:solidFill>
                  <a:srgbClr val="7653CF"/>
                </a:solidFill>
                <a:latin typeface="Arial"/>
                <a:ea typeface="Microsoft YaHei"/>
              </a:rPr>
              <a:t>return</a:t>
            </a:r>
            <a:r>
              <a:rPr sz="1875" b="1">
                <a:solidFill>
                  <a:srgbClr val="7653CF"/>
                </a:solidFill>
                <a:latin typeface="Microsoft YaHei"/>
                <a:ea typeface="Microsoft YaHei"/>
              </a:rPr>
              <a:t> </a:t>
            </a:r>
            <a:r>
              <a:rPr sz="1875" b="1">
                <a:solidFill>
                  <a:srgbClr val="7653CF"/>
                </a:solidFill>
                <a:latin typeface="Arial"/>
                <a:ea typeface="Microsoft YaHei"/>
              </a:rPr>
              <a:t>references."</a:t>
            </a:r>
          </a:p>
        </p:txBody>
      </p:sp>
      <p:sp>
        <p:nvSpPr>
          <p:cNvPr id="9" name="Rounded Rectangle 8"/>
          <p:cNvSpPr/>
          <p:nvPr/>
        </p:nvSpPr>
        <p:spPr>
          <a:xfrm>
            <a:off x="514350" y="3371850"/>
            <a:ext cx="2095500" cy="1152525"/>
          </a:xfrm>
          <a:prstGeom prst="roundRect">
            <a:avLst>
              <a:gd name="adj" fmla="val 8264"/>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5059" y="3495675"/>
            <a:ext cx="1950280" cy="253365"/>
          </a:xfrm>
          <a:prstGeom prst="rect">
            <a:avLst/>
          </a:prstGeom>
          <a:noFill/>
        </p:spPr>
        <p:txBody>
          <a:bodyPr wrap="none" lIns="0" rIns="0" tIns="0" bIns="0">
            <a:spAutoFit/>
          </a:bodyPr>
          <a:lstStyle/>
          <a:p>
            <a:pPr>
              <a:lnSpc>
                <a:spcPts val="1923"/>
              </a:lnSpc>
              <a:spcBef>
                <a:spcPts val="0"/>
              </a:spcBef>
              <a:spcAft>
                <a:spcPts val="0"/>
              </a:spcAft>
            </a:pPr>
            <a:r>
              <a:rPr sz="1425" b="1">
                <a:solidFill>
                  <a:srgbClr val="168D9D"/>
                </a:solidFill>
                <a:latin typeface="Arial"/>
                <a:ea typeface="Microsoft YaHei"/>
              </a:rPr>
              <a:t>Describe</a:t>
            </a:r>
            <a:r>
              <a:rPr sz="1425" b="1">
                <a:solidFill>
                  <a:srgbClr val="168D9D"/>
                </a:solidFill>
                <a:latin typeface="Microsoft YaHei"/>
                <a:ea typeface="Microsoft YaHei"/>
              </a:rPr>
              <a:t> </a:t>
            </a:r>
            <a:r>
              <a:rPr sz="1425" b="1">
                <a:solidFill>
                  <a:srgbClr val="168D9D"/>
                </a:solidFill>
                <a:latin typeface="Arial"/>
                <a:ea typeface="Microsoft YaHei"/>
              </a:rPr>
              <a:t>objective</a:t>
            </a:r>
          </a:p>
        </p:txBody>
      </p:sp>
      <p:sp>
        <p:nvSpPr>
          <p:cNvPr id="11" name="TextBox 10"/>
          <p:cNvSpPr txBox="1"/>
          <p:nvPr/>
        </p:nvSpPr>
        <p:spPr>
          <a:xfrm>
            <a:off x="843446" y="3794283"/>
            <a:ext cx="1513507"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Sample</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question</a:t>
            </a:r>
          </a:p>
        </p:txBody>
      </p:sp>
      <p:cxnSp>
        <p:nvCxnSpPr>
          <p:cNvPr id="12" name="Connector 11"/>
          <p:cNvCxnSpPr/>
          <p:nvPr/>
        </p:nvCxnSpPr>
        <p:spPr>
          <a:xfrm>
            <a:off x="2609850" y="3948112"/>
            <a:ext cx="152400" cy="0"/>
          </a:xfrm>
          <a:prstGeom prst="line">
            <a:avLst/>
          </a:prstGeom>
          <a:ln w="20955">
            <a:solidFill>
              <a:srgbClr val="168D9D"/>
            </a:solidFill>
          </a:ln>
        </p:spPr>
        <p:style>
          <a:lnRef idx="2">
            <a:schemeClr val="accent1"/>
          </a:lnRef>
          <a:fillRef idx="0">
            <a:schemeClr val="accent1"/>
          </a:fillRef>
          <a:effectRef idx="1">
            <a:schemeClr val="accent1"/>
          </a:effectRef>
          <a:fontRef idx="minor">
            <a:schemeClr val="tx1"/>
          </a:fontRef>
        </p:style>
      </p:cxnSp>
      <p:sp>
        <p:nvSpPr>
          <p:cNvPr id="13" name="Freeform 12"/>
          <p:cNvSpPr/>
          <p:nvPr/>
        </p:nvSpPr>
        <p:spPr>
          <a:xfrm>
            <a:off x="2705100" y="3924300"/>
            <a:ext cx="63500" cy="50800"/>
          </a:xfrm>
          <a:custGeom>
            <a:avLst/>
            <a:gdLst/>
            <a:ahLst/>
            <a:cxnLst/>
            <a:rect l="l" t="t" r="r" b="b"/>
            <a:pathLst>
              <a:path w="5" h="4">
                <a:moveTo>
                  <a:pt x="5" y="2"/>
                </a:moveTo>
                <a:lnTo>
                  <a:pt x="0" y="0"/>
                </a:lnTo>
                <a:lnTo>
                  <a:pt x="0" y="4"/>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781300" y="3371850"/>
            <a:ext cx="2095500" cy="1152525"/>
          </a:xfrm>
          <a:prstGeom prst="roundRect">
            <a:avLst>
              <a:gd name="adj" fmla="val 8264"/>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38228" y="3495675"/>
            <a:ext cx="1657842"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Prepare</a:t>
            </a:r>
            <a:r>
              <a:rPr sz="1575" b="1">
                <a:solidFill>
                  <a:srgbClr val="168D9D"/>
                </a:solidFill>
                <a:latin typeface="Microsoft YaHei"/>
                <a:ea typeface="Microsoft YaHei"/>
              </a:rPr>
              <a:t> </a:t>
            </a:r>
            <a:r>
              <a:rPr sz="1575" b="1">
                <a:solidFill>
                  <a:srgbClr val="168D9D"/>
                </a:solidFill>
                <a:latin typeface="Arial"/>
                <a:ea typeface="Microsoft YaHei"/>
              </a:rPr>
              <a:t>setup</a:t>
            </a:r>
          </a:p>
        </p:txBody>
      </p:sp>
      <p:sp>
        <p:nvSpPr>
          <p:cNvPr id="16" name="TextBox 15"/>
          <p:cNvSpPr txBox="1"/>
          <p:nvPr/>
        </p:nvSpPr>
        <p:spPr>
          <a:xfrm>
            <a:off x="3098415" y="3794283"/>
            <a:ext cx="1537468"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Resources</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wiring</a:t>
            </a:r>
          </a:p>
        </p:txBody>
      </p:sp>
      <p:cxnSp>
        <p:nvCxnSpPr>
          <p:cNvPr id="17" name="Connector 16"/>
          <p:cNvCxnSpPr/>
          <p:nvPr/>
        </p:nvCxnSpPr>
        <p:spPr>
          <a:xfrm>
            <a:off x="4876800" y="3948112"/>
            <a:ext cx="152400" cy="0"/>
          </a:xfrm>
          <a:prstGeom prst="line">
            <a:avLst/>
          </a:prstGeom>
          <a:ln w="20955">
            <a:solidFill>
              <a:srgbClr val="168D9D"/>
            </a:solidFill>
          </a:ln>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4978400" y="3924300"/>
            <a:ext cx="50800" cy="50800"/>
          </a:xfrm>
          <a:custGeom>
            <a:avLst/>
            <a:gdLst/>
            <a:ahLst/>
            <a:cxnLst/>
            <a:rect l="l" t="t" r="r" b="b"/>
            <a:pathLst>
              <a:path w="4" h="4">
                <a:moveTo>
                  <a:pt x="4" y="2"/>
                </a:moveTo>
                <a:lnTo>
                  <a:pt x="0" y="0"/>
                </a:lnTo>
                <a:lnTo>
                  <a:pt x="0" y="4"/>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48250" y="3371850"/>
            <a:ext cx="2095500" cy="1152525"/>
          </a:xfrm>
          <a:prstGeom prst="roundRect">
            <a:avLst>
              <a:gd name="adj" fmla="val 8264"/>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91504" y="3495675"/>
            <a:ext cx="1685190"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Review</a:t>
            </a:r>
            <a:r>
              <a:rPr sz="1575" b="1">
                <a:solidFill>
                  <a:srgbClr val="168D9D"/>
                </a:solidFill>
                <a:latin typeface="Microsoft YaHei"/>
                <a:ea typeface="Microsoft YaHei"/>
              </a:rPr>
              <a:t> </a:t>
            </a:r>
            <a:r>
              <a:rPr sz="1575" b="1">
                <a:solidFill>
                  <a:srgbClr val="168D9D"/>
                </a:solidFill>
                <a:latin typeface="Arial"/>
                <a:ea typeface="Microsoft YaHei"/>
              </a:rPr>
              <a:t>stages</a:t>
            </a:r>
          </a:p>
        </p:txBody>
      </p:sp>
      <p:sp>
        <p:nvSpPr>
          <p:cNvPr id="21" name="TextBox 20"/>
          <p:cNvSpPr txBox="1"/>
          <p:nvPr/>
        </p:nvSpPr>
        <p:spPr>
          <a:xfrm>
            <a:off x="5502957" y="3794283"/>
            <a:ext cx="1262285"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Axes</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controls</a:t>
            </a:r>
          </a:p>
        </p:txBody>
      </p:sp>
      <p:cxnSp>
        <p:nvCxnSpPr>
          <p:cNvPr id="22" name="Connector 21"/>
          <p:cNvCxnSpPr/>
          <p:nvPr/>
        </p:nvCxnSpPr>
        <p:spPr>
          <a:xfrm>
            <a:off x="7143750" y="3948112"/>
            <a:ext cx="152400" cy="0"/>
          </a:xfrm>
          <a:prstGeom prst="line">
            <a:avLst/>
          </a:prstGeom>
          <a:ln w="20955">
            <a:solidFill>
              <a:srgbClr val="168D9D"/>
            </a:solidFill>
          </a:ln>
        </p:spPr>
        <p:style>
          <a:lnRef idx="2">
            <a:schemeClr val="accent1"/>
          </a:lnRef>
          <a:fillRef idx="0">
            <a:schemeClr val="accent1"/>
          </a:fillRef>
          <a:effectRef idx="1">
            <a:schemeClr val="accent1"/>
          </a:effectRef>
          <a:fontRef idx="minor">
            <a:schemeClr val="tx1"/>
          </a:fontRef>
        </p:style>
      </p:cxnSp>
      <p:sp>
        <p:nvSpPr>
          <p:cNvPr id="23" name="Freeform 22"/>
          <p:cNvSpPr/>
          <p:nvPr/>
        </p:nvSpPr>
        <p:spPr>
          <a:xfrm>
            <a:off x="7239000" y="3924300"/>
            <a:ext cx="50800" cy="50800"/>
          </a:xfrm>
          <a:custGeom>
            <a:avLst/>
            <a:gdLst/>
            <a:ahLst/>
            <a:cxnLst/>
            <a:rect l="l" t="t" r="r" b="b"/>
            <a:pathLst>
              <a:path w="4" h="4">
                <a:moveTo>
                  <a:pt x="4" y="2"/>
                </a:moveTo>
                <a:lnTo>
                  <a:pt x="0" y="0"/>
                </a:lnTo>
                <a:lnTo>
                  <a:pt x="0" y="4"/>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15200" y="3371850"/>
            <a:ext cx="2095500" cy="1152525"/>
          </a:xfrm>
          <a:prstGeom prst="roundRect">
            <a:avLst>
              <a:gd name="adj" fmla="val 8264"/>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20865" y="3495675"/>
            <a:ext cx="1960368" cy="273367"/>
          </a:xfrm>
          <a:prstGeom prst="rect">
            <a:avLst/>
          </a:prstGeom>
          <a:noFill/>
        </p:spPr>
        <p:txBody>
          <a:bodyPr wrap="none" lIns="0" rIns="0" tIns="0" bIns="0">
            <a:spAutoFit/>
          </a:bodyPr>
          <a:lstStyle/>
          <a:p>
            <a:pPr>
              <a:lnSpc>
                <a:spcPts val="2075"/>
              </a:lnSpc>
              <a:spcBef>
                <a:spcPts val="0"/>
              </a:spcBef>
              <a:spcAft>
                <a:spcPts val="0"/>
              </a:spcAft>
            </a:pPr>
            <a:r>
              <a:rPr sz="1537" b="1">
                <a:solidFill>
                  <a:srgbClr val="168D9D"/>
                </a:solidFill>
                <a:latin typeface="Arial"/>
                <a:ea typeface="Microsoft YaHei"/>
              </a:rPr>
              <a:t>Execute</a:t>
            </a:r>
            <a:r>
              <a:rPr sz="1537" b="1">
                <a:solidFill>
                  <a:srgbClr val="168D9D"/>
                </a:solidFill>
                <a:latin typeface="Microsoft YaHei"/>
                <a:ea typeface="Microsoft YaHei"/>
              </a:rPr>
              <a:t> </a:t>
            </a:r>
            <a:r>
              <a:rPr sz="1537" b="1">
                <a:solidFill>
                  <a:srgbClr val="168D9D"/>
                </a:solidFill>
                <a:latin typeface="Arial"/>
                <a:ea typeface="Microsoft YaHei"/>
              </a:rPr>
              <a:t>together</a:t>
            </a:r>
          </a:p>
        </p:txBody>
      </p:sp>
      <p:sp>
        <p:nvSpPr>
          <p:cNvPr id="26" name="TextBox 25"/>
          <p:cNvSpPr txBox="1"/>
          <p:nvPr/>
        </p:nvSpPr>
        <p:spPr>
          <a:xfrm>
            <a:off x="7569584" y="3794283"/>
            <a:ext cx="1662931"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State</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data</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faults</a:t>
            </a:r>
          </a:p>
        </p:txBody>
      </p:sp>
      <p:cxnSp>
        <p:nvCxnSpPr>
          <p:cNvPr id="27" name="Connector 26"/>
          <p:cNvCxnSpPr/>
          <p:nvPr/>
        </p:nvCxnSpPr>
        <p:spPr>
          <a:xfrm>
            <a:off x="9410700" y="3948112"/>
            <a:ext cx="152400" cy="0"/>
          </a:xfrm>
          <a:prstGeom prst="line">
            <a:avLst/>
          </a:prstGeom>
          <a:ln w="20955">
            <a:solidFill>
              <a:srgbClr val="168D9D"/>
            </a:solidFill>
          </a:ln>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9499600" y="3924300"/>
            <a:ext cx="63500" cy="50800"/>
          </a:xfrm>
          <a:custGeom>
            <a:avLst/>
            <a:gdLst/>
            <a:ahLst/>
            <a:cxnLst/>
            <a:rect l="l" t="t" r="r" b="b"/>
            <a:pathLst>
              <a:path w="5" h="4">
                <a:moveTo>
                  <a:pt x="5" y="2"/>
                </a:moveTo>
                <a:lnTo>
                  <a:pt x="0" y="0"/>
                </a:lnTo>
                <a:lnTo>
                  <a:pt x="0" y="4"/>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582150" y="3371850"/>
            <a:ext cx="2095500" cy="1152525"/>
          </a:xfrm>
          <a:prstGeom prst="roundRect">
            <a:avLst>
              <a:gd name="adj" fmla="val 8264"/>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4138" y="3495675"/>
            <a:ext cx="1947722"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Review</a:t>
            </a:r>
            <a:r>
              <a:rPr sz="1575" b="1">
                <a:solidFill>
                  <a:srgbClr val="168D9D"/>
                </a:solidFill>
                <a:latin typeface="Microsoft YaHei"/>
                <a:ea typeface="Microsoft YaHei"/>
              </a:rPr>
              <a:t> </a:t>
            </a:r>
            <a:r>
              <a:rPr sz="1575" b="1">
                <a:solidFill>
                  <a:srgbClr val="168D9D"/>
                </a:solidFill>
                <a:latin typeface="Arial"/>
                <a:ea typeface="Microsoft YaHei"/>
              </a:rPr>
              <a:t>evidence</a:t>
            </a:r>
          </a:p>
        </p:txBody>
      </p:sp>
      <p:sp>
        <p:nvSpPr>
          <p:cNvPr id="31" name="TextBox 30"/>
          <p:cNvSpPr txBox="1"/>
          <p:nvPr/>
        </p:nvSpPr>
        <p:spPr>
          <a:xfrm>
            <a:off x="9852049" y="3794283"/>
            <a:ext cx="1631900" cy="213359"/>
          </a:xfrm>
          <a:prstGeom prst="rect">
            <a:avLst/>
          </a:prstGeom>
          <a:noFill/>
        </p:spPr>
        <p:txBody>
          <a:bodyPr wrap="none" lIns="0" rIns="0" tIns="0" bIns="0">
            <a:spAutoFit/>
          </a:bodyPr>
          <a:lstStyle/>
          <a:p>
            <a:pPr>
              <a:lnSpc>
                <a:spcPts val="1620"/>
              </a:lnSpc>
              <a:spcBef>
                <a:spcPts val="0"/>
              </a:spcBef>
              <a:spcAft>
                <a:spcPts val="0"/>
              </a:spcAft>
            </a:pPr>
            <a:r>
              <a:rPr sz="1200" b="0">
                <a:solidFill>
                  <a:srgbClr val="62758C"/>
                </a:solidFill>
                <a:latin typeface="Arial"/>
                <a:ea typeface="Microsoft YaHei"/>
              </a:rPr>
              <a:t>Findings</a:t>
            </a:r>
            <a:r>
              <a:rPr sz="1200" b="0">
                <a:solidFill>
                  <a:srgbClr val="62758C"/>
                </a:solidFill>
                <a:latin typeface="Microsoft YaHei"/>
                <a:ea typeface="Microsoft YaHei"/>
              </a:rPr>
              <a:t> </a:t>
            </a:r>
            <a:r>
              <a:rPr sz="1200" b="0">
                <a:solidFill>
                  <a:srgbClr val="62758C"/>
                </a:solidFill>
                <a:latin typeface="Arial"/>
                <a:ea typeface="Microsoft YaHei"/>
              </a:rPr>
              <a:t>+</a:t>
            </a:r>
            <a:r>
              <a:rPr sz="1200" b="0">
                <a:solidFill>
                  <a:srgbClr val="62758C"/>
                </a:solidFill>
                <a:latin typeface="Microsoft YaHei"/>
                <a:ea typeface="Microsoft YaHei"/>
              </a:rPr>
              <a:t> </a:t>
            </a:r>
            <a:r>
              <a:rPr sz="1200" b="0">
                <a:solidFill>
                  <a:srgbClr val="62758C"/>
                </a:solidFill>
                <a:latin typeface="Arial"/>
                <a:ea typeface="Microsoft YaHei"/>
              </a:rPr>
              <a:t>next</a:t>
            </a:r>
            <a:r>
              <a:rPr sz="1200" b="0">
                <a:solidFill>
                  <a:srgbClr val="62758C"/>
                </a:solidFill>
                <a:latin typeface="Microsoft YaHei"/>
                <a:ea typeface="Microsoft YaHei"/>
              </a:rPr>
              <a:t> </a:t>
            </a:r>
            <a:r>
              <a:rPr sz="1200" b="0">
                <a:solidFill>
                  <a:srgbClr val="62758C"/>
                </a:solidFill>
                <a:latin typeface="Arial"/>
                <a:ea typeface="Microsoft YaHei"/>
              </a:rPr>
              <a:t>step</a:t>
            </a:r>
          </a:p>
        </p:txBody>
      </p:sp>
      <p:sp>
        <p:nvSpPr>
          <p:cNvPr id="32" name="TextBox 31"/>
          <p:cNvSpPr txBox="1"/>
          <p:nvPr/>
        </p:nvSpPr>
        <p:spPr>
          <a:xfrm>
            <a:off x="704850" y="5010150"/>
            <a:ext cx="8355266" cy="293370"/>
          </a:xfrm>
          <a:prstGeom prst="rect">
            <a:avLst/>
          </a:prstGeom>
          <a:noFill/>
        </p:spPr>
        <p:txBody>
          <a:bodyPr wrap="none" lIns="0" rIns="0" tIns="0" bIns="0">
            <a:spAutoFit/>
          </a:bodyPr>
          <a:lstStyle/>
          <a:p>
            <a:pPr>
              <a:lnSpc>
                <a:spcPts val="2227"/>
              </a:lnSpc>
              <a:spcBef>
                <a:spcPts val="0"/>
              </a:spcBef>
              <a:spcAft>
                <a:spcPts val="0"/>
              </a:spcAft>
            </a:pPr>
            <a:r>
              <a:rPr sz="1650" b="0">
                <a:solidFill>
                  <a:srgbClr val="23364D"/>
                </a:solidFill>
                <a:latin typeface="Arial"/>
                <a:ea typeface="Microsoft YaHei"/>
              </a:rPr>
              <a:t>PC</a:t>
            </a:r>
            <a:r>
              <a:rPr sz="1650" b="0">
                <a:solidFill>
                  <a:srgbClr val="23364D"/>
                </a:solidFill>
                <a:latin typeface="Microsoft YaHei"/>
                <a:ea typeface="Microsoft YaHei"/>
              </a:rPr>
              <a:t> </a:t>
            </a:r>
            <a:r>
              <a:rPr sz="1650" b="0">
                <a:solidFill>
                  <a:srgbClr val="23364D"/>
                </a:solidFill>
                <a:latin typeface="Arial"/>
                <a:ea typeface="Microsoft YaHei"/>
              </a:rPr>
              <a:t>side:</a:t>
            </a:r>
            <a:r>
              <a:rPr sz="1650" b="0">
                <a:solidFill>
                  <a:srgbClr val="23364D"/>
                </a:solidFill>
                <a:latin typeface="Microsoft YaHei"/>
                <a:ea typeface="Microsoft YaHei"/>
              </a:rPr>
              <a:t> </a:t>
            </a:r>
            <a:r>
              <a:rPr sz="1650" b="0">
                <a:solidFill>
                  <a:srgbClr val="23364D"/>
                </a:solidFill>
                <a:latin typeface="Arial"/>
                <a:ea typeface="Microsoft YaHei"/>
              </a:rPr>
              <a:t>identity</a:t>
            </a:r>
            <a:r>
              <a:rPr sz="1650" b="0">
                <a:solidFill>
                  <a:srgbClr val="23364D"/>
                </a:solidFill>
                <a:latin typeface="Microsoft YaHei"/>
                <a:ea typeface="Microsoft YaHei"/>
              </a:rPr>
              <a:t> </a:t>
            </a:r>
            <a:r>
              <a:rPr sz="1650" b="0">
                <a:solidFill>
                  <a:srgbClr val="23364D"/>
                </a:solidFill>
                <a:latin typeface="Arial"/>
                <a:ea typeface="Microsoft YaHei"/>
              </a:rPr>
              <a:t>/</a:t>
            </a:r>
            <a:r>
              <a:rPr sz="1650" b="0">
                <a:solidFill>
                  <a:srgbClr val="23364D"/>
                </a:solidFill>
                <a:latin typeface="Microsoft YaHei"/>
                <a:ea typeface="Microsoft YaHei"/>
              </a:rPr>
              <a:t> </a:t>
            </a:r>
            <a:r>
              <a:rPr sz="1650" b="0">
                <a:solidFill>
                  <a:srgbClr val="23364D"/>
                </a:solidFill>
                <a:latin typeface="Arial"/>
                <a:ea typeface="Microsoft YaHei"/>
              </a:rPr>
              <a:t>instrument</a:t>
            </a:r>
            <a:r>
              <a:rPr sz="1650" b="0">
                <a:solidFill>
                  <a:srgbClr val="23364D"/>
                </a:solidFill>
                <a:latin typeface="Microsoft YaHei"/>
                <a:ea typeface="Microsoft YaHei"/>
              </a:rPr>
              <a:t> </a:t>
            </a:r>
            <a:r>
              <a:rPr sz="1650" b="0">
                <a:solidFill>
                  <a:srgbClr val="23364D"/>
                </a:solidFill>
                <a:latin typeface="Arial"/>
                <a:ea typeface="Microsoft YaHei"/>
              </a:rPr>
              <a:t>connections</a:t>
            </a:r>
            <a:r>
              <a:rPr sz="1650" b="0">
                <a:solidFill>
                  <a:srgbClr val="23364D"/>
                </a:solidFill>
                <a:latin typeface="Microsoft YaHei"/>
                <a:ea typeface="Microsoft YaHei"/>
              </a:rPr>
              <a:t> </a:t>
            </a:r>
            <a:r>
              <a:rPr sz="1650" b="0">
                <a:solidFill>
                  <a:srgbClr val="23364D"/>
                </a:solidFill>
                <a:latin typeface="Arial"/>
                <a:ea typeface="Microsoft YaHei"/>
              </a:rPr>
              <a:t>/</a:t>
            </a:r>
            <a:r>
              <a:rPr sz="1650" b="0">
                <a:solidFill>
                  <a:srgbClr val="23364D"/>
                </a:solidFill>
                <a:latin typeface="Microsoft YaHei"/>
                <a:ea typeface="Microsoft YaHei"/>
              </a:rPr>
              <a:t> </a:t>
            </a:r>
            <a:r>
              <a:rPr sz="1650" b="0">
                <a:solidFill>
                  <a:srgbClr val="23364D"/>
                </a:solidFill>
                <a:latin typeface="Arial"/>
                <a:ea typeface="Microsoft YaHei"/>
              </a:rPr>
              <a:t>drivers</a:t>
            </a:r>
            <a:r>
              <a:rPr sz="1650" b="0">
                <a:solidFill>
                  <a:srgbClr val="23364D"/>
                </a:solidFill>
                <a:latin typeface="Microsoft YaHei"/>
                <a:ea typeface="Microsoft YaHei"/>
              </a:rPr>
              <a:t> </a:t>
            </a:r>
            <a:r>
              <a:rPr sz="1650" b="0">
                <a:solidFill>
                  <a:srgbClr val="23364D"/>
                </a:solidFill>
                <a:latin typeface="Arial"/>
                <a:ea typeface="Microsoft YaHei"/>
              </a:rPr>
              <a:t>/</a:t>
            </a:r>
            <a:r>
              <a:rPr sz="1650" b="0">
                <a:solidFill>
                  <a:srgbClr val="23364D"/>
                </a:solidFill>
                <a:latin typeface="Microsoft YaHei"/>
                <a:ea typeface="Microsoft YaHei"/>
              </a:rPr>
              <a:t> </a:t>
            </a:r>
            <a:r>
              <a:rPr sz="1650" b="0">
                <a:solidFill>
                  <a:srgbClr val="23364D"/>
                </a:solidFill>
                <a:latin typeface="Arial"/>
                <a:ea typeface="Microsoft YaHei"/>
              </a:rPr>
              <a:t>local</a:t>
            </a:r>
            <a:r>
              <a:rPr sz="1650" b="0">
                <a:solidFill>
                  <a:srgbClr val="23364D"/>
                </a:solidFill>
                <a:latin typeface="Microsoft YaHei"/>
                <a:ea typeface="Microsoft YaHei"/>
              </a:rPr>
              <a:t> </a:t>
            </a:r>
            <a:r>
              <a:rPr sz="1650" b="0">
                <a:solidFill>
                  <a:srgbClr val="23364D"/>
                </a:solidFill>
                <a:latin typeface="Arial"/>
                <a:ea typeface="Microsoft YaHei"/>
              </a:rPr>
              <a:t>data</a:t>
            </a:r>
            <a:r>
              <a:rPr sz="1650" b="0">
                <a:solidFill>
                  <a:srgbClr val="23364D"/>
                </a:solidFill>
                <a:latin typeface="Microsoft YaHei"/>
                <a:ea typeface="Microsoft YaHei"/>
              </a:rPr>
              <a:t> </a:t>
            </a:r>
            <a:r>
              <a:rPr sz="1650" b="0">
                <a:solidFill>
                  <a:srgbClr val="23364D"/>
                </a:solidFill>
                <a:latin typeface="Arial"/>
                <a:ea typeface="Microsoft YaHei"/>
              </a:rPr>
              <a:t>/</a:t>
            </a:r>
            <a:r>
              <a:rPr sz="1650" b="0">
                <a:solidFill>
                  <a:srgbClr val="23364D"/>
                </a:solidFill>
                <a:latin typeface="Microsoft YaHei"/>
                <a:ea typeface="Microsoft YaHei"/>
              </a:rPr>
              <a:t> </a:t>
            </a:r>
            <a:r>
              <a:rPr sz="1650" b="0">
                <a:solidFill>
                  <a:srgbClr val="23364D"/>
                </a:solidFill>
                <a:latin typeface="Arial"/>
                <a:ea typeface="Microsoft YaHei"/>
              </a:rPr>
              <a:t>local</a:t>
            </a:r>
            <a:r>
              <a:rPr sz="1650" b="0">
                <a:solidFill>
                  <a:srgbClr val="23364D"/>
                </a:solidFill>
                <a:latin typeface="Microsoft YaHei"/>
                <a:ea typeface="Microsoft YaHei"/>
              </a:rPr>
              <a:t> </a:t>
            </a:r>
            <a:r>
              <a:rPr sz="1650" b="0">
                <a:solidFill>
                  <a:srgbClr val="23364D"/>
                </a:solidFill>
                <a:latin typeface="Arial"/>
                <a:ea typeface="Microsoft YaHei"/>
              </a:rPr>
              <a:t>stop</a:t>
            </a:r>
            <a:r>
              <a:rPr sz="1650" b="0">
                <a:solidFill>
                  <a:srgbClr val="23364D"/>
                </a:solidFill>
                <a:latin typeface="Microsoft YaHei"/>
                <a:ea typeface="Microsoft YaHei"/>
              </a:rPr>
              <a:t> </a:t>
            </a:r>
            <a:r>
              <a:rPr sz="1650" b="0">
                <a:solidFill>
                  <a:srgbClr val="23364D"/>
                </a:solidFill>
                <a:latin typeface="Arial"/>
                <a:ea typeface="Microsoft YaHei"/>
              </a:rPr>
              <a:t>policy</a:t>
            </a:r>
          </a:p>
        </p:txBody>
      </p:sp>
      <p:sp>
        <p:nvSpPr>
          <p:cNvPr id="33" name="TextBox 32"/>
          <p:cNvSpPr txBox="1"/>
          <p:nvPr/>
        </p:nvSpPr>
        <p:spPr>
          <a:xfrm>
            <a:off x="704850" y="5293042"/>
            <a:ext cx="9395649" cy="293370"/>
          </a:xfrm>
          <a:prstGeom prst="rect">
            <a:avLst/>
          </a:prstGeom>
          <a:noFill/>
        </p:spPr>
        <p:txBody>
          <a:bodyPr wrap="none" lIns="0" rIns="0" tIns="0" bIns="0">
            <a:spAutoFit/>
          </a:bodyPr>
          <a:lstStyle/>
          <a:p>
            <a:pPr>
              <a:lnSpc>
                <a:spcPts val="2227"/>
              </a:lnSpc>
              <a:spcBef>
                <a:spcPts val="0"/>
              </a:spcBef>
              <a:spcAft>
                <a:spcPts val="0"/>
              </a:spcAft>
            </a:pPr>
            <a:r>
              <a:rPr sz="1650" b="0">
                <a:solidFill>
                  <a:srgbClr val="23364D"/>
                </a:solidFill>
                <a:latin typeface="Arial"/>
                <a:ea typeface="Microsoft YaHei"/>
              </a:rPr>
              <a:t>Experiment</a:t>
            </a:r>
            <a:r>
              <a:rPr sz="1650" b="0">
                <a:solidFill>
                  <a:srgbClr val="23364D"/>
                </a:solidFill>
                <a:latin typeface="Microsoft YaHei"/>
                <a:ea typeface="Microsoft YaHei"/>
              </a:rPr>
              <a:t> </a:t>
            </a:r>
            <a:r>
              <a:rPr sz="1650" b="0">
                <a:solidFill>
                  <a:srgbClr val="23364D"/>
                </a:solidFill>
                <a:latin typeface="Arial"/>
                <a:ea typeface="Microsoft YaHei"/>
              </a:rPr>
              <a:t>side:</a:t>
            </a:r>
            <a:r>
              <a:rPr sz="1650" b="0">
                <a:solidFill>
                  <a:srgbClr val="23364D"/>
                </a:solidFill>
                <a:latin typeface="Microsoft YaHei"/>
                <a:ea typeface="Microsoft YaHei"/>
              </a:rPr>
              <a:t> </a:t>
            </a:r>
            <a:r>
              <a:rPr sz="1650" b="0">
                <a:solidFill>
                  <a:srgbClr val="23364D"/>
                </a:solidFill>
                <a:latin typeface="Arial"/>
                <a:ea typeface="Microsoft YaHei"/>
              </a:rPr>
              <a:t>sample</a:t>
            </a:r>
            <a:r>
              <a:rPr sz="1650" b="0">
                <a:solidFill>
                  <a:srgbClr val="23364D"/>
                </a:solidFill>
                <a:latin typeface="Microsoft YaHei"/>
                <a:ea typeface="Microsoft YaHei"/>
              </a:rPr>
              <a:t> </a:t>
            </a:r>
            <a:r>
              <a:rPr sz="1650" b="0">
                <a:solidFill>
                  <a:srgbClr val="23364D"/>
                </a:solidFill>
                <a:latin typeface="Arial"/>
                <a:ea typeface="Microsoft YaHei"/>
              </a:rPr>
              <a:t>/</a:t>
            </a:r>
            <a:r>
              <a:rPr sz="1650" b="0">
                <a:solidFill>
                  <a:srgbClr val="23364D"/>
                </a:solidFill>
                <a:latin typeface="Microsoft YaHei"/>
                <a:ea typeface="Microsoft YaHei"/>
              </a:rPr>
              <a:t> </a:t>
            </a:r>
            <a:r>
              <a:rPr sz="1650" b="0">
                <a:solidFill>
                  <a:srgbClr val="23364D"/>
                </a:solidFill>
                <a:latin typeface="Arial"/>
                <a:ea typeface="Microsoft YaHei"/>
              </a:rPr>
              <a:t>wiring</a:t>
            </a:r>
            <a:r>
              <a:rPr sz="1650" b="0">
                <a:solidFill>
                  <a:srgbClr val="23364D"/>
                </a:solidFill>
                <a:latin typeface="Microsoft YaHei"/>
                <a:ea typeface="Microsoft YaHei"/>
              </a:rPr>
              <a:t> </a:t>
            </a:r>
            <a:r>
              <a:rPr sz="1650" b="0">
                <a:solidFill>
                  <a:srgbClr val="23364D"/>
                </a:solidFill>
                <a:latin typeface="Arial"/>
                <a:ea typeface="Microsoft YaHei"/>
              </a:rPr>
              <a:t>/</a:t>
            </a:r>
            <a:r>
              <a:rPr sz="1650" b="0">
                <a:solidFill>
                  <a:srgbClr val="23364D"/>
                </a:solidFill>
                <a:latin typeface="Microsoft YaHei"/>
                <a:ea typeface="Microsoft YaHei"/>
              </a:rPr>
              <a:t> </a:t>
            </a:r>
            <a:r>
              <a:rPr sz="1650" b="0">
                <a:solidFill>
                  <a:srgbClr val="23364D"/>
                </a:solidFill>
                <a:latin typeface="Arial"/>
                <a:ea typeface="Microsoft YaHei"/>
              </a:rPr>
              <a:t>allowed</a:t>
            </a:r>
            <a:r>
              <a:rPr sz="1650" b="0">
                <a:solidFill>
                  <a:srgbClr val="23364D"/>
                </a:solidFill>
                <a:latin typeface="Microsoft YaHei"/>
                <a:ea typeface="Microsoft YaHei"/>
              </a:rPr>
              <a:t> </a:t>
            </a:r>
            <a:r>
              <a:rPr sz="1650" b="0">
                <a:solidFill>
                  <a:srgbClr val="23364D"/>
                </a:solidFill>
                <a:latin typeface="Arial"/>
                <a:ea typeface="Microsoft YaHei"/>
              </a:rPr>
              <a:t>ranges</a:t>
            </a:r>
            <a:r>
              <a:rPr sz="1650" b="0">
                <a:solidFill>
                  <a:srgbClr val="23364D"/>
                </a:solidFill>
                <a:latin typeface="Microsoft YaHei"/>
                <a:ea typeface="Microsoft YaHei"/>
              </a:rPr>
              <a:t> </a:t>
            </a:r>
            <a:r>
              <a:rPr sz="1650" b="0">
                <a:solidFill>
                  <a:srgbClr val="23364D"/>
                </a:solidFill>
                <a:latin typeface="Arial"/>
                <a:ea typeface="Microsoft YaHei"/>
              </a:rPr>
              <a:t>/</a:t>
            </a:r>
            <a:r>
              <a:rPr sz="1650" b="0">
                <a:solidFill>
                  <a:srgbClr val="23364D"/>
                </a:solidFill>
                <a:latin typeface="Microsoft YaHei"/>
                <a:ea typeface="Microsoft YaHei"/>
              </a:rPr>
              <a:t> </a:t>
            </a:r>
            <a:r>
              <a:rPr sz="1650" b="0">
                <a:solidFill>
                  <a:srgbClr val="23364D"/>
                </a:solidFill>
                <a:latin typeface="Arial"/>
                <a:ea typeface="Microsoft YaHei"/>
              </a:rPr>
              <a:t>coordinate</a:t>
            </a:r>
            <a:r>
              <a:rPr sz="1650" b="0">
                <a:solidFill>
                  <a:srgbClr val="23364D"/>
                </a:solidFill>
                <a:latin typeface="Microsoft YaHei"/>
                <a:ea typeface="Microsoft YaHei"/>
              </a:rPr>
              <a:t> </a:t>
            </a:r>
            <a:r>
              <a:rPr sz="1650" b="0">
                <a:solidFill>
                  <a:srgbClr val="23364D"/>
                </a:solidFill>
                <a:latin typeface="Arial"/>
                <a:ea typeface="Microsoft YaHei"/>
              </a:rPr>
              <a:t>order</a:t>
            </a:r>
            <a:r>
              <a:rPr sz="1650" b="0">
                <a:solidFill>
                  <a:srgbClr val="23364D"/>
                </a:solidFill>
                <a:latin typeface="Microsoft YaHei"/>
                <a:ea typeface="Microsoft YaHei"/>
              </a:rPr>
              <a:t> </a:t>
            </a:r>
            <a:r>
              <a:rPr sz="1650" b="0">
                <a:solidFill>
                  <a:srgbClr val="23364D"/>
                </a:solidFill>
                <a:latin typeface="Arial"/>
                <a:ea typeface="Microsoft YaHei"/>
              </a:rPr>
              <a:t>/</a:t>
            </a:r>
            <a:r>
              <a:rPr sz="1650" b="0">
                <a:solidFill>
                  <a:srgbClr val="23364D"/>
                </a:solidFill>
                <a:latin typeface="Microsoft YaHei"/>
                <a:ea typeface="Microsoft YaHei"/>
              </a:rPr>
              <a:t> </a:t>
            </a:r>
            <a:r>
              <a:rPr sz="1650" b="0">
                <a:solidFill>
                  <a:srgbClr val="23364D"/>
                </a:solidFill>
                <a:latin typeface="Arial"/>
                <a:ea typeface="Microsoft YaHei"/>
              </a:rPr>
              <a:t>references</a:t>
            </a:r>
            <a:r>
              <a:rPr sz="1650" b="0">
                <a:solidFill>
                  <a:srgbClr val="23364D"/>
                </a:solidFill>
                <a:latin typeface="Microsoft YaHei"/>
                <a:ea typeface="Microsoft YaHei"/>
              </a:rPr>
              <a:t> </a:t>
            </a:r>
            <a:r>
              <a:rPr sz="1650" b="0">
                <a:solidFill>
                  <a:srgbClr val="23364D"/>
                </a:solidFill>
                <a:latin typeface="Arial"/>
                <a:ea typeface="Microsoft YaHei"/>
              </a:rPr>
              <a:t>/</a:t>
            </a:r>
            <a:r>
              <a:rPr sz="1650" b="0">
                <a:solidFill>
                  <a:srgbClr val="23364D"/>
                </a:solidFill>
                <a:latin typeface="Microsoft YaHei"/>
                <a:ea typeface="Microsoft YaHei"/>
              </a:rPr>
              <a:t> </a:t>
            </a:r>
            <a:r>
              <a:rPr sz="1650" b="0">
                <a:solidFill>
                  <a:srgbClr val="23364D"/>
                </a:solidFill>
                <a:latin typeface="Arial"/>
                <a:ea typeface="Microsoft YaHei"/>
              </a:rPr>
              <a:t>closure</a:t>
            </a:r>
          </a:p>
        </p:txBody>
      </p:sp>
      <p:sp>
        <p:nvSpPr>
          <p:cNvPr id="34" name="Rounded Rectangle 33"/>
          <p:cNvSpPr/>
          <p:nvPr/>
        </p:nvSpPr>
        <p:spPr>
          <a:xfrm>
            <a:off x="514350" y="5886450"/>
            <a:ext cx="11163300" cy="514350"/>
          </a:xfrm>
          <a:prstGeom prst="roundRect">
            <a:avLst>
              <a:gd name="adj" fmla="val 16666"/>
            </a:avLst>
          </a:prstGeom>
          <a:solidFill>
            <a:srgbClr val="E9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5325" y="6000750"/>
            <a:ext cx="10689052" cy="286702"/>
          </a:xfrm>
          <a:prstGeom prst="rect">
            <a:avLst/>
          </a:prstGeom>
          <a:noFill/>
        </p:spPr>
        <p:txBody>
          <a:bodyPr wrap="none" lIns="0" rIns="0" tIns="0" bIns="0">
            <a:spAutoFit/>
          </a:bodyPr>
          <a:lstStyle/>
          <a:p>
            <a:pPr>
              <a:lnSpc>
                <a:spcPts val="2176"/>
              </a:lnSpc>
              <a:spcBef>
                <a:spcPts val="0"/>
              </a:spcBef>
              <a:spcAft>
                <a:spcPts val="0"/>
              </a:spcAft>
            </a:pPr>
            <a:r>
              <a:rPr sz="1612" b="1">
                <a:solidFill>
                  <a:srgbClr val="168D9D"/>
                </a:solidFill>
                <a:latin typeface="Arial"/>
                <a:ea typeface="Microsoft YaHei"/>
              </a:rPr>
              <a:t>The</a:t>
            </a:r>
            <a:r>
              <a:rPr sz="1612" b="1">
                <a:solidFill>
                  <a:srgbClr val="168D9D"/>
                </a:solidFill>
                <a:latin typeface="Microsoft YaHei"/>
                <a:ea typeface="Microsoft YaHei"/>
              </a:rPr>
              <a:t> </a:t>
            </a:r>
            <a:r>
              <a:rPr sz="1612" b="1">
                <a:solidFill>
                  <a:srgbClr val="168D9D"/>
                </a:solidFill>
                <a:latin typeface="Arial"/>
                <a:ea typeface="Microsoft YaHei"/>
              </a:rPr>
              <a:t>scientist</a:t>
            </a:r>
            <a:r>
              <a:rPr sz="1612" b="1">
                <a:solidFill>
                  <a:srgbClr val="168D9D"/>
                </a:solidFill>
                <a:latin typeface="Microsoft YaHei"/>
                <a:ea typeface="Microsoft YaHei"/>
              </a:rPr>
              <a:t> </a:t>
            </a:r>
            <a:r>
              <a:rPr sz="1612" b="1">
                <a:solidFill>
                  <a:srgbClr val="168D9D"/>
                </a:solidFill>
                <a:latin typeface="Arial"/>
                <a:ea typeface="Microsoft YaHei"/>
              </a:rPr>
              <a:t>focuses</a:t>
            </a:r>
            <a:r>
              <a:rPr sz="1612" b="1">
                <a:solidFill>
                  <a:srgbClr val="168D9D"/>
                </a:solidFill>
                <a:latin typeface="Microsoft YaHei"/>
                <a:ea typeface="Microsoft YaHei"/>
              </a:rPr>
              <a:t> </a:t>
            </a:r>
            <a:r>
              <a:rPr sz="1612" b="1">
                <a:solidFill>
                  <a:srgbClr val="168D9D"/>
                </a:solidFill>
                <a:latin typeface="Arial"/>
                <a:ea typeface="Microsoft YaHei"/>
              </a:rPr>
              <a:t>on</a:t>
            </a:r>
            <a:r>
              <a:rPr sz="1612" b="1">
                <a:solidFill>
                  <a:srgbClr val="168D9D"/>
                </a:solidFill>
                <a:latin typeface="Microsoft YaHei"/>
                <a:ea typeface="Microsoft YaHei"/>
              </a:rPr>
              <a:t> </a:t>
            </a:r>
            <a:r>
              <a:rPr sz="1612" b="1">
                <a:solidFill>
                  <a:srgbClr val="168D9D"/>
                </a:solidFill>
                <a:latin typeface="Arial"/>
                <a:ea typeface="Microsoft YaHei"/>
              </a:rPr>
              <a:t>design</a:t>
            </a:r>
            <a:r>
              <a:rPr sz="1612" b="1">
                <a:solidFill>
                  <a:srgbClr val="168D9D"/>
                </a:solidFill>
                <a:latin typeface="Microsoft YaHei"/>
                <a:ea typeface="Microsoft YaHei"/>
              </a:rPr>
              <a:t> </a:t>
            </a:r>
            <a:r>
              <a:rPr sz="1612" b="1">
                <a:solidFill>
                  <a:srgbClr val="168D9D"/>
                </a:solidFill>
                <a:latin typeface="Arial"/>
                <a:ea typeface="Microsoft YaHei"/>
              </a:rPr>
              <a:t>and</a:t>
            </a:r>
            <a:r>
              <a:rPr sz="1612" b="1">
                <a:solidFill>
                  <a:srgbClr val="168D9D"/>
                </a:solidFill>
                <a:latin typeface="Microsoft YaHei"/>
                <a:ea typeface="Microsoft YaHei"/>
              </a:rPr>
              <a:t> </a:t>
            </a:r>
            <a:r>
              <a:rPr sz="1612" b="1">
                <a:solidFill>
                  <a:srgbClr val="168D9D"/>
                </a:solidFill>
                <a:latin typeface="Arial"/>
                <a:ea typeface="Microsoft YaHei"/>
              </a:rPr>
              <a:t>interpretation;</a:t>
            </a:r>
            <a:r>
              <a:rPr sz="1612" b="1">
                <a:solidFill>
                  <a:srgbClr val="168D9D"/>
                </a:solidFill>
                <a:latin typeface="Microsoft YaHei"/>
                <a:ea typeface="Microsoft YaHei"/>
              </a:rPr>
              <a:t> </a:t>
            </a:r>
            <a:r>
              <a:rPr sz="1612" b="1">
                <a:solidFill>
                  <a:srgbClr val="168D9D"/>
                </a:solidFill>
                <a:latin typeface="Arial"/>
                <a:ea typeface="Microsoft YaHei"/>
              </a:rPr>
              <a:t>LabOS</a:t>
            </a:r>
            <a:r>
              <a:rPr sz="1612" b="1">
                <a:solidFill>
                  <a:srgbClr val="168D9D"/>
                </a:solidFill>
                <a:latin typeface="Microsoft YaHei"/>
                <a:ea typeface="Microsoft YaHei"/>
              </a:rPr>
              <a:t> </a:t>
            </a:r>
            <a:r>
              <a:rPr sz="1612" b="1">
                <a:solidFill>
                  <a:srgbClr val="168D9D"/>
                </a:solidFill>
                <a:latin typeface="Arial"/>
                <a:ea typeface="Microsoft YaHei"/>
              </a:rPr>
              <a:t>organizes</a:t>
            </a:r>
            <a:r>
              <a:rPr sz="1612" b="1">
                <a:solidFill>
                  <a:srgbClr val="168D9D"/>
                </a:solidFill>
                <a:latin typeface="Microsoft YaHei"/>
                <a:ea typeface="Microsoft YaHei"/>
              </a:rPr>
              <a:t> </a:t>
            </a:r>
            <a:r>
              <a:rPr sz="1612" b="1">
                <a:solidFill>
                  <a:srgbClr val="168D9D"/>
                </a:solidFill>
                <a:latin typeface="Arial"/>
                <a:ea typeface="Microsoft YaHei"/>
              </a:rPr>
              <a:t>execution</a:t>
            </a:r>
            <a:r>
              <a:rPr sz="1612" b="1">
                <a:solidFill>
                  <a:srgbClr val="168D9D"/>
                </a:solidFill>
                <a:latin typeface="Microsoft YaHei"/>
                <a:ea typeface="Microsoft YaHei"/>
              </a:rPr>
              <a:t> </a:t>
            </a:r>
            <a:r>
              <a:rPr sz="1612" b="1">
                <a:solidFill>
                  <a:srgbClr val="168D9D"/>
                </a:solidFill>
                <a:latin typeface="Arial"/>
                <a:ea typeface="Microsoft YaHei"/>
              </a:rPr>
              <a:t>and</a:t>
            </a:r>
            <a:r>
              <a:rPr sz="1612" b="1">
                <a:solidFill>
                  <a:srgbClr val="168D9D"/>
                </a:solidFill>
                <a:latin typeface="Microsoft YaHei"/>
                <a:ea typeface="Microsoft YaHei"/>
              </a:rPr>
              <a:t> </a:t>
            </a:r>
            <a:r>
              <a:rPr sz="1612" b="1">
                <a:solidFill>
                  <a:srgbClr val="168D9D"/>
                </a:solidFill>
                <a:latin typeface="Arial"/>
                <a:ea typeface="Microsoft YaHei"/>
              </a:rPr>
              <a:t>evidence.</a:t>
            </a:r>
          </a:p>
        </p:txBody>
      </p:sp>
      <p:cxnSp>
        <p:nvCxnSpPr>
          <p:cNvPr id="36" name="Connector 35"/>
          <p:cNvCxnSpPr/>
          <p:nvPr/>
        </p:nvCxnSpPr>
        <p:spPr>
          <a:xfrm>
            <a:off x="514350" y="6543675"/>
            <a:ext cx="11163300" cy="0"/>
          </a:xfrm>
          <a:prstGeom prst="line">
            <a:avLst/>
          </a:prstGeom>
          <a:ln w="9525">
            <a:solidFill>
              <a:srgbClr val="D9E3EE"/>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23875" y="6619875"/>
            <a:ext cx="3609184"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LabOS</a:t>
            </a:r>
            <a:r>
              <a:rPr sz="825" b="0">
                <a:solidFill>
                  <a:srgbClr val="62758C"/>
                </a:solidFill>
                <a:latin typeface="Microsoft YaHei"/>
                <a:ea typeface="Microsoft YaHei"/>
              </a:rPr>
              <a:t>  </a:t>
            </a:r>
            <a:r>
              <a:rPr sz="825" b="0">
                <a:solidFill>
                  <a:srgbClr val="62758C"/>
                </a:solidFill>
                <a:latin typeface="Arial"/>
                <a:ea typeface="Microsoft YaHei"/>
              </a:rPr>
              <a:t>|</a:t>
            </a:r>
            <a:r>
              <a:rPr sz="825" b="0">
                <a:solidFill>
                  <a:srgbClr val="62758C"/>
                </a:solidFill>
                <a:latin typeface="Microsoft YaHei"/>
                <a:ea typeface="Microsoft YaHei"/>
              </a:rPr>
              <a:t>  </a:t>
            </a:r>
            <a:r>
              <a:rPr sz="825" b="0">
                <a:solidFill>
                  <a:srgbClr val="62758C"/>
                </a:solidFill>
                <a:latin typeface="Arial"/>
                <a:ea typeface="Microsoft YaHei"/>
              </a:rPr>
              <a:t>Cross-PC</a:t>
            </a:r>
            <a:r>
              <a:rPr sz="825" b="0">
                <a:solidFill>
                  <a:srgbClr val="62758C"/>
                </a:solidFill>
                <a:latin typeface="Microsoft YaHei"/>
                <a:ea typeface="Microsoft YaHei"/>
              </a:rPr>
              <a:t> </a:t>
            </a:r>
            <a:r>
              <a:rPr sz="825" b="0">
                <a:solidFill>
                  <a:srgbClr val="62758C"/>
                </a:solidFill>
                <a:latin typeface="Arial"/>
                <a:ea typeface="Microsoft YaHei"/>
              </a:rPr>
              <a:t>nonlinear</a:t>
            </a:r>
            <a:r>
              <a:rPr sz="825" b="0">
                <a:solidFill>
                  <a:srgbClr val="62758C"/>
                </a:solidFill>
                <a:latin typeface="Microsoft YaHei"/>
                <a:ea typeface="Microsoft YaHei"/>
              </a:rPr>
              <a:t> </a:t>
            </a:r>
            <a:r>
              <a:rPr sz="825" b="0">
                <a:solidFill>
                  <a:srgbClr val="62758C"/>
                </a:solidFill>
                <a:latin typeface="Arial"/>
                <a:ea typeface="Microsoft YaHei"/>
              </a:rPr>
              <a:t>Hall</a:t>
            </a:r>
            <a:r>
              <a:rPr sz="825" b="0">
                <a:solidFill>
                  <a:srgbClr val="62758C"/>
                </a:solidFill>
                <a:latin typeface="Microsoft YaHei"/>
                <a:ea typeface="Microsoft YaHei"/>
              </a:rPr>
              <a:t> </a:t>
            </a:r>
            <a:r>
              <a:rPr sz="825" b="0">
                <a:solidFill>
                  <a:srgbClr val="62758C"/>
                </a:solidFill>
                <a:latin typeface="Arial"/>
                <a:ea typeface="Microsoft YaHei"/>
              </a:rPr>
              <a:t>and</a:t>
            </a:r>
            <a:r>
              <a:rPr sz="825" b="0">
                <a:solidFill>
                  <a:srgbClr val="62758C"/>
                </a:solidFill>
                <a:latin typeface="Microsoft YaHei"/>
                <a:ea typeface="Microsoft YaHei"/>
              </a:rPr>
              <a:t> </a:t>
            </a:r>
            <a:r>
              <a:rPr sz="825" b="0">
                <a:solidFill>
                  <a:srgbClr val="62758C"/>
                </a:solidFill>
                <a:latin typeface="Arial"/>
                <a:ea typeface="Microsoft YaHei"/>
              </a:rPr>
              <a:t>BVPE</a:t>
            </a:r>
            <a:r>
              <a:rPr sz="825" b="0">
                <a:solidFill>
                  <a:srgbClr val="62758C"/>
                </a:solidFill>
                <a:latin typeface="Microsoft YaHei"/>
                <a:ea typeface="Microsoft YaHei"/>
              </a:rPr>
              <a:t> </a:t>
            </a:r>
            <a:r>
              <a:rPr sz="825" b="0">
                <a:solidFill>
                  <a:srgbClr val="62758C"/>
                </a:solidFill>
                <a:latin typeface="Arial"/>
                <a:ea typeface="Microsoft YaHei"/>
              </a:rPr>
              <a:t>measurement</a:t>
            </a:r>
            <a:r>
              <a:rPr sz="825" b="0">
                <a:solidFill>
                  <a:srgbClr val="62758C"/>
                </a:solidFill>
                <a:latin typeface="Microsoft YaHei"/>
                <a:ea typeface="Microsoft YaHei"/>
              </a:rPr>
              <a:t> </a:t>
            </a:r>
            <a:r>
              <a:rPr sz="825" b="0">
                <a:solidFill>
                  <a:srgbClr val="62758C"/>
                </a:solidFill>
                <a:latin typeface="Arial"/>
                <a:ea typeface="Microsoft YaHei"/>
              </a:rPr>
              <a:t>workflows</a:t>
            </a:r>
          </a:p>
        </p:txBody>
      </p:sp>
      <p:sp>
        <p:nvSpPr>
          <p:cNvPr id="38" name="TextBox 37"/>
          <p:cNvSpPr txBox="1"/>
          <p:nvPr/>
        </p:nvSpPr>
        <p:spPr>
          <a:xfrm>
            <a:off x="11348256" y="6600825"/>
            <a:ext cx="405593"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62758C"/>
                </a:solidFill>
                <a:latin typeface="Arial"/>
                <a:ea typeface="Microsoft YaHei"/>
              </a:rPr>
              <a:t>19/22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295275"/>
            <a:ext cx="1619236"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19</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REUSE</a:t>
            </a:r>
            <a:r>
              <a:rPr sz="975" b="1">
                <a:solidFill>
                  <a:srgbClr val="168D9D"/>
                </a:solidFill>
                <a:latin typeface="Microsoft YaHei"/>
                <a:ea typeface="Microsoft YaHei"/>
              </a:rPr>
              <a:t> </a:t>
            </a:r>
            <a:r>
              <a:rPr sz="975" b="1">
                <a:solidFill>
                  <a:srgbClr val="168D9D"/>
                </a:solidFill>
                <a:latin typeface="Arial"/>
                <a:ea typeface="Microsoft YaHei"/>
              </a:rPr>
              <a:t>AND</a:t>
            </a:r>
            <a:r>
              <a:rPr sz="975" b="1">
                <a:solidFill>
                  <a:srgbClr val="168D9D"/>
                </a:solidFill>
                <a:latin typeface="Microsoft YaHei"/>
                <a:ea typeface="Microsoft YaHei"/>
              </a:rPr>
              <a:t> </a:t>
            </a:r>
            <a:r>
              <a:rPr sz="975" b="1">
                <a:solidFill>
                  <a:srgbClr val="168D9D"/>
                </a:solidFill>
                <a:latin typeface="Arial"/>
                <a:ea typeface="Microsoft YaHei"/>
              </a:rPr>
              <a:t>SCALE</a:t>
            </a:r>
          </a:p>
        </p:txBody>
      </p:sp>
      <p:sp>
        <p:nvSpPr>
          <p:cNvPr id="4" name="TextBox 3"/>
          <p:cNvSpPr txBox="1"/>
          <p:nvPr/>
        </p:nvSpPr>
        <p:spPr>
          <a:xfrm>
            <a:off x="514350" y="676275"/>
            <a:ext cx="9101602" cy="480059"/>
          </a:xfrm>
          <a:prstGeom prst="rect">
            <a:avLst/>
          </a:prstGeom>
          <a:noFill/>
        </p:spPr>
        <p:txBody>
          <a:bodyPr wrap="none" lIns="0" rIns="0" tIns="0" bIns="0">
            <a:spAutoFit/>
          </a:bodyPr>
          <a:lstStyle/>
          <a:p>
            <a:pPr>
              <a:lnSpc>
                <a:spcPts val="3645"/>
              </a:lnSpc>
              <a:spcBef>
                <a:spcPts val="0"/>
              </a:spcBef>
              <a:spcAft>
                <a:spcPts val="0"/>
              </a:spcAft>
            </a:pPr>
            <a:r>
              <a:rPr sz="2700" b="1">
                <a:solidFill>
                  <a:srgbClr val="11233E"/>
                </a:solidFill>
                <a:latin typeface="Arial"/>
                <a:ea typeface="Microsoft YaHei"/>
              </a:rPr>
              <a:t>Reuse</a:t>
            </a:r>
            <a:r>
              <a:rPr sz="2700" b="1">
                <a:solidFill>
                  <a:srgbClr val="11233E"/>
                </a:solidFill>
                <a:latin typeface="Microsoft YaHei"/>
                <a:ea typeface="Microsoft YaHei"/>
              </a:rPr>
              <a:t> </a:t>
            </a:r>
            <a:r>
              <a:rPr sz="2700" b="1">
                <a:solidFill>
                  <a:srgbClr val="11233E"/>
                </a:solidFill>
                <a:latin typeface="Arial"/>
                <a:ea typeface="Microsoft YaHei"/>
              </a:rPr>
              <a:t>local</a:t>
            </a:r>
            <a:r>
              <a:rPr sz="2700" b="1">
                <a:solidFill>
                  <a:srgbClr val="11233E"/>
                </a:solidFill>
                <a:latin typeface="Microsoft YaHei"/>
                <a:ea typeface="Microsoft YaHei"/>
              </a:rPr>
              <a:t> </a:t>
            </a:r>
            <a:r>
              <a:rPr sz="2700" b="1">
                <a:solidFill>
                  <a:srgbClr val="11233E"/>
                </a:solidFill>
                <a:latin typeface="Arial"/>
                <a:ea typeface="Microsoft YaHei"/>
              </a:rPr>
              <a:t>code.</a:t>
            </a:r>
            <a:r>
              <a:rPr sz="2700" b="1">
                <a:solidFill>
                  <a:srgbClr val="11233E"/>
                </a:solidFill>
                <a:latin typeface="Microsoft YaHei"/>
                <a:ea typeface="Microsoft YaHei"/>
              </a:rPr>
              <a:t> </a:t>
            </a:r>
            <a:r>
              <a:rPr sz="2700" b="1">
                <a:solidFill>
                  <a:srgbClr val="11233E"/>
                </a:solidFill>
                <a:latin typeface="Arial"/>
                <a:ea typeface="Microsoft YaHei"/>
              </a:rPr>
              <a:t>Compose</a:t>
            </a:r>
            <a:r>
              <a:rPr sz="2700" b="1">
                <a:solidFill>
                  <a:srgbClr val="11233E"/>
                </a:solidFill>
                <a:latin typeface="Microsoft YaHei"/>
                <a:ea typeface="Microsoft YaHei"/>
              </a:rPr>
              <a:t> </a:t>
            </a:r>
            <a:r>
              <a:rPr sz="2700" b="1">
                <a:solidFill>
                  <a:srgbClr val="11233E"/>
                </a:solidFill>
                <a:latin typeface="Arial"/>
                <a:ea typeface="Microsoft YaHei"/>
              </a:rPr>
              <a:t>shared</a:t>
            </a:r>
            <a:r>
              <a:rPr sz="2700" b="1">
                <a:solidFill>
                  <a:srgbClr val="11233E"/>
                </a:solidFill>
                <a:latin typeface="Microsoft YaHei"/>
                <a:ea typeface="Microsoft YaHei"/>
              </a:rPr>
              <a:t> </a:t>
            </a:r>
            <a:r>
              <a:rPr sz="2700" b="1">
                <a:solidFill>
                  <a:srgbClr val="11233E"/>
                </a:solidFill>
                <a:latin typeface="Arial"/>
                <a:ea typeface="Microsoft YaHei"/>
              </a:rPr>
              <a:t>capabilities.</a:t>
            </a:r>
          </a:p>
        </p:txBody>
      </p:sp>
      <p:sp>
        <p:nvSpPr>
          <p:cNvPr id="5" name="TextBox 4"/>
          <p:cNvSpPr txBox="1"/>
          <p:nvPr/>
        </p:nvSpPr>
        <p:spPr>
          <a:xfrm>
            <a:off x="533400" y="1247775"/>
            <a:ext cx="9668758"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62758C"/>
                </a:solidFill>
                <a:latin typeface="Arial"/>
                <a:ea typeface="Microsoft YaHei"/>
              </a:rPr>
              <a:t>An</a:t>
            </a:r>
            <a:r>
              <a:rPr sz="1425" b="0">
                <a:solidFill>
                  <a:srgbClr val="62758C"/>
                </a:solidFill>
                <a:latin typeface="Microsoft YaHei"/>
                <a:ea typeface="Microsoft YaHei"/>
              </a:rPr>
              <a:t> </a:t>
            </a:r>
            <a:r>
              <a:rPr sz="1425" b="0">
                <a:solidFill>
                  <a:srgbClr val="62758C"/>
                </a:solidFill>
                <a:latin typeface="Arial"/>
                <a:ea typeface="Microsoft YaHei"/>
              </a:rPr>
              <a:t>instrument</a:t>
            </a:r>
            <a:r>
              <a:rPr sz="1425" b="0">
                <a:solidFill>
                  <a:srgbClr val="62758C"/>
                </a:solidFill>
                <a:latin typeface="Microsoft YaHei"/>
                <a:ea typeface="Microsoft YaHei"/>
              </a:rPr>
              <a:t> </a:t>
            </a:r>
            <a:r>
              <a:rPr sz="1425" b="0">
                <a:solidFill>
                  <a:srgbClr val="62758C"/>
                </a:solidFill>
                <a:latin typeface="Arial"/>
                <a:ea typeface="Microsoft YaHei"/>
              </a:rPr>
              <a:t>capability</a:t>
            </a:r>
            <a:r>
              <a:rPr sz="1425" b="0">
                <a:solidFill>
                  <a:srgbClr val="62758C"/>
                </a:solidFill>
                <a:latin typeface="Microsoft YaHei"/>
                <a:ea typeface="Microsoft YaHei"/>
              </a:rPr>
              <a:t> </a:t>
            </a:r>
            <a:r>
              <a:rPr sz="1425" b="0">
                <a:solidFill>
                  <a:srgbClr val="62758C"/>
                </a:solidFill>
                <a:latin typeface="Arial"/>
                <a:ea typeface="Microsoft YaHei"/>
              </a:rPr>
              <a:t>is</a:t>
            </a:r>
            <a:r>
              <a:rPr sz="1425" b="0">
                <a:solidFill>
                  <a:srgbClr val="62758C"/>
                </a:solidFill>
                <a:latin typeface="Microsoft YaHei"/>
                <a:ea typeface="Microsoft YaHei"/>
              </a:rPr>
              <a:t> </a:t>
            </a:r>
            <a:r>
              <a:rPr sz="1425" b="0">
                <a:solidFill>
                  <a:srgbClr val="62758C"/>
                </a:solidFill>
                <a:latin typeface="Arial"/>
                <a:ea typeface="Microsoft YaHei"/>
              </a:rPr>
              <a:t>portable</a:t>
            </a:r>
            <a:r>
              <a:rPr sz="1425" b="0">
                <a:solidFill>
                  <a:srgbClr val="62758C"/>
                </a:solidFill>
                <a:latin typeface="Microsoft YaHei"/>
                <a:ea typeface="Microsoft YaHei"/>
              </a:rPr>
              <a:t> </a:t>
            </a:r>
            <a:r>
              <a:rPr sz="1425" b="0">
                <a:solidFill>
                  <a:srgbClr val="62758C"/>
                </a:solidFill>
                <a:latin typeface="Arial"/>
                <a:ea typeface="Microsoft YaHei"/>
              </a:rPr>
              <a:t>at</a:t>
            </a:r>
            <a:r>
              <a:rPr sz="1425" b="0">
                <a:solidFill>
                  <a:srgbClr val="62758C"/>
                </a:solidFill>
                <a:latin typeface="Microsoft YaHei"/>
                <a:ea typeface="Microsoft YaHei"/>
              </a:rPr>
              <a:t> </a:t>
            </a:r>
            <a:r>
              <a:rPr sz="1425" b="0">
                <a:solidFill>
                  <a:srgbClr val="62758C"/>
                </a:solidFill>
                <a:latin typeface="Arial"/>
                <a:ea typeface="Microsoft YaHei"/>
              </a:rPr>
              <a:t>the</a:t>
            </a:r>
            <a:r>
              <a:rPr sz="1425" b="0">
                <a:solidFill>
                  <a:srgbClr val="62758C"/>
                </a:solidFill>
                <a:latin typeface="Microsoft YaHei"/>
                <a:ea typeface="Microsoft YaHei"/>
              </a:rPr>
              <a:t> </a:t>
            </a:r>
            <a:r>
              <a:rPr sz="1425" b="0">
                <a:solidFill>
                  <a:srgbClr val="62758C"/>
                </a:solidFill>
                <a:latin typeface="Arial"/>
                <a:ea typeface="Microsoft YaHei"/>
              </a:rPr>
              <a:t>planning</a:t>
            </a:r>
            <a:r>
              <a:rPr sz="1425" b="0">
                <a:solidFill>
                  <a:srgbClr val="62758C"/>
                </a:solidFill>
                <a:latin typeface="Microsoft YaHei"/>
                <a:ea typeface="Microsoft YaHei"/>
              </a:rPr>
              <a:t> </a:t>
            </a:r>
            <a:r>
              <a:rPr sz="1425" b="0">
                <a:solidFill>
                  <a:srgbClr val="62758C"/>
                </a:solidFill>
                <a:latin typeface="Arial"/>
                <a:ea typeface="Microsoft YaHei"/>
              </a:rPr>
              <a:t>layer</a:t>
            </a:r>
            <a:r>
              <a:rPr sz="1425" b="0">
                <a:solidFill>
                  <a:srgbClr val="62758C"/>
                </a:solidFill>
                <a:latin typeface="Microsoft YaHei"/>
                <a:ea typeface="Microsoft YaHei"/>
              </a:rPr>
              <a:t> </a:t>
            </a:r>
            <a:r>
              <a:rPr sz="1425" b="0">
                <a:solidFill>
                  <a:srgbClr val="62758C"/>
                </a:solidFill>
                <a:latin typeface="Arial"/>
                <a:ea typeface="Microsoft YaHei"/>
              </a:rPr>
              <a:t>even</a:t>
            </a:r>
            <a:r>
              <a:rPr sz="1425" b="0">
                <a:solidFill>
                  <a:srgbClr val="62758C"/>
                </a:solidFill>
                <a:latin typeface="Microsoft YaHei"/>
                <a:ea typeface="Microsoft YaHei"/>
              </a:rPr>
              <a:t> </a:t>
            </a:r>
            <a:r>
              <a:rPr sz="1425" b="0">
                <a:solidFill>
                  <a:srgbClr val="62758C"/>
                </a:solidFill>
                <a:latin typeface="Arial"/>
                <a:ea typeface="Microsoft YaHei"/>
              </a:rPr>
              <a:t>when</a:t>
            </a:r>
            <a:r>
              <a:rPr sz="1425" b="0">
                <a:solidFill>
                  <a:srgbClr val="62758C"/>
                </a:solidFill>
                <a:latin typeface="Microsoft YaHei"/>
                <a:ea typeface="Microsoft YaHei"/>
              </a:rPr>
              <a:t> </a:t>
            </a:r>
            <a:r>
              <a:rPr sz="1425" b="0">
                <a:solidFill>
                  <a:srgbClr val="62758C"/>
                </a:solidFill>
                <a:latin typeface="Arial"/>
                <a:ea typeface="Microsoft YaHei"/>
              </a:rPr>
              <a:t>its</a:t>
            </a:r>
            <a:r>
              <a:rPr sz="1425" b="0">
                <a:solidFill>
                  <a:srgbClr val="62758C"/>
                </a:solidFill>
                <a:latin typeface="Microsoft YaHei"/>
                <a:ea typeface="Microsoft YaHei"/>
              </a:rPr>
              <a:t> </a:t>
            </a:r>
            <a:r>
              <a:rPr sz="1425" b="0">
                <a:solidFill>
                  <a:srgbClr val="62758C"/>
                </a:solidFill>
                <a:latin typeface="Arial"/>
                <a:ea typeface="Microsoft YaHei"/>
              </a:rPr>
              <a:t>vendor</a:t>
            </a:r>
            <a:r>
              <a:rPr sz="1425" b="0">
                <a:solidFill>
                  <a:srgbClr val="62758C"/>
                </a:solidFill>
                <a:latin typeface="Microsoft YaHei"/>
                <a:ea typeface="Microsoft YaHei"/>
              </a:rPr>
              <a:t> </a:t>
            </a:r>
            <a:r>
              <a:rPr sz="1425" b="0">
                <a:solidFill>
                  <a:srgbClr val="62758C"/>
                </a:solidFill>
                <a:latin typeface="Arial"/>
                <a:ea typeface="Microsoft YaHei"/>
              </a:rPr>
              <a:t>environment</a:t>
            </a:r>
            <a:r>
              <a:rPr sz="1425" b="0">
                <a:solidFill>
                  <a:srgbClr val="62758C"/>
                </a:solidFill>
                <a:latin typeface="Microsoft YaHei"/>
                <a:ea typeface="Microsoft YaHei"/>
              </a:rPr>
              <a:t> </a:t>
            </a:r>
            <a:r>
              <a:rPr sz="1425" b="0">
                <a:solidFill>
                  <a:srgbClr val="62758C"/>
                </a:solidFill>
                <a:latin typeface="Arial"/>
                <a:ea typeface="Microsoft YaHei"/>
              </a:rPr>
              <a:t>remains</a:t>
            </a:r>
            <a:r>
              <a:rPr sz="1425" b="0">
                <a:solidFill>
                  <a:srgbClr val="62758C"/>
                </a:solidFill>
                <a:latin typeface="Microsoft YaHei"/>
                <a:ea typeface="Microsoft YaHei"/>
              </a:rPr>
              <a:t> </a:t>
            </a:r>
            <a:r>
              <a:rPr sz="1425" b="0">
                <a:solidFill>
                  <a:srgbClr val="62758C"/>
                </a:solidFill>
                <a:latin typeface="Arial"/>
                <a:ea typeface="Microsoft YaHei"/>
              </a:rPr>
              <a:t>local.</a:t>
            </a:r>
          </a:p>
        </p:txBody>
      </p:sp>
      <p:sp>
        <p:nvSpPr>
          <p:cNvPr id="6" name="Rounded Rectangle 5"/>
          <p:cNvSpPr/>
          <p:nvPr/>
        </p:nvSpPr>
        <p:spPr>
          <a:xfrm>
            <a:off x="514350" y="1905000"/>
            <a:ext cx="3429000" cy="2286000"/>
          </a:xfrm>
          <a:prstGeom prst="roundRect">
            <a:avLst>
              <a:gd name="adj" fmla="val 5000"/>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14350" y="2066925"/>
            <a:ext cx="38100" cy="314325"/>
          </a:xfrm>
          <a:prstGeom prst="rect">
            <a:avLst/>
          </a:pr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850" y="2057400"/>
            <a:ext cx="3066947" cy="300037"/>
          </a:xfrm>
          <a:prstGeom prst="rect">
            <a:avLst/>
          </a:prstGeom>
          <a:noFill/>
        </p:spPr>
        <p:txBody>
          <a:bodyPr wrap="none" lIns="0" rIns="0" tIns="0" bIns="0">
            <a:spAutoFit/>
          </a:bodyPr>
          <a:lstStyle/>
          <a:p>
            <a:pPr>
              <a:lnSpc>
                <a:spcPts val="2278"/>
              </a:lnSpc>
              <a:spcBef>
                <a:spcPts val="0"/>
              </a:spcBef>
              <a:spcAft>
                <a:spcPts val="0"/>
              </a:spcAft>
            </a:pPr>
            <a:r>
              <a:rPr sz="1687" b="1">
                <a:solidFill>
                  <a:srgbClr val="7653CF"/>
                </a:solidFill>
                <a:latin typeface="Arial"/>
                <a:ea typeface="Microsoft YaHei"/>
              </a:rPr>
              <a:t>Existing</a:t>
            </a:r>
            <a:r>
              <a:rPr sz="1687" b="1">
                <a:solidFill>
                  <a:srgbClr val="7653CF"/>
                </a:solidFill>
                <a:latin typeface="Microsoft YaHei"/>
                <a:ea typeface="Microsoft YaHei"/>
              </a:rPr>
              <a:t> </a:t>
            </a:r>
            <a:r>
              <a:rPr sz="1687" b="1">
                <a:solidFill>
                  <a:srgbClr val="7653CF"/>
                </a:solidFill>
                <a:latin typeface="Arial"/>
                <a:ea typeface="Microsoft YaHei"/>
              </a:rPr>
              <a:t>instrument</a:t>
            </a:r>
            <a:r>
              <a:rPr sz="1687" b="1">
                <a:solidFill>
                  <a:srgbClr val="7653CF"/>
                </a:solidFill>
                <a:latin typeface="Microsoft YaHei"/>
                <a:ea typeface="Microsoft YaHei"/>
              </a:rPr>
              <a:t> </a:t>
            </a:r>
            <a:r>
              <a:rPr sz="1687" b="1">
                <a:solidFill>
                  <a:srgbClr val="7653CF"/>
                </a:solidFill>
                <a:latin typeface="Arial"/>
                <a:ea typeface="Microsoft YaHei"/>
              </a:rPr>
              <a:t>code</a:t>
            </a:r>
          </a:p>
        </p:txBody>
      </p:sp>
      <p:sp>
        <p:nvSpPr>
          <p:cNvPr id="9" name="TextBox 8"/>
          <p:cNvSpPr txBox="1"/>
          <p:nvPr/>
        </p:nvSpPr>
        <p:spPr>
          <a:xfrm>
            <a:off x="704850" y="2495550"/>
            <a:ext cx="2859244" cy="306705"/>
          </a:xfrm>
          <a:prstGeom prst="rect">
            <a:avLst/>
          </a:prstGeom>
          <a:noFill/>
        </p:spPr>
        <p:txBody>
          <a:bodyPr wrap="none" lIns="0" rIns="0" tIns="0" bIns="0">
            <a:spAutoFit/>
          </a:bodyPr>
          <a:lstStyle/>
          <a:p>
            <a:pPr>
              <a:lnSpc>
                <a:spcPts val="2328"/>
              </a:lnSpc>
              <a:spcBef>
                <a:spcPts val="0"/>
              </a:spcBef>
              <a:spcAft>
                <a:spcPts val="0"/>
              </a:spcAft>
            </a:pPr>
            <a:r>
              <a:rPr sz="1725" b="0">
                <a:solidFill>
                  <a:srgbClr val="23364D"/>
                </a:solidFill>
                <a:latin typeface="Arial"/>
                <a:ea typeface="Microsoft YaHei"/>
              </a:rPr>
              <a:t>Connect</a:t>
            </a:r>
            <a:r>
              <a:rPr sz="1725" b="0">
                <a:solidFill>
                  <a:srgbClr val="23364D"/>
                </a:solidFill>
                <a:latin typeface="Microsoft YaHei"/>
                <a:ea typeface="Microsoft YaHei"/>
              </a:rPr>
              <a:t> </a:t>
            </a:r>
            <a:r>
              <a:rPr sz="1725" b="0">
                <a:solidFill>
                  <a:srgbClr val="23364D"/>
                </a:solidFill>
                <a:latin typeface="Arial"/>
                <a:ea typeface="Microsoft YaHei"/>
              </a:rPr>
              <a:t>/</a:t>
            </a:r>
            <a:r>
              <a:rPr sz="1725" b="0">
                <a:solidFill>
                  <a:srgbClr val="23364D"/>
                </a:solidFill>
                <a:latin typeface="Microsoft YaHei"/>
                <a:ea typeface="Microsoft YaHei"/>
              </a:rPr>
              <a:t> </a:t>
            </a:r>
            <a:r>
              <a:rPr sz="1725" b="0">
                <a:solidFill>
                  <a:srgbClr val="23364D"/>
                </a:solidFill>
                <a:latin typeface="Arial"/>
                <a:ea typeface="Microsoft YaHei"/>
              </a:rPr>
              <a:t>identify</a:t>
            </a:r>
            <a:r>
              <a:rPr sz="1725" b="0">
                <a:solidFill>
                  <a:srgbClr val="23364D"/>
                </a:solidFill>
                <a:latin typeface="Microsoft YaHei"/>
                <a:ea typeface="Microsoft YaHei"/>
              </a:rPr>
              <a:t> </a:t>
            </a:r>
            <a:r>
              <a:rPr sz="1725" b="0">
                <a:solidFill>
                  <a:srgbClr val="23364D"/>
                </a:solidFill>
                <a:latin typeface="Arial"/>
                <a:ea typeface="Microsoft YaHei"/>
              </a:rPr>
              <a:t>/</a:t>
            </a:r>
            <a:r>
              <a:rPr sz="1725" b="0">
                <a:solidFill>
                  <a:srgbClr val="23364D"/>
                </a:solidFill>
                <a:latin typeface="Microsoft YaHei"/>
                <a:ea typeface="Microsoft YaHei"/>
              </a:rPr>
              <a:t> </a:t>
            </a:r>
            <a:r>
              <a:rPr sz="1725" b="0">
                <a:solidFill>
                  <a:srgbClr val="23364D"/>
                </a:solidFill>
                <a:latin typeface="Arial"/>
                <a:ea typeface="Microsoft YaHei"/>
              </a:rPr>
              <a:t>status</a:t>
            </a:r>
          </a:p>
        </p:txBody>
      </p:sp>
      <p:sp>
        <p:nvSpPr>
          <p:cNvPr id="10" name="TextBox 9"/>
          <p:cNvSpPr txBox="1"/>
          <p:nvPr/>
        </p:nvSpPr>
        <p:spPr>
          <a:xfrm>
            <a:off x="704850" y="2791301"/>
            <a:ext cx="2505386" cy="306705"/>
          </a:xfrm>
          <a:prstGeom prst="rect">
            <a:avLst/>
          </a:prstGeom>
          <a:noFill/>
        </p:spPr>
        <p:txBody>
          <a:bodyPr wrap="none" lIns="0" rIns="0" tIns="0" bIns="0">
            <a:spAutoFit/>
          </a:bodyPr>
          <a:lstStyle/>
          <a:p>
            <a:pPr>
              <a:lnSpc>
                <a:spcPts val="2328"/>
              </a:lnSpc>
              <a:spcBef>
                <a:spcPts val="0"/>
              </a:spcBef>
              <a:spcAft>
                <a:spcPts val="0"/>
              </a:spcAft>
            </a:pPr>
            <a:r>
              <a:rPr sz="1725" b="0">
                <a:solidFill>
                  <a:srgbClr val="23364D"/>
                </a:solidFill>
                <a:latin typeface="Arial"/>
                <a:ea typeface="Microsoft YaHei"/>
              </a:rPr>
              <a:t>Set</a:t>
            </a:r>
            <a:r>
              <a:rPr sz="1725" b="0">
                <a:solidFill>
                  <a:srgbClr val="23364D"/>
                </a:solidFill>
                <a:latin typeface="Microsoft YaHei"/>
                <a:ea typeface="Microsoft YaHei"/>
              </a:rPr>
              <a:t> </a:t>
            </a:r>
            <a:r>
              <a:rPr sz="1725" b="0">
                <a:solidFill>
                  <a:srgbClr val="23364D"/>
                </a:solidFill>
                <a:latin typeface="Arial"/>
                <a:ea typeface="Microsoft YaHei"/>
              </a:rPr>
              <a:t>/</a:t>
            </a:r>
            <a:r>
              <a:rPr sz="1725" b="0">
                <a:solidFill>
                  <a:srgbClr val="23364D"/>
                </a:solidFill>
                <a:latin typeface="Microsoft YaHei"/>
                <a:ea typeface="Microsoft YaHei"/>
              </a:rPr>
              <a:t> </a:t>
            </a:r>
            <a:r>
              <a:rPr sz="1725" b="0">
                <a:solidFill>
                  <a:srgbClr val="23364D"/>
                </a:solidFill>
                <a:latin typeface="Arial"/>
                <a:ea typeface="Microsoft YaHei"/>
              </a:rPr>
              <a:t>read</a:t>
            </a:r>
            <a:r>
              <a:rPr sz="1725" b="0">
                <a:solidFill>
                  <a:srgbClr val="23364D"/>
                </a:solidFill>
                <a:latin typeface="Microsoft YaHei"/>
                <a:ea typeface="Microsoft YaHei"/>
              </a:rPr>
              <a:t> </a:t>
            </a:r>
            <a:r>
              <a:rPr sz="1725" b="0">
                <a:solidFill>
                  <a:srgbClr val="23364D"/>
                </a:solidFill>
                <a:latin typeface="Arial"/>
                <a:ea typeface="Microsoft YaHei"/>
              </a:rPr>
              <a:t>back</a:t>
            </a:r>
            <a:r>
              <a:rPr sz="1725" b="0">
                <a:solidFill>
                  <a:srgbClr val="23364D"/>
                </a:solidFill>
                <a:latin typeface="Microsoft YaHei"/>
                <a:ea typeface="Microsoft YaHei"/>
              </a:rPr>
              <a:t> </a:t>
            </a:r>
            <a:r>
              <a:rPr sz="1725" b="0">
                <a:solidFill>
                  <a:srgbClr val="23364D"/>
                </a:solidFill>
                <a:latin typeface="Arial"/>
                <a:ea typeface="Microsoft YaHei"/>
              </a:rPr>
              <a:t>/</a:t>
            </a:r>
            <a:r>
              <a:rPr sz="1725" b="0">
                <a:solidFill>
                  <a:srgbClr val="23364D"/>
                </a:solidFill>
                <a:latin typeface="Microsoft YaHei"/>
                <a:ea typeface="Microsoft YaHei"/>
              </a:rPr>
              <a:t> </a:t>
            </a:r>
            <a:r>
              <a:rPr sz="1725" b="0">
                <a:solidFill>
                  <a:srgbClr val="23364D"/>
                </a:solidFill>
                <a:latin typeface="Arial"/>
                <a:ea typeface="Microsoft YaHei"/>
              </a:rPr>
              <a:t>settle</a:t>
            </a:r>
          </a:p>
        </p:txBody>
      </p:sp>
      <p:sp>
        <p:nvSpPr>
          <p:cNvPr id="11" name="TextBox 10"/>
          <p:cNvSpPr txBox="1"/>
          <p:nvPr/>
        </p:nvSpPr>
        <p:spPr>
          <a:xfrm>
            <a:off x="704850" y="3087052"/>
            <a:ext cx="2661028" cy="306705"/>
          </a:xfrm>
          <a:prstGeom prst="rect">
            <a:avLst/>
          </a:prstGeom>
          <a:noFill/>
        </p:spPr>
        <p:txBody>
          <a:bodyPr wrap="none" lIns="0" rIns="0" tIns="0" bIns="0">
            <a:spAutoFit/>
          </a:bodyPr>
          <a:lstStyle/>
          <a:p>
            <a:pPr>
              <a:lnSpc>
                <a:spcPts val="2328"/>
              </a:lnSpc>
              <a:spcBef>
                <a:spcPts val="0"/>
              </a:spcBef>
              <a:spcAft>
                <a:spcPts val="0"/>
              </a:spcAft>
            </a:pPr>
            <a:r>
              <a:rPr sz="1725" b="0">
                <a:solidFill>
                  <a:srgbClr val="23364D"/>
                </a:solidFill>
                <a:latin typeface="Arial"/>
                <a:ea typeface="Microsoft YaHei"/>
              </a:rPr>
              <a:t>Acquire</a:t>
            </a:r>
            <a:r>
              <a:rPr sz="1725" b="0">
                <a:solidFill>
                  <a:srgbClr val="23364D"/>
                </a:solidFill>
                <a:latin typeface="Microsoft YaHei"/>
                <a:ea typeface="Microsoft YaHei"/>
              </a:rPr>
              <a:t> </a:t>
            </a:r>
            <a:r>
              <a:rPr sz="1725" b="0">
                <a:solidFill>
                  <a:srgbClr val="23364D"/>
                </a:solidFill>
                <a:latin typeface="Arial"/>
                <a:ea typeface="Microsoft YaHei"/>
              </a:rPr>
              <a:t>/</a:t>
            </a:r>
            <a:r>
              <a:rPr sz="1725" b="0">
                <a:solidFill>
                  <a:srgbClr val="23364D"/>
                </a:solidFill>
                <a:latin typeface="Microsoft YaHei"/>
                <a:ea typeface="Microsoft YaHei"/>
              </a:rPr>
              <a:t> </a:t>
            </a:r>
            <a:r>
              <a:rPr sz="1725" b="0">
                <a:solidFill>
                  <a:srgbClr val="23364D"/>
                </a:solidFill>
                <a:latin typeface="Arial"/>
                <a:ea typeface="Microsoft YaHei"/>
              </a:rPr>
              <a:t>write</a:t>
            </a:r>
            <a:r>
              <a:rPr sz="1725" b="0">
                <a:solidFill>
                  <a:srgbClr val="23364D"/>
                </a:solidFill>
                <a:latin typeface="Microsoft YaHei"/>
                <a:ea typeface="Microsoft YaHei"/>
              </a:rPr>
              <a:t> </a:t>
            </a:r>
            <a:r>
              <a:rPr sz="1725" b="0">
                <a:solidFill>
                  <a:srgbClr val="23364D"/>
                </a:solidFill>
                <a:latin typeface="Arial"/>
                <a:ea typeface="Microsoft YaHei"/>
              </a:rPr>
              <a:t>raw</a:t>
            </a:r>
            <a:r>
              <a:rPr sz="1725" b="0">
                <a:solidFill>
                  <a:srgbClr val="23364D"/>
                </a:solidFill>
                <a:latin typeface="Microsoft YaHei"/>
                <a:ea typeface="Microsoft YaHei"/>
              </a:rPr>
              <a:t> </a:t>
            </a:r>
            <a:r>
              <a:rPr sz="1725" b="0">
                <a:solidFill>
                  <a:srgbClr val="23364D"/>
                </a:solidFill>
                <a:latin typeface="Arial"/>
                <a:ea typeface="Microsoft YaHei"/>
              </a:rPr>
              <a:t>data</a:t>
            </a:r>
          </a:p>
        </p:txBody>
      </p:sp>
      <p:sp>
        <p:nvSpPr>
          <p:cNvPr id="12" name="TextBox 11"/>
          <p:cNvSpPr txBox="1"/>
          <p:nvPr/>
        </p:nvSpPr>
        <p:spPr>
          <a:xfrm>
            <a:off x="704850" y="3382803"/>
            <a:ext cx="2777090" cy="306705"/>
          </a:xfrm>
          <a:prstGeom prst="rect">
            <a:avLst/>
          </a:prstGeom>
          <a:noFill/>
        </p:spPr>
        <p:txBody>
          <a:bodyPr wrap="none" lIns="0" rIns="0" tIns="0" bIns="0">
            <a:spAutoFit/>
          </a:bodyPr>
          <a:lstStyle/>
          <a:p>
            <a:pPr>
              <a:lnSpc>
                <a:spcPts val="2328"/>
              </a:lnSpc>
              <a:spcBef>
                <a:spcPts val="0"/>
              </a:spcBef>
              <a:spcAft>
                <a:spcPts val="0"/>
              </a:spcAft>
            </a:pPr>
            <a:r>
              <a:rPr sz="1725" b="0">
                <a:solidFill>
                  <a:srgbClr val="23364D"/>
                </a:solidFill>
                <a:latin typeface="Arial"/>
                <a:ea typeface="Microsoft YaHei"/>
              </a:rPr>
              <a:t>Stop</a:t>
            </a:r>
            <a:r>
              <a:rPr sz="1725" b="0">
                <a:solidFill>
                  <a:srgbClr val="23364D"/>
                </a:solidFill>
                <a:latin typeface="Microsoft YaHei"/>
                <a:ea typeface="Microsoft YaHei"/>
              </a:rPr>
              <a:t> </a:t>
            </a:r>
            <a:r>
              <a:rPr sz="1725" b="0">
                <a:solidFill>
                  <a:srgbClr val="23364D"/>
                </a:solidFill>
                <a:latin typeface="Arial"/>
                <a:ea typeface="Microsoft YaHei"/>
              </a:rPr>
              <a:t>/</a:t>
            </a:r>
            <a:r>
              <a:rPr sz="1725" b="0">
                <a:solidFill>
                  <a:srgbClr val="23364D"/>
                </a:solidFill>
                <a:latin typeface="Microsoft YaHei"/>
                <a:ea typeface="Microsoft YaHei"/>
              </a:rPr>
              <a:t> </a:t>
            </a:r>
            <a:r>
              <a:rPr sz="1725" b="0">
                <a:solidFill>
                  <a:srgbClr val="23364D"/>
                </a:solidFill>
                <a:latin typeface="Arial"/>
                <a:ea typeface="Microsoft YaHei"/>
              </a:rPr>
              <a:t>verify</a:t>
            </a:r>
            <a:r>
              <a:rPr sz="1725" b="0">
                <a:solidFill>
                  <a:srgbClr val="23364D"/>
                </a:solidFill>
                <a:latin typeface="Microsoft YaHei"/>
                <a:ea typeface="Microsoft YaHei"/>
              </a:rPr>
              <a:t> </a:t>
            </a:r>
            <a:r>
              <a:rPr sz="1725" b="0">
                <a:solidFill>
                  <a:srgbClr val="23364D"/>
                </a:solidFill>
                <a:latin typeface="Arial"/>
                <a:ea typeface="Microsoft YaHei"/>
              </a:rPr>
              <a:t>output</a:t>
            </a:r>
            <a:r>
              <a:rPr sz="1725" b="0">
                <a:solidFill>
                  <a:srgbClr val="23364D"/>
                </a:solidFill>
                <a:latin typeface="Microsoft YaHei"/>
                <a:ea typeface="Microsoft YaHei"/>
              </a:rPr>
              <a:t> </a:t>
            </a:r>
            <a:r>
              <a:rPr sz="1725" b="0">
                <a:solidFill>
                  <a:srgbClr val="23364D"/>
                </a:solidFill>
                <a:latin typeface="Arial"/>
                <a:ea typeface="Microsoft YaHei"/>
              </a:rPr>
              <a:t>state</a:t>
            </a:r>
          </a:p>
        </p:txBody>
      </p:sp>
      <p:sp>
        <p:nvSpPr>
          <p:cNvPr id="13" name="Rounded Rectangle 12"/>
          <p:cNvSpPr/>
          <p:nvPr/>
        </p:nvSpPr>
        <p:spPr>
          <a:xfrm>
            <a:off x="4381500" y="1905000"/>
            <a:ext cx="3429000" cy="2286000"/>
          </a:xfrm>
          <a:prstGeom prst="roundRect">
            <a:avLst>
              <a:gd name="adj" fmla="val 5000"/>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1500" y="2066925"/>
            <a:ext cx="38100" cy="314325"/>
          </a:xfrm>
          <a:prstGeom prst="rect">
            <a:avLst/>
          </a:pr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2057400"/>
            <a:ext cx="3072863" cy="306705"/>
          </a:xfrm>
          <a:prstGeom prst="rect">
            <a:avLst/>
          </a:prstGeom>
          <a:noFill/>
        </p:spPr>
        <p:txBody>
          <a:bodyPr wrap="none" lIns="0" rIns="0" tIns="0" bIns="0">
            <a:spAutoFit/>
          </a:bodyPr>
          <a:lstStyle/>
          <a:p>
            <a:pPr>
              <a:lnSpc>
                <a:spcPts val="2328"/>
              </a:lnSpc>
              <a:spcBef>
                <a:spcPts val="0"/>
              </a:spcBef>
              <a:spcAft>
                <a:spcPts val="0"/>
              </a:spcAft>
            </a:pPr>
            <a:r>
              <a:rPr sz="1725" b="1">
                <a:solidFill>
                  <a:srgbClr val="168D9D"/>
                </a:solidFill>
                <a:latin typeface="Arial"/>
                <a:ea typeface="Microsoft YaHei"/>
              </a:rPr>
              <a:t>Bounded</a:t>
            </a:r>
            <a:r>
              <a:rPr sz="1725" b="1">
                <a:solidFill>
                  <a:srgbClr val="168D9D"/>
                </a:solidFill>
                <a:latin typeface="Microsoft YaHei"/>
                <a:ea typeface="Microsoft YaHei"/>
              </a:rPr>
              <a:t> </a:t>
            </a:r>
            <a:r>
              <a:rPr sz="1725" b="1">
                <a:solidFill>
                  <a:srgbClr val="168D9D"/>
                </a:solidFill>
                <a:latin typeface="Arial"/>
                <a:ea typeface="Microsoft YaHei"/>
              </a:rPr>
              <a:t>local</a:t>
            </a:r>
            <a:r>
              <a:rPr sz="1725" b="1">
                <a:solidFill>
                  <a:srgbClr val="168D9D"/>
                </a:solidFill>
                <a:latin typeface="Microsoft YaHei"/>
                <a:ea typeface="Microsoft YaHei"/>
              </a:rPr>
              <a:t> </a:t>
            </a:r>
            <a:r>
              <a:rPr sz="1725" b="1">
                <a:solidFill>
                  <a:srgbClr val="168D9D"/>
                </a:solidFill>
                <a:latin typeface="Arial"/>
                <a:ea typeface="Microsoft YaHei"/>
              </a:rPr>
              <a:t>capability</a:t>
            </a:r>
          </a:p>
        </p:txBody>
      </p:sp>
      <p:sp>
        <p:nvSpPr>
          <p:cNvPr id="16" name="TextBox 15"/>
          <p:cNvSpPr txBox="1"/>
          <p:nvPr/>
        </p:nvSpPr>
        <p:spPr>
          <a:xfrm>
            <a:off x="4572000" y="2495550"/>
            <a:ext cx="2391458" cy="286702"/>
          </a:xfrm>
          <a:prstGeom prst="rect">
            <a:avLst/>
          </a:prstGeom>
          <a:noFill/>
        </p:spPr>
        <p:txBody>
          <a:bodyPr wrap="none" lIns="0" rIns="0" tIns="0" bIns="0">
            <a:spAutoFit/>
          </a:bodyPr>
          <a:lstStyle/>
          <a:p>
            <a:pPr>
              <a:lnSpc>
                <a:spcPts val="2176"/>
              </a:lnSpc>
              <a:spcBef>
                <a:spcPts val="0"/>
              </a:spcBef>
              <a:spcAft>
                <a:spcPts val="0"/>
              </a:spcAft>
            </a:pPr>
            <a:r>
              <a:rPr sz="1612" b="0">
                <a:solidFill>
                  <a:srgbClr val="23364D"/>
                </a:solidFill>
                <a:latin typeface="Arial"/>
                <a:ea typeface="Microsoft YaHei"/>
              </a:rPr>
              <a:t>Typed</a:t>
            </a:r>
            <a:r>
              <a:rPr sz="1612" b="0">
                <a:solidFill>
                  <a:srgbClr val="23364D"/>
                </a:solidFill>
                <a:latin typeface="Microsoft YaHei"/>
                <a:ea typeface="Microsoft YaHei"/>
              </a:rPr>
              <a:t> </a:t>
            </a:r>
            <a:r>
              <a:rPr sz="1612" b="0">
                <a:solidFill>
                  <a:srgbClr val="23364D"/>
                </a:solidFill>
                <a:latin typeface="Arial"/>
                <a:ea typeface="Microsoft YaHei"/>
              </a:rPr>
              <a:t>inputs</a:t>
            </a:r>
            <a:r>
              <a:rPr sz="1612" b="0">
                <a:solidFill>
                  <a:srgbClr val="23364D"/>
                </a:solidFill>
                <a:latin typeface="Microsoft YaHei"/>
                <a:ea typeface="Microsoft YaHei"/>
              </a:rPr>
              <a:t> </a:t>
            </a:r>
            <a:r>
              <a:rPr sz="1612" b="0">
                <a:solidFill>
                  <a:srgbClr val="23364D"/>
                </a:solidFill>
                <a:latin typeface="Arial"/>
                <a:ea typeface="Microsoft YaHei"/>
              </a:rPr>
              <a:t>and</a:t>
            </a:r>
            <a:r>
              <a:rPr sz="1612" b="0">
                <a:solidFill>
                  <a:srgbClr val="23364D"/>
                </a:solidFill>
                <a:latin typeface="Microsoft YaHei"/>
                <a:ea typeface="Microsoft YaHei"/>
              </a:rPr>
              <a:t> </a:t>
            </a:r>
            <a:r>
              <a:rPr sz="1612" b="0">
                <a:solidFill>
                  <a:srgbClr val="23364D"/>
                </a:solidFill>
                <a:latin typeface="Arial"/>
                <a:ea typeface="Microsoft YaHei"/>
              </a:rPr>
              <a:t>units</a:t>
            </a:r>
          </a:p>
        </p:txBody>
      </p:sp>
      <p:sp>
        <p:nvSpPr>
          <p:cNvPr id="17" name="TextBox 16"/>
          <p:cNvSpPr txBox="1"/>
          <p:nvPr/>
        </p:nvSpPr>
        <p:spPr>
          <a:xfrm>
            <a:off x="4572000" y="2772013"/>
            <a:ext cx="3061017" cy="286702"/>
          </a:xfrm>
          <a:prstGeom prst="rect">
            <a:avLst/>
          </a:prstGeom>
          <a:noFill/>
        </p:spPr>
        <p:txBody>
          <a:bodyPr wrap="none" lIns="0" rIns="0" tIns="0" bIns="0">
            <a:spAutoFit/>
          </a:bodyPr>
          <a:lstStyle/>
          <a:p>
            <a:pPr>
              <a:lnSpc>
                <a:spcPts val="2176"/>
              </a:lnSpc>
              <a:spcBef>
                <a:spcPts val="0"/>
              </a:spcBef>
              <a:spcAft>
                <a:spcPts val="0"/>
              </a:spcAft>
            </a:pPr>
            <a:r>
              <a:rPr sz="1612" b="0">
                <a:solidFill>
                  <a:srgbClr val="23364D"/>
                </a:solidFill>
                <a:latin typeface="Arial"/>
                <a:ea typeface="Microsoft YaHei"/>
              </a:rPr>
              <a:t>Defined</a:t>
            </a:r>
            <a:r>
              <a:rPr sz="1612" b="0">
                <a:solidFill>
                  <a:srgbClr val="23364D"/>
                </a:solidFill>
                <a:latin typeface="Microsoft YaHei"/>
                <a:ea typeface="Microsoft YaHei"/>
              </a:rPr>
              <a:t> </a:t>
            </a:r>
            <a:r>
              <a:rPr sz="1612" b="0">
                <a:solidFill>
                  <a:srgbClr val="23364D"/>
                </a:solidFill>
                <a:latin typeface="Arial"/>
                <a:ea typeface="Microsoft YaHei"/>
              </a:rPr>
              <a:t>return</a:t>
            </a:r>
            <a:r>
              <a:rPr sz="1612" b="0">
                <a:solidFill>
                  <a:srgbClr val="23364D"/>
                </a:solidFill>
                <a:latin typeface="Microsoft YaHei"/>
                <a:ea typeface="Microsoft YaHei"/>
              </a:rPr>
              <a:t> </a:t>
            </a:r>
            <a:r>
              <a:rPr sz="1612" b="0">
                <a:solidFill>
                  <a:srgbClr val="23364D"/>
                </a:solidFill>
                <a:latin typeface="Arial"/>
                <a:ea typeface="Microsoft YaHei"/>
              </a:rPr>
              <a:t>data</a:t>
            </a:r>
            <a:r>
              <a:rPr sz="1612" b="0">
                <a:solidFill>
                  <a:srgbClr val="23364D"/>
                </a:solidFill>
                <a:latin typeface="Microsoft YaHei"/>
                <a:ea typeface="Microsoft YaHei"/>
              </a:rPr>
              <a:t> </a:t>
            </a:r>
            <a:r>
              <a:rPr sz="1612" b="0">
                <a:solidFill>
                  <a:srgbClr val="23364D"/>
                </a:solidFill>
                <a:latin typeface="Arial"/>
                <a:ea typeface="Microsoft YaHei"/>
              </a:rPr>
              <a:t>and</a:t>
            </a:r>
            <a:r>
              <a:rPr sz="1612" b="0">
                <a:solidFill>
                  <a:srgbClr val="23364D"/>
                </a:solidFill>
                <a:latin typeface="Microsoft YaHei"/>
                <a:ea typeface="Microsoft YaHei"/>
              </a:rPr>
              <a:t> </a:t>
            </a:r>
            <a:r>
              <a:rPr sz="1612" b="0">
                <a:solidFill>
                  <a:srgbClr val="23364D"/>
                </a:solidFill>
                <a:latin typeface="Arial"/>
                <a:ea typeface="Microsoft YaHei"/>
              </a:rPr>
              <a:t>flags</a:t>
            </a:r>
          </a:p>
        </p:txBody>
      </p:sp>
      <p:sp>
        <p:nvSpPr>
          <p:cNvPr id="18" name="TextBox 17"/>
          <p:cNvSpPr txBox="1"/>
          <p:nvPr/>
        </p:nvSpPr>
        <p:spPr>
          <a:xfrm>
            <a:off x="4572000" y="3048476"/>
            <a:ext cx="2333262" cy="286702"/>
          </a:xfrm>
          <a:prstGeom prst="rect">
            <a:avLst/>
          </a:prstGeom>
          <a:noFill/>
        </p:spPr>
        <p:txBody>
          <a:bodyPr wrap="none" lIns="0" rIns="0" tIns="0" bIns="0">
            <a:spAutoFit/>
          </a:bodyPr>
          <a:lstStyle/>
          <a:p>
            <a:pPr>
              <a:lnSpc>
                <a:spcPts val="2176"/>
              </a:lnSpc>
              <a:spcBef>
                <a:spcPts val="0"/>
              </a:spcBef>
              <a:spcAft>
                <a:spcPts val="0"/>
              </a:spcAft>
            </a:pPr>
            <a:r>
              <a:rPr sz="1612" b="0">
                <a:solidFill>
                  <a:srgbClr val="23364D"/>
                </a:solidFill>
                <a:latin typeface="Arial"/>
                <a:ea typeface="Microsoft YaHei"/>
              </a:rPr>
              <a:t>Timeout</a:t>
            </a:r>
            <a:r>
              <a:rPr sz="1612" b="0">
                <a:solidFill>
                  <a:srgbClr val="23364D"/>
                </a:solidFill>
                <a:latin typeface="Microsoft YaHei"/>
                <a:ea typeface="Microsoft YaHei"/>
              </a:rPr>
              <a:t> </a:t>
            </a:r>
            <a:r>
              <a:rPr sz="1612" b="0">
                <a:solidFill>
                  <a:srgbClr val="23364D"/>
                </a:solidFill>
                <a:latin typeface="Arial"/>
                <a:ea typeface="Microsoft YaHei"/>
              </a:rPr>
              <a:t>/</a:t>
            </a:r>
            <a:r>
              <a:rPr sz="1612" b="0">
                <a:solidFill>
                  <a:srgbClr val="23364D"/>
                </a:solidFill>
                <a:latin typeface="Microsoft YaHei"/>
                <a:ea typeface="Microsoft YaHei"/>
              </a:rPr>
              <a:t> </a:t>
            </a:r>
            <a:r>
              <a:rPr sz="1612" b="0">
                <a:solidFill>
                  <a:srgbClr val="23364D"/>
                </a:solidFill>
                <a:latin typeface="Arial"/>
                <a:ea typeface="Microsoft YaHei"/>
              </a:rPr>
              <a:t>cancellation</a:t>
            </a:r>
          </a:p>
        </p:txBody>
      </p:sp>
      <p:sp>
        <p:nvSpPr>
          <p:cNvPr id="19" name="TextBox 18"/>
          <p:cNvSpPr txBox="1"/>
          <p:nvPr/>
        </p:nvSpPr>
        <p:spPr>
          <a:xfrm>
            <a:off x="4572000" y="3324939"/>
            <a:ext cx="975045" cy="286702"/>
          </a:xfrm>
          <a:prstGeom prst="rect">
            <a:avLst/>
          </a:prstGeom>
          <a:noFill/>
        </p:spPr>
        <p:txBody>
          <a:bodyPr wrap="none" lIns="0" rIns="0" tIns="0" bIns="0">
            <a:spAutoFit/>
          </a:bodyPr>
          <a:lstStyle/>
          <a:p>
            <a:pPr>
              <a:lnSpc>
                <a:spcPts val="2176"/>
              </a:lnSpc>
              <a:spcBef>
                <a:spcPts val="0"/>
              </a:spcBef>
              <a:spcAft>
                <a:spcPts val="0"/>
              </a:spcAft>
            </a:pPr>
            <a:r>
              <a:rPr sz="1612" b="0">
                <a:solidFill>
                  <a:srgbClr val="23364D"/>
                </a:solidFill>
                <a:latin typeface="Arial"/>
                <a:ea typeface="Microsoft YaHei"/>
              </a:rPr>
              <a:t>behavior</a:t>
            </a:r>
          </a:p>
        </p:txBody>
      </p:sp>
      <p:sp>
        <p:nvSpPr>
          <p:cNvPr id="20" name="TextBox 19"/>
          <p:cNvSpPr txBox="1"/>
          <p:nvPr/>
        </p:nvSpPr>
        <p:spPr>
          <a:xfrm>
            <a:off x="4572000" y="3601402"/>
            <a:ext cx="2574747" cy="286702"/>
          </a:xfrm>
          <a:prstGeom prst="rect">
            <a:avLst/>
          </a:prstGeom>
          <a:noFill/>
        </p:spPr>
        <p:txBody>
          <a:bodyPr wrap="none" lIns="0" rIns="0" tIns="0" bIns="0">
            <a:spAutoFit/>
          </a:bodyPr>
          <a:lstStyle/>
          <a:p>
            <a:pPr>
              <a:lnSpc>
                <a:spcPts val="2176"/>
              </a:lnSpc>
              <a:spcBef>
                <a:spcPts val="0"/>
              </a:spcBef>
              <a:spcAft>
                <a:spcPts val="0"/>
              </a:spcAft>
            </a:pPr>
            <a:r>
              <a:rPr sz="1612" b="0">
                <a:solidFill>
                  <a:srgbClr val="23364D"/>
                </a:solidFill>
                <a:latin typeface="Arial"/>
                <a:ea typeface="Microsoft YaHei"/>
              </a:rPr>
              <a:t>Exclusive</a:t>
            </a:r>
            <a:r>
              <a:rPr sz="1612" b="0">
                <a:solidFill>
                  <a:srgbClr val="23364D"/>
                </a:solidFill>
                <a:latin typeface="Microsoft YaHei"/>
                <a:ea typeface="Microsoft YaHei"/>
              </a:rPr>
              <a:t> </a:t>
            </a:r>
            <a:r>
              <a:rPr sz="1612" b="0">
                <a:solidFill>
                  <a:srgbClr val="23364D"/>
                </a:solidFill>
                <a:latin typeface="Arial"/>
                <a:ea typeface="Microsoft YaHei"/>
              </a:rPr>
              <a:t>device</a:t>
            </a:r>
            <a:r>
              <a:rPr sz="1612" b="0">
                <a:solidFill>
                  <a:srgbClr val="23364D"/>
                </a:solidFill>
                <a:latin typeface="Microsoft YaHei"/>
                <a:ea typeface="Microsoft YaHei"/>
              </a:rPr>
              <a:t> </a:t>
            </a:r>
            <a:r>
              <a:rPr sz="1612" b="0">
                <a:solidFill>
                  <a:srgbClr val="23364D"/>
                </a:solidFill>
                <a:latin typeface="Arial"/>
                <a:ea typeface="Microsoft YaHei"/>
              </a:rPr>
              <a:t>session</a:t>
            </a:r>
          </a:p>
        </p:txBody>
      </p:sp>
      <p:sp>
        <p:nvSpPr>
          <p:cNvPr id="21" name="Rounded Rectangle 20"/>
          <p:cNvSpPr/>
          <p:nvPr/>
        </p:nvSpPr>
        <p:spPr>
          <a:xfrm>
            <a:off x="8248650" y="1905000"/>
            <a:ext cx="3429000" cy="2286000"/>
          </a:xfrm>
          <a:prstGeom prst="roundRect">
            <a:avLst>
              <a:gd name="adj" fmla="val 5000"/>
            </a:avLst>
          </a:prstGeom>
          <a:solidFill>
            <a:srgbClr val="FFFFFF"/>
          </a:solidFill>
          <a:ln w="9525">
            <a:solidFill>
              <a:srgbClr val="D9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48650" y="2066925"/>
            <a:ext cx="38100" cy="314325"/>
          </a:xfrm>
          <a:prstGeom prst="rect">
            <a:avLst/>
          </a:pr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39150" y="2057400"/>
            <a:ext cx="3064750" cy="300037"/>
          </a:xfrm>
          <a:prstGeom prst="rect">
            <a:avLst/>
          </a:prstGeom>
          <a:noFill/>
        </p:spPr>
        <p:txBody>
          <a:bodyPr wrap="none" lIns="0" rIns="0" tIns="0" bIns="0">
            <a:spAutoFit/>
          </a:bodyPr>
          <a:lstStyle/>
          <a:p>
            <a:pPr>
              <a:lnSpc>
                <a:spcPts val="2278"/>
              </a:lnSpc>
              <a:spcBef>
                <a:spcPts val="0"/>
              </a:spcBef>
              <a:spcAft>
                <a:spcPts val="0"/>
              </a:spcAft>
            </a:pPr>
            <a:r>
              <a:rPr sz="1687" b="1">
                <a:solidFill>
                  <a:srgbClr val="3B6CB0"/>
                </a:solidFill>
                <a:latin typeface="Arial"/>
                <a:ea typeface="Microsoft YaHei"/>
              </a:rPr>
              <a:t>Reusable</a:t>
            </a:r>
            <a:r>
              <a:rPr sz="1687" b="1">
                <a:solidFill>
                  <a:srgbClr val="3B6CB0"/>
                </a:solidFill>
                <a:latin typeface="Microsoft YaHei"/>
                <a:ea typeface="Microsoft YaHei"/>
              </a:rPr>
              <a:t> </a:t>
            </a:r>
            <a:r>
              <a:rPr sz="1687" b="1">
                <a:solidFill>
                  <a:srgbClr val="3B6CB0"/>
                </a:solidFill>
                <a:latin typeface="Arial"/>
                <a:ea typeface="Microsoft YaHei"/>
              </a:rPr>
              <a:t>scientific</a:t>
            </a:r>
            <a:r>
              <a:rPr sz="1687" b="1">
                <a:solidFill>
                  <a:srgbClr val="3B6CB0"/>
                </a:solidFill>
                <a:latin typeface="Microsoft YaHei"/>
                <a:ea typeface="Microsoft YaHei"/>
              </a:rPr>
              <a:t> </a:t>
            </a:r>
            <a:r>
              <a:rPr sz="1687" b="1">
                <a:solidFill>
                  <a:srgbClr val="3B6CB0"/>
                </a:solidFill>
                <a:latin typeface="Arial"/>
                <a:ea typeface="Microsoft YaHei"/>
              </a:rPr>
              <a:t>stage</a:t>
            </a:r>
          </a:p>
        </p:txBody>
      </p:sp>
      <p:sp>
        <p:nvSpPr>
          <p:cNvPr id="24" name="TextBox 23"/>
          <p:cNvSpPr txBox="1"/>
          <p:nvPr/>
        </p:nvSpPr>
        <p:spPr>
          <a:xfrm>
            <a:off x="8439150" y="2495550"/>
            <a:ext cx="2818381" cy="306705"/>
          </a:xfrm>
          <a:prstGeom prst="rect">
            <a:avLst/>
          </a:prstGeom>
          <a:noFill/>
        </p:spPr>
        <p:txBody>
          <a:bodyPr wrap="none" lIns="0" rIns="0" tIns="0" bIns="0">
            <a:spAutoFit/>
          </a:bodyPr>
          <a:lstStyle/>
          <a:p>
            <a:pPr>
              <a:lnSpc>
                <a:spcPts val="2328"/>
              </a:lnSpc>
              <a:spcBef>
                <a:spcPts val="0"/>
              </a:spcBef>
              <a:spcAft>
                <a:spcPts val="0"/>
              </a:spcAft>
            </a:pPr>
            <a:r>
              <a:rPr sz="1725" b="0">
                <a:solidFill>
                  <a:srgbClr val="23364D"/>
                </a:solidFill>
                <a:latin typeface="Arial"/>
                <a:ea typeface="Microsoft YaHei"/>
              </a:rPr>
              <a:t>Environment</a:t>
            </a:r>
            <a:r>
              <a:rPr sz="1725" b="0">
                <a:solidFill>
                  <a:srgbClr val="23364D"/>
                </a:solidFill>
                <a:latin typeface="Microsoft YaHei"/>
                <a:ea typeface="Microsoft YaHei"/>
              </a:rPr>
              <a:t> </a:t>
            </a:r>
            <a:r>
              <a:rPr sz="1725" b="0">
                <a:solidFill>
                  <a:srgbClr val="23364D"/>
                </a:solidFill>
                <a:latin typeface="Arial"/>
                <a:ea typeface="Microsoft YaHei"/>
              </a:rPr>
              <a:t>preparation</a:t>
            </a:r>
          </a:p>
        </p:txBody>
      </p:sp>
      <p:sp>
        <p:nvSpPr>
          <p:cNvPr id="25" name="TextBox 24"/>
          <p:cNvSpPr txBox="1"/>
          <p:nvPr/>
        </p:nvSpPr>
        <p:spPr>
          <a:xfrm>
            <a:off x="8439150" y="2791301"/>
            <a:ext cx="2830469" cy="306705"/>
          </a:xfrm>
          <a:prstGeom prst="rect">
            <a:avLst/>
          </a:prstGeom>
          <a:noFill/>
        </p:spPr>
        <p:txBody>
          <a:bodyPr wrap="none" lIns="0" rIns="0" tIns="0" bIns="0">
            <a:spAutoFit/>
          </a:bodyPr>
          <a:lstStyle/>
          <a:p>
            <a:pPr>
              <a:lnSpc>
                <a:spcPts val="2328"/>
              </a:lnSpc>
              <a:spcBef>
                <a:spcPts val="0"/>
              </a:spcBef>
              <a:spcAft>
                <a:spcPts val="0"/>
              </a:spcAft>
            </a:pPr>
            <a:r>
              <a:rPr sz="1725" b="0">
                <a:solidFill>
                  <a:srgbClr val="23364D"/>
                </a:solidFill>
                <a:latin typeface="Arial"/>
                <a:ea typeface="Microsoft YaHei"/>
              </a:rPr>
              <a:t>Hall</a:t>
            </a:r>
            <a:r>
              <a:rPr sz="1725" b="0">
                <a:solidFill>
                  <a:srgbClr val="23364D"/>
                </a:solidFill>
                <a:latin typeface="Microsoft YaHei"/>
                <a:ea typeface="Microsoft YaHei"/>
              </a:rPr>
              <a:t> </a:t>
            </a:r>
            <a:r>
              <a:rPr sz="1725" b="0">
                <a:solidFill>
                  <a:srgbClr val="23364D"/>
                </a:solidFill>
                <a:latin typeface="Arial"/>
                <a:ea typeface="Microsoft YaHei"/>
              </a:rPr>
              <a:t>harmonic</a:t>
            </a:r>
            <a:r>
              <a:rPr sz="1725" b="0">
                <a:solidFill>
                  <a:srgbClr val="23364D"/>
                </a:solidFill>
                <a:latin typeface="Microsoft YaHei"/>
                <a:ea typeface="Microsoft YaHei"/>
              </a:rPr>
              <a:t> </a:t>
            </a:r>
            <a:r>
              <a:rPr sz="1725" b="0">
                <a:solidFill>
                  <a:srgbClr val="23364D"/>
                </a:solidFill>
                <a:latin typeface="Arial"/>
                <a:ea typeface="Microsoft YaHei"/>
              </a:rPr>
              <a:t>acquisition</a:t>
            </a:r>
          </a:p>
        </p:txBody>
      </p:sp>
      <p:sp>
        <p:nvSpPr>
          <p:cNvPr id="26" name="TextBox 25"/>
          <p:cNvSpPr txBox="1"/>
          <p:nvPr/>
        </p:nvSpPr>
        <p:spPr>
          <a:xfrm>
            <a:off x="8439150" y="3087052"/>
            <a:ext cx="2825976" cy="306705"/>
          </a:xfrm>
          <a:prstGeom prst="rect">
            <a:avLst/>
          </a:prstGeom>
          <a:noFill/>
        </p:spPr>
        <p:txBody>
          <a:bodyPr wrap="none" lIns="0" rIns="0" tIns="0" bIns="0">
            <a:spAutoFit/>
          </a:bodyPr>
          <a:lstStyle/>
          <a:p>
            <a:pPr>
              <a:lnSpc>
                <a:spcPts val="2328"/>
              </a:lnSpc>
              <a:spcBef>
                <a:spcPts val="0"/>
              </a:spcBef>
              <a:spcAft>
                <a:spcPts val="0"/>
              </a:spcAft>
            </a:pPr>
            <a:r>
              <a:rPr sz="1725" b="0">
                <a:solidFill>
                  <a:srgbClr val="23364D"/>
                </a:solidFill>
                <a:latin typeface="Arial"/>
                <a:ea typeface="Microsoft YaHei"/>
              </a:rPr>
              <a:t>Optical</a:t>
            </a:r>
            <a:r>
              <a:rPr sz="1725" b="0">
                <a:solidFill>
                  <a:srgbClr val="23364D"/>
                </a:solidFill>
                <a:latin typeface="Microsoft YaHei"/>
                <a:ea typeface="Microsoft YaHei"/>
              </a:rPr>
              <a:t> </a:t>
            </a:r>
            <a:r>
              <a:rPr sz="1725" b="0">
                <a:solidFill>
                  <a:srgbClr val="23364D"/>
                </a:solidFill>
                <a:latin typeface="Arial"/>
                <a:ea typeface="Microsoft YaHei"/>
              </a:rPr>
              <a:t>calibration</a:t>
            </a:r>
            <a:r>
              <a:rPr sz="1725" b="0">
                <a:solidFill>
                  <a:srgbClr val="23364D"/>
                </a:solidFill>
                <a:latin typeface="Microsoft YaHei"/>
                <a:ea typeface="Microsoft YaHei"/>
              </a:rPr>
              <a:t> </a:t>
            </a:r>
            <a:r>
              <a:rPr sz="1725" b="0">
                <a:solidFill>
                  <a:srgbClr val="23364D"/>
                </a:solidFill>
                <a:latin typeface="Arial"/>
                <a:ea typeface="Microsoft YaHei"/>
              </a:rPr>
              <a:t>/</a:t>
            </a:r>
            <a:r>
              <a:rPr sz="1725" b="0">
                <a:solidFill>
                  <a:srgbClr val="23364D"/>
                </a:solidFill>
                <a:latin typeface="Microsoft YaHei"/>
                <a:ea typeface="Microsoft YaHei"/>
              </a:rPr>
              <a:t> </a:t>
            </a:r>
            <a:r>
              <a:rPr sz="1725" b="0">
                <a:solidFill>
                  <a:srgbClr val="23364D"/>
                </a:solidFill>
                <a:latin typeface="Arial"/>
                <a:ea typeface="Microsoft YaHei"/>
              </a:rPr>
              <a:t>BVPE</a:t>
            </a:r>
          </a:p>
        </p:txBody>
      </p:sp>
      <p:sp>
        <p:nvSpPr>
          <p:cNvPr id="27" name="TextBox 26"/>
          <p:cNvSpPr txBox="1"/>
          <p:nvPr/>
        </p:nvSpPr>
        <p:spPr>
          <a:xfrm>
            <a:off x="8439150" y="3382803"/>
            <a:ext cx="2848333" cy="306705"/>
          </a:xfrm>
          <a:prstGeom prst="rect">
            <a:avLst/>
          </a:prstGeom>
          <a:noFill/>
        </p:spPr>
        <p:txBody>
          <a:bodyPr wrap="none" lIns="0" rIns="0" tIns="0" bIns="0">
            <a:spAutoFit/>
          </a:bodyPr>
          <a:lstStyle/>
          <a:p>
            <a:pPr>
              <a:lnSpc>
                <a:spcPts val="2328"/>
              </a:lnSpc>
              <a:spcBef>
                <a:spcPts val="0"/>
              </a:spcBef>
              <a:spcAft>
                <a:spcPts val="0"/>
              </a:spcAft>
            </a:pPr>
            <a:r>
              <a:rPr sz="1725" b="0">
                <a:solidFill>
                  <a:srgbClr val="23364D"/>
                </a:solidFill>
                <a:latin typeface="Arial"/>
                <a:ea typeface="Microsoft YaHei"/>
              </a:rPr>
              <a:t>Reference</a:t>
            </a:r>
            <a:r>
              <a:rPr sz="1725" b="0">
                <a:solidFill>
                  <a:srgbClr val="23364D"/>
                </a:solidFill>
                <a:latin typeface="Microsoft YaHei"/>
                <a:ea typeface="Microsoft YaHei"/>
              </a:rPr>
              <a:t> </a:t>
            </a:r>
            <a:r>
              <a:rPr sz="1725" b="0">
                <a:solidFill>
                  <a:srgbClr val="23364D"/>
                </a:solidFill>
                <a:latin typeface="Arial"/>
                <a:ea typeface="Microsoft YaHei"/>
              </a:rPr>
              <a:t>and</a:t>
            </a:r>
            <a:r>
              <a:rPr sz="1725" b="0">
                <a:solidFill>
                  <a:srgbClr val="23364D"/>
                </a:solidFill>
                <a:latin typeface="Microsoft YaHei"/>
                <a:ea typeface="Microsoft YaHei"/>
              </a:rPr>
              <a:t> </a:t>
            </a:r>
            <a:r>
              <a:rPr sz="1725" b="0">
                <a:solidFill>
                  <a:srgbClr val="23364D"/>
                </a:solidFill>
                <a:latin typeface="Arial"/>
                <a:ea typeface="Microsoft YaHei"/>
              </a:rPr>
              <a:t>diagnostic</a:t>
            </a:r>
          </a:p>
        </p:txBody>
      </p:sp>
      <p:sp>
        <p:nvSpPr>
          <p:cNvPr id="28" name="TextBox 27"/>
          <p:cNvSpPr txBox="1"/>
          <p:nvPr/>
        </p:nvSpPr>
        <p:spPr>
          <a:xfrm>
            <a:off x="8439150" y="3678554"/>
            <a:ext cx="611051" cy="306705"/>
          </a:xfrm>
          <a:prstGeom prst="rect">
            <a:avLst/>
          </a:prstGeom>
          <a:noFill/>
        </p:spPr>
        <p:txBody>
          <a:bodyPr wrap="none" lIns="0" rIns="0" tIns="0" bIns="0">
            <a:spAutoFit/>
          </a:bodyPr>
          <a:lstStyle/>
          <a:p>
            <a:pPr>
              <a:lnSpc>
                <a:spcPts val="2328"/>
              </a:lnSpc>
              <a:spcBef>
                <a:spcPts val="0"/>
              </a:spcBef>
              <a:spcAft>
                <a:spcPts val="0"/>
              </a:spcAft>
            </a:pPr>
            <a:r>
              <a:rPr sz="1725" b="0">
                <a:solidFill>
                  <a:srgbClr val="23364D"/>
                </a:solidFill>
                <a:latin typeface="Arial"/>
                <a:ea typeface="Microsoft YaHei"/>
              </a:rPr>
              <a:t>tests</a:t>
            </a:r>
          </a:p>
        </p:txBody>
      </p:sp>
      <p:cxnSp>
        <p:nvCxnSpPr>
          <p:cNvPr id="29" name="Connector 28"/>
          <p:cNvCxnSpPr/>
          <p:nvPr/>
        </p:nvCxnSpPr>
        <p:spPr>
          <a:xfrm>
            <a:off x="3943350" y="3048000"/>
            <a:ext cx="438150" cy="0"/>
          </a:xfrm>
          <a:prstGeom prst="line">
            <a:avLst/>
          </a:prstGeom>
          <a:ln w="23812">
            <a:solidFill>
              <a:srgbClr val="168D9D"/>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4292600" y="3009900"/>
            <a:ext cx="88900" cy="76200"/>
          </a:xfrm>
          <a:custGeom>
            <a:avLst/>
            <a:gdLst/>
            <a:ahLst/>
            <a:cxnLst/>
            <a:rect l="l" t="t" r="r" b="b"/>
            <a:pathLst>
              <a:path w="7" h="6">
                <a:moveTo>
                  <a:pt x="7" y="3"/>
                </a:moveTo>
                <a:lnTo>
                  <a:pt x="0" y="0"/>
                </a:lnTo>
                <a:lnTo>
                  <a:pt x="0" y="6"/>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7810500" y="3048000"/>
            <a:ext cx="438150" cy="0"/>
          </a:xfrm>
          <a:prstGeom prst="line">
            <a:avLst/>
          </a:prstGeom>
          <a:ln w="23812">
            <a:solidFill>
              <a:srgbClr val="168D9D"/>
            </a:solidFill>
          </a:ln>
        </p:spPr>
        <p:style>
          <a:lnRef idx="2">
            <a:schemeClr val="accent1"/>
          </a:lnRef>
          <a:fillRef idx="0">
            <a:schemeClr val="accent1"/>
          </a:fillRef>
          <a:effectRef idx="1">
            <a:schemeClr val="accent1"/>
          </a:effectRef>
          <a:fontRef idx="minor">
            <a:schemeClr val="tx1"/>
          </a:fontRef>
        </p:style>
      </p:cxnSp>
      <p:sp>
        <p:nvSpPr>
          <p:cNvPr id="32" name="Freeform 31"/>
          <p:cNvSpPr/>
          <p:nvPr/>
        </p:nvSpPr>
        <p:spPr>
          <a:xfrm>
            <a:off x="8166100" y="3009900"/>
            <a:ext cx="88900" cy="76200"/>
          </a:xfrm>
          <a:custGeom>
            <a:avLst/>
            <a:gdLst/>
            <a:ahLst/>
            <a:cxnLst/>
            <a:rect l="l" t="t" r="r" b="b"/>
            <a:pathLst>
              <a:path w="7" h="6">
                <a:moveTo>
                  <a:pt x="7" y="3"/>
                </a:moveTo>
                <a:lnTo>
                  <a:pt x="0" y="0"/>
                </a:lnTo>
                <a:lnTo>
                  <a:pt x="0" y="6"/>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343400" y="4686300"/>
            <a:ext cx="3524250" cy="619125"/>
          </a:xfrm>
          <a:prstGeom prst="roundRect">
            <a:avLst>
              <a:gd name="adj" fmla="val 15384"/>
            </a:avLst>
          </a:prstGeom>
          <a:solidFill>
            <a:srgbClr val="F1ECFC"/>
          </a:solidFill>
          <a:ln w="13334">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51174" y="4867275"/>
            <a:ext cx="3384900" cy="240029"/>
          </a:xfrm>
          <a:prstGeom prst="rect">
            <a:avLst/>
          </a:prstGeom>
          <a:noFill/>
        </p:spPr>
        <p:txBody>
          <a:bodyPr wrap="none" lIns="0" rIns="0" tIns="0" bIns="0">
            <a:spAutoFit/>
          </a:bodyPr>
          <a:lstStyle/>
          <a:p>
            <a:pPr>
              <a:lnSpc>
                <a:spcPts val="1822"/>
              </a:lnSpc>
              <a:spcBef>
                <a:spcPts val="0"/>
              </a:spcBef>
              <a:spcAft>
                <a:spcPts val="0"/>
              </a:spcAft>
            </a:pPr>
            <a:r>
              <a:rPr sz="1350" b="1">
                <a:solidFill>
                  <a:srgbClr val="7653CF"/>
                </a:solidFill>
                <a:latin typeface="Arial"/>
                <a:ea typeface="Microsoft YaHei"/>
              </a:rPr>
              <a:t>Central</a:t>
            </a:r>
            <a:r>
              <a:rPr sz="1350" b="1">
                <a:solidFill>
                  <a:srgbClr val="7653CF"/>
                </a:solidFill>
                <a:latin typeface="Microsoft YaHei"/>
                <a:ea typeface="Microsoft YaHei"/>
              </a:rPr>
              <a:t> </a:t>
            </a:r>
            <a:r>
              <a:rPr sz="1350" b="1">
                <a:solidFill>
                  <a:srgbClr val="7653CF"/>
                </a:solidFill>
                <a:latin typeface="Arial"/>
                <a:ea typeface="Microsoft YaHei"/>
              </a:rPr>
              <a:t>resource</a:t>
            </a:r>
            <a:r>
              <a:rPr sz="1350" b="1">
                <a:solidFill>
                  <a:srgbClr val="7653CF"/>
                </a:solidFill>
                <a:latin typeface="Microsoft YaHei"/>
                <a:ea typeface="Microsoft YaHei"/>
              </a:rPr>
              <a:t> </a:t>
            </a:r>
            <a:r>
              <a:rPr sz="1350" b="1">
                <a:solidFill>
                  <a:srgbClr val="7653CF"/>
                </a:solidFill>
                <a:latin typeface="Arial"/>
                <a:ea typeface="Microsoft YaHei"/>
              </a:rPr>
              <a:t>/</a:t>
            </a:r>
            <a:r>
              <a:rPr sz="1350" b="1">
                <a:solidFill>
                  <a:srgbClr val="7653CF"/>
                </a:solidFill>
                <a:latin typeface="Microsoft YaHei"/>
                <a:ea typeface="Microsoft YaHei"/>
              </a:rPr>
              <a:t> </a:t>
            </a:r>
            <a:r>
              <a:rPr sz="1350" b="1">
                <a:solidFill>
                  <a:srgbClr val="7653CF"/>
                </a:solidFill>
                <a:latin typeface="Arial"/>
                <a:ea typeface="Microsoft YaHei"/>
              </a:rPr>
              <a:t>capability</a:t>
            </a:r>
            <a:r>
              <a:rPr sz="1350" b="1">
                <a:solidFill>
                  <a:srgbClr val="7653CF"/>
                </a:solidFill>
                <a:latin typeface="Microsoft YaHei"/>
                <a:ea typeface="Microsoft YaHei"/>
              </a:rPr>
              <a:t> </a:t>
            </a:r>
            <a:r>
              <a:rPr sz="1350" b="1">
                <a:solidFill>
                  <a:srgbClr val="7653CF"/>
                </a:solidFill>
                <a:latin typeface="Arial"/>
                <a:ea typeface="Microsoft YaHei"/>
              </a:rPr>
              <a:t>graph</a:t>
            </a:r>
          </a:p>
        </p:txBody>
      </p:sp>
      <p:sp>
        <p:nvSpPr>
          <p:cNvPr id="35" name="Rounded Rectangle 34"/>
          <p:cNvSpPr/>
          <p:nvPr/>
        </p:nvSpPr>
        <p:spPr>
          <a:xfrm>
            <a:off x="609600" y="5467350"/>
            <a:ext cx="2619375" cy="323850"/>
          </a:xfrm>
          <a:prstGeom prst="roundRect">
            <a:avLst>
              <a:gd name="adj" fmla="val 29411"/>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418220" y="5526405"/>
            <a:ext cx="1078334"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168D9D"/>
                </a:solidFill>
                <a:latin typeface="Arial"/>
                <a:ea typeface="Microsoft YaHei"/>
              </a:rPr>
              <a:t>PC</a:t>
            </a:r>
            <a:r>
              <a:rPr sz="1200" b="1">
                <a:solidFill>
                  <a:srgbClr val="168D9D"/>
                </a:solidFill>
                <a:latin typeface="Microsoft YaHei"/>
                <a:ea typeface="Microsoft YaHei"/>
              </a:rPr>
              <a:t> </a:t>
            </a:r>
            <a:r>
              <a:rPr sz="1200" b="1">
                <a:solidFill>
                  <a:srgbClr val="168D9D"/>
                </a:solidFill>
                <a:latin typeface="Arial"/>
                <a:ea typeface="Microsoft YaHei"/>
              </a:rPr>
              <a:t>A:</a:t>
            </a:r>
            <a:r>
              <a:rPr sz="1200" b="1">
                <a:solidFill>
                  <a:srgbClr val="168D9D"/>
                </a:solidFill>
                <a:latin typeface="Microsoft YaHei"/>
                <a:ea typeface="Microsoft YaHei"/>
              </a:rPr>
              <a:t> </a:t>
            </a:r>
            <a:r>
              <a:rPr sz="1200" b="1">
                <a:solidFill>
                  <a:srgbClr val="168D9D"/>
                </a:solidFill>
                <a:latin typeface="Arial"/>
                <a:ea typeface="Microsoft YaHei"/>
              </a:rPr>
              <a:t>optics</a:t>
            </a:r>
          </a:p>
        </p:txBody>
      </p:sp>
      <p:cxnSp>
        <p:nvCxnSpPr>
          <p:cNvPr id="37" name="Connector 36"/>
          <p:cNvCxnSpPr/>
          <p:nvPr/>
        </p:nvCxnSpPr>
        <p:spPr>
          <a:xfrm>
            <a:off x="6096000" y="5305425"/>
            <a:ext cx="0" cy="76200"/>
          </a:xfrm>
          <a:prstGeom prst="line">
            <a:avLst/>
          </a:prstGeom>
          <a:ln w="14287">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914525" y="5381625"/>
            <a:ext cx="8343900" cy="0"/>
          </a:xfrm>
          <a:prstGeom prst="line">
            <a:avLst/>
          </a:prstGeom>
          <a:ln w="14287">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914525" y="5381625"/>
            <a:ext cx="0" cy="85725"/>
          </a:xfrm>
          <a:prstGeom prst="line">
            <a:avLst/>
          </a:prstGeom>
          <a:ln w="14287">
            <a:solidFill>
              <a:srgbClr val="168D9D"/>
            </a:solidFill>
          </a:ln>
        </p:spPr>
        <p:style>
          <a:lnRef idx="2">
            <a:schemeClr val="accent1"/>
          </a:lnRef>
          <a:fillRef idx="0">
            <a:schemeClr val="accent1"/>
          </a:fillRef>
          <a:effectRef idx="1">
            <a:schemeClr val="accent1"/>
          </a:effectRef>
          <a:fontRef idx="minor">
            <a:schemeClr val="tx1"/>
          </a:fontRef>
        </p:style>
      </p:cxnSp>
      <p:sp>
        <p:nvSpPr>
          <p:cNvPr id="40" name="Freeform 39"/>
          <p:cNvSpPr/>
          <p:nvPr/>
        </p:nvSpPr>
        <p:spPr>
          <a:xfrm>
            <a:off x="1892300" y="5422900"/>
            <a:ext cx="38100" cy="38100"/>
          </a:xfrm>
          <a:custGeom>
            <a:avLst/>
            <a:gdLst/>
            <a:ahLst/>
            <a:cxnLst/>
            <a:rect l="l" t="t" r="r" b="b"/>
            <a:pathLst>
              <a:path w="3" h="3">
                <a:moveTo>
                  <a:pt x="2" y="3"/>
                </a:moveTo>
                <a:lnTo>
                  <a:pt x="3" y="0"/>
                </a:lnTo>
                <a:lnTo>
                  <a:pt x="0" y="0"/>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3390900" y="5467350"/>
            <a:ext cx="2619375" cy="323850"/>
          </a:xfrm>
          <a:prstGeom prst="roundRect">
            <a:avLst>
              <a:gd name="adj" fmla="val 29411"/>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054450" y="5526405"/>
            <a:ext cx="1368474"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168D9D"/>
                </a:solidFill>
                <a:latin typeface="Arial"/>
                <a:ea typeface="Microsoft YaHei"/>
              </a:rPr>
              <a:t>PC</a:t>
            </a:r>
            <a:r>
              <a:rPr sz="1200" b="1">
                <a:solidFill>
                  <a:srgbClr val="168D9D"/>
                </a:solidFill>
                <a:latin typeface="Microsoft YaHei"/>
                <a:ea typeface="Microsoft YaHei"/>
              </a:rPr>
              <a:t> </a:t>
            </a:r>
            <a:r>
              <a:rPr sz="1200" b="1">
                <a:solidFill>
                  <a:srgbClr val="168D9D"/>
                </a:solidFill>
                <a:latin typeface="Arial"/>
                <a:ea typeface="Microsoft YaHei"/>
              </a:rPr>
              <a:t>B:</a:t>
            </a:r>
            <a:r>
              <a:rPr sz="1200" b="1">
                <a:solidFill>
                  <a:srgbClr val="168D9D"/>
                </a:solidFill>
                <a:latin typeface="Microsoft YaHei"/>
                <a:ea typeface="Microsoft YaHei"/>
              </a:rPr>
              <a:t> </a:t>
            </a:r>
            <a:r>
              <a:rPr sz="1200" b="1">
                <a:solidFill>
                  <a:srgbClr val="168D9D"/>
                </a:solidFill>
                <a:latin typeface="Arial"/>
                <a:ea typeface="Microsoft YaHei"/>
              </a:rPr>
              <a:t>transport</a:t>
            </a:r>
          </a:p>
        </p:txBody>
      </p:sp>
      <p:cxnSp>
        <p:nvCxnSpPr>
          <p:cNvPr id="43" name="Connector 42"/>
          <p:cNvCxnSpPr/>
          <p:nvPr/>
        </p:nvCxnSpPr>
        <p:spPr>
          <a:xfrm>
            <a:off x="6096000" y="5305425"/>
            <a:ext cx="0" cy="76200"/>
          </a:xfrm>
          <a:prstGeom prst="line">
            <a:avLst/>
          </a:prstGeom>
          <a:ln w="14287">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914525" y="5381625"/>
            <a:ext cx="8343900" cy="0"/>
          </a:xfrm>
          <a:prstGeom prst="line">
            <a:avLst/>
          </a:prstGeom>
          <a:ln w="14287">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695825" y="5381625"/>
            <a:ext cx="0" cy="85725"/>
          </a:xfrm>
          <a:prstGeom prst="line">
            <a:avLst/>
          </a:prstGeom>
          <a:ln w="14287">
            <a:solidFill>
              <a:srgbClr val="168D9D"/>
            </a:solidFill>
          </a:ln>
        </p:spPr>
        <p:style>
          <a:lnRef idx="2">
            <a:schemeClr val="accent1"/>
          </a:lnRef>
          <a:fillRef idx="0">
            <a:schemeClr val="accent1"/>
          </a:fillRef>
          <a:effectRef idx="1">
            <a:schemeClr val="accent1"/>
          </a:effectRef>
          <a:fontRef idx="minor">
            <a:schemeClr val="tx1"/>
          </a:fontRef>
        </p:style>
      </p:cxnSp>
      <p:sp>
        <p:nvSpPr>
          <p:cNvPr id="46" name="Freeform 45"/>
          <p:cNvSpPr/>
          <p:nvPr/>
        </p:nvSpPr>
        <p:spPr>
          <a:xfrm>
            <a:off x="4673600" y="5422900"/>
            <a:ext cx="38100" cy="38100"/>
          </a:xfrm>
          <a:custGeom>
            <a:avLst/>
            <a:gdLst/>
            <a:ahLst/>
            <a:cxnLst/>
            <a:rect l="l" t="t" r="r" b="b"/>
            <a:pathLst>
              <a:path w="3" h="3">
                <a:moveTo>
                  <a:pt x="2" y="3"/>
                </a:moveTo>
                <a:lnTo>
                  <a:pt x="3" y="0"/>
                </a:lnTo>
                <a:lnTo>
                  <a:pt x="0" y="0"/>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6172200" y="5467350"/>
            <a:ext cx="2619375" cy="323850"/>
          </a:xfrm>
          <a:prstGeom prst="roundRect">
            <a:avLst>
              <a:gd name="adj" fmla="val 29411"/>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897439" y="5526405"/>
            <a:ext cx="1245096"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168D9D"/>
                </a:solidFill>
                <a:latin typeface="Arial"/>
                <a:ea typeface="Microsoft YaHei"/>
              </a:rPr>
              <a:t>PC</a:t>
            </a:r>
            <a:r>
              <a:rPr sz="1200" b="1">
                <a:solidFill>
                  <a:srgbClr val="168D9D"/>
                </a:solidFill>
                <a:latin typeface="Microsoft YaHei"/>
                <a:ea typeface="Microsoft YaHei"/>
              </a:rPr>
              <a:t> </a:t>
            </a:r>
            <a:r>
              <a:rPr sz="1200" b="1">
                <a:solidFill>
                  <a:srgbClr val="168D9D"/>
                </a:solidFill>
                <a:latin typeface="Arial"/>
                <a:ea typeface="Microsoft YaHei"/>
              </a:rPr>
              <a:t>C:</a:t>
            </a:r>
            <a:r>
              <a:rPr sz="1200" b="1">
                <a:solidFill>
                  <a:srgbClr val="168D9D"/>
                </a:solidFill>
                <a:latin typeface="Microsoft YaHei"/>
                <a:ea typeface="Microsoft YaHei"/>
              </a:rPr>
              <a:t> </a:t>
            </a:r>
            <a:r>
              <a:rPr sz="1200" b="1">
                <a:solidFill>
                  <a:srgbClr val="168D9D"/>
                </a:solidFill>
                <a:latin typeface="Arial"/>
                <a:ea typeface="Microsoft YaHei"/>
              </a:rPr>
              <a:t>imaging</a:t>
            </a:r>
          </a:p>
        </p:txBody>
      </p:sp>
      <p:cxnSp>
        <p:nvCxnSpPr>
          <p:cNvPr id="49" name="Connector 48"/>
          <p:cNvCxnSpPr/>
          <p:nvPr/>
        </p:nvCxnSpPr>
        <p:spPr>
          <a:xfrm>
            <a:off x="6096000" y="5305425"/>
            <a:ext cx="0" cy="76200"/>
          </a:xfrm>
          <a:prstGeom prst="line">
            <a:avLst/>
          </a:prstGeom>
          <a:ln w="14287">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914525" y="5381625"/>
            <a:ext cx="8343900" cy="0"/>
          </a:xfrm>
          <a:prstGeom prst="line">
            <a:avLst/>
          </a:prstGeom>
          <a:ln w="14287">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477125" y="5381625"/>
            <a:ext cx="0" cy="85725"/>
          </a:xfrm>
          <a:prstGeom prst="line">
            <a:avLst/>
          </a:prstGeom>
          <a:ln w="14287">
            <a:solidFill>
              <a:srgbClr val="168D9D"/>
            </a:solidFill>
          </a:ln>
        </p:spPr>
        <p:style>
          <a:lnRef idx="2">
            <a:schemeClr val="accent1"/>
          </a:lnRef>
          <a:fillRef idx="0">
            <a:schemeClr val="accent1"/>
          </a:fillRef>
          <a:effectRef idx="1">
            <a:schemeClr val="accent1"/>
          </a:effectRef>
          <a:fontRef idx="minor">
            <a:schemeClr val="tx1"/>
          </a:fontRef>
        </p:style>
      </p:cxnSp>
      <p:sp>
        <p:nvSpPr>
          <p:cNvPr id="52" name="Freeform 51"/>
          <p:cNvSpPr/>
          <p:nvPr/>
        </p:nvSpPr>
        <p:spPr>
          <a:xfrm>
            <a:off x="7454900" y="5422900"/>
            <a:ext cx="38100" cy="38100"/>
          </a:xfrm>
          <a:custGeom>
            <a:avLst/>
            <a:gdLst/>
            <a:ahLst/>
            <a:cxnLst/>
            <a:rect l="l" t="t" r="r" b="b"/>
            <a:pathLst>
              <a:path w="3" h="3">
                <a:moveTo>
                  <a:pt x="2" y="3"/>
                </a:moveTo>
                <a:lnTo>
                  <a:pt x="3" y="0"/>
                </a:lnTo>
                <a:lnTo>
                  <a:pt x="0" y="0"/>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8953500" y="5467350"/>
            <a:ext cx="2619375" cy="323850"/>
          </a:xfrm>
          <a:prstGeom prst="roundRect">
            <a:avLst>
              <a:gd name="adj" fmla="val 29411"/>
            </a:avLst>
          </a:prstGeom>
          <a:solidFill>
            <a:srgbClr val="FFFFFF"/>
          </a:solidFill>
          <a:ln w="13334">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400021" y="5526405"/>
            <a:ext cx="1802531" cy="213359"/>
          </a:xfrm>
          <a:prstGeom prst="rect">
            <a:avLst/>
          </a:prstGeom>
          <a:noFill/>
        </p:spPr>
        <p:txBody>
          <a:bodyPr wrap="none" lIns="0" rIns="0" tIns="0" bIns="0">
            <a:spAutoFit/>
          </a:bodyPr>
          <a:lstStyle/>
          <a:p>
            <a:pPr>
              <a:lnSpc>
                <a:spcPts val="1620"/>
              </a:lnSpc>
              <a:spcBef>
                <a:spcPts val="0"/>
              </a:spcBef>
              <a:spcAft>
                <a:spcPts val="0"/>
              </a:spcAft>
            </a:pPr>
            <a:r>
              <a:rPr sz="1200" b="1">
                <a:solidFill>
                  <a:srgbClr val="168D9D"/>
                </a:solidFill>
                <a:latin typeface="Arial"/>
                <a:ea typeface="Microsoft YaHei"/>
              </a:rPr>
              <a:t>PC</a:t>
            </a:r>
            <a:r>
              <a:rPr sz="1200" b="1">
                <a:solidFill>
                  <a:srgbClr val="168D9D"/>
                </a:solidFill>
                <a:latin typeface="Microsoft YaHei"/>
                <a:ea typeface="Microsoft YaHei"/>
              </a:rPr>
              <a:t> </a:t>
            </a:r>
            <a:r>
              <a:rPr sz="1200" b="1">
                <a:solidFill>
                  <a:srgbClr val="168D9D"/>
                </a:solidFill>
                <a:latin typeface="Arial"/>
                <a:ea typeface="Microsoft YaHei"/>
              </a:rPr>
              <a:t>N:</a:t>
            </a:r>
            <a:r>
              <a:rPr sz="1200" b="1">
                <a:solidFill>
                  <a:srgbClr val="168D9D"/>
                </a:solidFill>
                <a:latin typeface="Microsoft YaHei"/>
                <a:ea typeface="Microsoft YaHei"/>
              </a:rPr>
              <a:t> </a:t>
            </a:r>
            <a:r>
              <a:rPr sz="1200" b="1">
                <a:solidFill>
                  <a:srgbClr val="168D9D"/>
                </a:solidFill>
                <a:latin typeface="Arial"/>
                <a:ea typeface="Microsoft YaHei"/>
              </a:rPr>
              <a:t>new</a:t>
            </a:r>
            <a:r>
              <a:rPr sz="1200" b="1">
                <a:solidFill>
                  <a:srgbClr val="168D9D"/>
                </a:solidFill>
                <a:latin typeface="Microsoft YaHei"/>
                <a:ea typeface="Microsoft YaHei"/>
              </a:rPr>
              <a:t> </a:t>
            </a:r>
            <a:r>
              <a:rPr sz="1200" b="1">
                <a:solidFill>
                  <a:srgbClr val="168D9D"/>
                </a:solidFill>
                <a:latin typeface="Arial"/>
                <a:ea typeface="Microsoft YaHei"/>
              </a:rPr>
              <a:t>resources</a:t>
            </a:r>
          </a:p>
        </p:txBody>
      </p:sp>
      <p:cxnSp>
        <p:nvCxnSpPr>
          <p:cNvPr id="55" name="Connector 54"/>
          <p:cNvCxnSpPr/>
          <p:nvPr/>
        </p:nvCxnSpPr>
        <p:spPr>
          <a:xfrm>
            <a:off x="6096000" y="5305425"/>
            <a:ext cx="0" cy="76200"/>
          </a:xfrm>
          <a:prstGeom prst="line">
            <a:avLst/>
          </a:prstGeom>
          <a:ln w="14287">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914525" y="5381625"/>
            <a:ext cx="8343900" cy="0"/>
          </a:xfrm>
          <a:prstGeom prst="line">
            <a:avLst/>
          </a:prstGeom>
          <a:ln w="14287">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0258425" y="5381625"/>
            <a:ext cx="0" cy="85725"/>
          </a:xfrm>
          <a:prstGeom prst="line">
            <a:avLst/>
          </a:prstGeom>
          <a:ln w="14287">
            <a:solidFill>
              <a:srgbClr val="168D9D"/>
            </a:solidFill>
          </a:ln>
        </p:spPr>
        <p:style>
          <a:lnRef idx="2">
            <a:schemeClr val="accent1"/>
          </a:lnRef>
          <a:fillRef idx="0">
            <a:schemeClr val="accent1"/>
          </a:fillRef>
          <a:effectRef idx="1">
            <a:schemeClr val="accent1"/>
          </a:effectRef>
          <a:fontRef idx="minor">
            <a:schemeClr val="tx1"/>
          </a:fontRef>
        </p:style>
      </p:cxnSp>
      <p:sp>
        <p:nvSpPr>
          <p:cNvPr id="58" name="Freeform 57"/>
          <p:cNvSpPr/>
          <p:nvPr/>
        </p:nvSpPr>
        <p:spPr>
          <a:xfrm>
            <a:off x="10236200" y="5422900"/>
            <a:ext cx="38100" cy="38100"/>
          </a:xfrm>
          <a:custGeom>
            <a:avLst/>
            <a:gdLst/>
            <a:ahLst/>
            <a:cxnLst/>
            <a:rect l="l" t="t" r="r" b="b"/>
            <a:pathLst>
              <a:path w="3" h="3">
                <a:moveTo>
                  <a:pt x="2" y="3"/>
                </a:moveTo>
                <a:lnTo>
                  <a:pt x="3" y="0"/>
                </a:lnTo>
                <a:lnTo>
                  <a:pt x="0" y="0"/>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514350" y="5886450"/>
            <a:ext cx="11163300" cy="514350"/>
          </a:xfrm>
          <a:prstGeom prst="roundRect">
            <a:avLst>
              <a:gd name="adj" fmla="val 16666"/>
            </a:avLst>
          </a:prstGeom>
          <a:solidFill>
            <a:srgbClr val="E9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95325" y="6000750"/>
            <a:ext cx="10862146" cy="266700"/>
          </a:xfrm>
          <a:prstGeom prst="rect">
            <a:avLst/>
          </a:prstGeom>
          <a:noFill/>
        </p:spPr>
        <p:txBody>
          <a:bodyPr wrap="none" lIns="0" rIns="0" tIns="0" bIns="0">
            <a:spAutoFit/>
          </a:bodyPr>
          <a:lstStyle/>
          <a:p>
            <a:pPr>
              <a:lnSpc>
                <a:spcPts val="2025"/>
              </a:lnSpc>
              <a:spcBef>
                <a:spcPts val="0"/>
              </a:spcBef>
              <a:spcAft>
                <a:spcPts val="0"/>
              </a:spcAft>
            </a:pPr>
            <a:r>
              <a:rPr sz="1500" b="1">
                <a:solidFill>
                  <a:srgbClr val="168D9D"/>
                </a:solidFill>
                <a:latin typeface="Arial"/>
                <a:ea typeface="Microsoft YaHei"/>
              </a:rPr>
              <a:t>Scale</a:t>
            </a:r>
            <a:r>
              <a:rPr sz="1500" b="1">
                <a:solidFill>
                  <a:srgbClr val="168D9D"/>
                </a:solidFill>
                <a:latin typeface="Microsoft YaHei"/>
                <a:ea typeface="Microsoft YaHei"/>
              </a:rPr>
              <a:t> </a:t>
            </a:r>
            <a:r>
              <a:rPr sz="1500" b="1">
                <a:solidFill>
                  <a:srgbClr val="168D9D"/>
                </a:solidFill>
                <a:latin typeface="Arial"/>
                <a:ea typeface="Microsoft YaHei"/>
              </a:rPr>
              <a:t>by</a:t>
            </a:r>
            <a:r>
              <a:rPr sz="1500" b="1">
                <a:solidFill>
                  <a:srgbClr val="168D9D"/>
                </a:solidFill>
                <a:latin typeface="Microsoft YaHei"/>
                <a:ea typeface="Microsoft YaHei"/>
              </a:rPr>
              <a:t> </a:t>
            </a:r>
            <a:r>
              <a:rPr sz="1500" b="1">
                <a:solidFill>
                  <a:srgbClr val="168D9D"/>
                </a:solidFill>
                <a:latin typeface="Arial"/>
                <a:ea typeface="Microsoft YaHei"/>
              </a:rPr>
              <a:t>adding</a:t>
            </a:r>
            <a:r>
              <a:rPr sz="1500" b="1">
                <a:solidFill>
                  <a:srgbClr val="168D9D"/>
                </a:solidFill>
                <a:latin typeface="Microsoft YaHei"/>
                <a:ea typeface="Microsoft YaHei"/>
              </a:rPr>
              <a:t> </a:t>
            </a:r>
            <a:r>
              <a:rPr sz="1500" b="1">
                <a:solidFill>
                  <a:srgbClr val="168D9D"/>
                </a:solidFill>
                <a:latin typeface="Arial"/>
                <a:ea typeface="Microsoft YaHei"/>
              </a:rPr>
              <a:t>owned</a:t>
            </a:r>
            <a:r>
              <a:rPr sz="1500" b="1">
                <a:solidFill>
                  <a:srgbClr val="168D9D"/>
                </a:solidFill>
                <a:latin typeface="Microsoft YaHei"/>
                <a:ea typeface="Microsoft YaHei"/>
              </a:rPr>
              <a:t> </a:t>
            </a:r>
            <a:r>
              <a:rPr sz="1500" b="1">
                <a:solidFill>
                  <a:srgbClr val="168D9D"/>
                </a:solidFill>
                <a:latin typeface="Arial"/>
                <a:ea typeface="Microsoft YaHei"/>
              </a:rPr>
              <a:t>resources</a:t>
            </a:r>
            <a:r>
              <a:rPr sz="1500" b="1">
                <a:solidFill>
                  <a:srgbClr val="168D9D"/>
                </a:solidFill>
                <a:latin typeface="Microsoft YaHei"/>
                <a:ea typeface="Microsoft YaHei"/>
              </a:rPr>
              <a:t> </a:t>
            </a:r>
            <a:r>
              <a:rPr sz="1500" b="1">
                <a:solidFill>
                  <a:srgbClr val="168D9D"/>
                </a:solidFill>
                <a:latin typeface="Arial"/>
                <a:ea typeface="Microsoft YaHei"/>
              </a:rPr>
              <a:t>and</a:t>
            </a:r>
            <a:r>
              <a:rPr sz="1500" b="1">
                <a:solidFill>
                  <a:srgbClr val="168D9D"/>
                </a:solidFill>
                <a:latin typeface="Microsoft YaHei"/>
                <a:ea typeface="Microsoft YaHei"/>
              </a:rPr>
              <a:t> </a:t>
            </a:r>
            <a:r>
              <a:rPr sz="1500" b="1">
                <a:solidFill>
                  <a:srgbClr val="168D9D"/>
                </a:solidFill>
                <a:latin typeface="Arial"/>
                <a:ea typeface="Microsoft YaHei"/>
              </a:rPr>
              <a:t>verified</a:t>
            </a:r>
            <a:r>
              <a:rPr sz="1500" b="1">
                <a:solidFill>
                  <a:srgbClr val="168D9D"/>
                </a:solidFill>
                <a:latin typeface="Microsoft YaHei"/>
                <a:ea typeface="Microsoft YaHei"/>
              </a:rPr>
              <a:t> </a:t>
            </a:r>
            <a:r>
              <a:rPr sz="1500" b="1">
                <a:solidFill>
                  <a:srgbClr val="168D9D"/>
                </a:solidFill>
                <a:latin typeface="Arial"/>
                <a:ea typeface="Microsoft YaHei"/>
              </a:rPr>
              <a:t>capabilities,</a:t>
            </a:r>
            <a:r>
              <a:rPr sz="1500" b="1">
                <a:solidFill>
                  <a:srgbClr val="168D9D"/>
                </a:solidFill>
                <a:latin typeface="Microsoft YaHei"/>
                <a:ea typeface="Microsoft YaHei"/>
              </a:rPr>
              <a:t> </a:t>
            </a:r>
            <a:r>
              <a:rPr sz="1500" b="1">
                <a:solidFill>
                  <a:srgbClr val="168D9D"/>
                </a:solidFill>
                <a:latin typeface="Arial"/>
                <a:ea typeface="Microsoft YaHei"/>
              </a:rPr>
              <a:t>not</a:t>
            </a:r>
            <a:r>
              <a:rPr sz="1500" b="1">
                <a:solidFill>
                  <a:srgbClr val="168D9D"/>
                </a:solidFill>
                <a:latin typeface="Microsoft YaHei"/>
                <a:ea typeface="Microsoft YaHei"/>
              </a:rPr>
              <a:t> </a:t>
            </a:r>
            <a:r>
              <a:rPr sz="1500" b="1">
                <a:solidFill>
                  <a:srgbClr val="168D9D"/>
                </a:solidFill>
                <a:latin typeface="Arial"/>
                <a:ea typeface="Microsoft YaHei"/>
              </a:rPr>
              <a:t>by</a:t>
            </a:r>
            <a:r>
              <a:rPr sz="1500" b="1">
                <a:solidFill>
                  <a:srgbClr val="168D9D"/>
                </a:solidFill>
                <a:latin typeface="Microsoft YaHei"/>
                <a:ea typeface="Microsoft YaHei"/>
              </a:rPr>
              <a:t> </a:t>
            </a:r>
            <a:r>
              <a:rPr sz="1500" b="1">
                <a:solidFill>
                  <a:srgbClr val="168D9D"/>
                </a:solidFill>
                <a:latin typeface="Arial"/>
                <a:ea typeface="Microsoft YaHei"/>
              </a:rPr>
              <a:t>moving</a:t>
            </a:r>
            <a:r>
              <a:rPr sz="1500" b="1">
                <a:solidFill>
                  <a:srgbClr val="168D9D"/>
                </a:solidFill>
                <a:latin typeface="Microsoft YaHei"/>
                <a:ea typeface="Microsoft YaHei"/>
              </a:rPr>
              <a:t> </a:t>
            </a:r>
            <a:r>
              <a:rPr sz="1500" b="1">
                <a:solidFill>
                  <a:srgbClr val="168D9D"/>
                </a:solidFill>
                <a:latin typeface="Arial"/>
                <a:ea typeface="Microsoft YaHei"/>
              </a:rPr>
              <a:t>every</a:t>
            </a:r>
            <a:r>
              <a:rPr sz="1500" b="1">
                <a:solidFill>
                  <a:srgbClr val="168D9D"/>
                </a:solidFill>
                <a:latin typeface="Microsoft YaHei"/>
                <a:ea typeface="Microsoft YaHei"/>
              </a:rPr>
              <a:t> </a:t>
            </a:r>
            <a:r>
              <a:rPr sz="1500" b="1">
                <a:solidFill>
                  <a:srgbClr val="168D9D"/>
                </a:solidFill>
                <a:latin typeface="Arial"/>
                <a:ea typeface="Microsoft YaHei"/>
              </a:rPr>
              <a:t>instrument</a:t>
            </a:r>
            <a:r>
              <a:rPr sz="1500" b="1">
                <a:solidFill>
                  <a:srgbClr val="168D9D"/>
                </a:solidFill>
                <a:latin typeface="Microsoft YaHei"/>
                <a:ea typeface="Microsoft YaHei"/>
              </a:rPr>
              <a:t> </a:t>
            </a:r>
            <a:r>
              <a:rPr sz="1500" b="1">
                <a:solidFill>
                  <a:srgbClr val="168D9D"/>
                </a:solidFill>
                <a:latin typeface="Arial"/>
                <a:ea typeface="Microsoft YaHei"/>
              </a:rPr>
              <a:t>to</a:t>
            </a:r>
            <a:r>
              <a:rPr sz="1500" b="1">
                <a:solidFill>
                  <a:srgbClr val="168D9D"/>
                </a:solidFill>
                <a:latin typeface="Microsoft YaHei"/>
                <a:ea typeface="Microsoft YaHei"/>
              </a:rPr>
              <a:t> </a:t>
            </a:r>
            <a:r>
              <a:rPr sz="1500" b="1">
                <a:solidFill>
                  <a:srgbClr val="168D9D"/>
                </a:solidFill>
                <a:latin typeface="Arial"/>
                <a:ea typeface="Microsoft YaHei"/>
              </a:rPr>
              <a:t>one</a:t>
            </a:r>
            <a:r>
              <a:rPr sz="1500" b="1">
                <a:solidFill>
                  <a:srgbClr val="168D9D"/>
                </a:solidFill>
                <a:latin typeface="Microsoft YaHei"/>
                <a:ea typeface="Microsoft YaHei"/>
              </a:rPr>
              <a:t> </a:t>
            </a:r>
            <a:r>
              <a:rPr sz="1500" b="1">
                <a:solidFill>
                  <a:srgbClr val="168D9D"/>
                </a:solidFill>
                <a:latin typeface="Arial"/>
                <a:ea typeface="Microsoft YaHei"/>
              </a:rPr>
              <a:t>PC.</a:t>
            </a:r>
          </a:p>
        </p:txBody>
      </p:sp>
      <p:cxnSp>
        <p:nvCxnSpPr>
          <p:cNvPr id="61" name="Connector 60"/>
          <p:cNvCxnSpPr/>
          <p:nvPr/>
        </p:nvCxnSpPr>
        <p:spPr>
          <a:xfrm>
            <a:off x="514350" y="6543675"/>
            <a:ext cx="11163300" cy="0"/>
          </a:xfrm>
          <a:prstGeom prst="line">
            <a:avLst/>
          </a:prstGeom>
          <a:ln w="9525">
            <a:solidFill>
              <a:srgbClr val="D9E3EE"/>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23875" y="6619875"/>
            <a:ext cx="3609184"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LabOS</a:t>
            </a:r>
            <a:r>
              <a:rPr sz="825" b="0">
                <a:solidFill>
                  <a:srgbClr val="62758C"/>
                </a:solidFill>
                <a:latin typeface="Microsoft YaHei"/>
                <a:ea typeface="Microsoft YaHei"/>
              </a:rPr>
              <a:t>  </a:t>
            </a:r>
            <a:r>
              <a:rPr sz="825" b="0">
                <a:solidFill>
                  <a:srgbClr val="62758C"/>
                </a:solidFill>
                <a:latin typeface="Arial"/>
                <a:ea typeface="Microsoft YaHei"/>
              </a:rPr>
              <a:t>|</a:t>
            </a:r>
            <a:r>
              <a:rPr sz="825" b="0">
                <a:solidFill>
                  <a:srgbClr val="62758C"/>
                </a:solidFill>
                <a:latin typeface="Microsoft YaHei"/>
                <a:ea typeface="Microsoft YaHei"/>
              </a:rPr>
              <a:t>  </a:t>
            </a:r>
            <a:r>
              <a:rPr sz="825" b="0">
                <a:solidFill>
                  <a:srgbClr val="62758C"/>
                </a:solidFill>
                <a:latin typeface="Arial"/>
                <a:ea typeface="Microsoft YaHei"/>
              </a:rPr>
              <a:t>Cross-PC</a:t>
            </a:r>
            <a:r>
              <a:rPr sz="825" b="0">
                <a:solidFill>
                  <a:srgbClr val="62758C"/>
                </a:solidFill>
                <a:latin typeface="Microsoft YaHei"/>
                <a:ea typeface="Microsoft YaHei"/>
              </a:rPr>
              <a:t> </a:t>
            </a:r>
            <a:r>
              <a:rPr sz="825" b="0">
                <a:solidFill>
                  <a:srgbClr val="62758C"/>
                </a:solidFill>
                <a:latin typeface="Arial"/>
                <a:ea typeface="Microsoft YaHei"/>
              </a:rPr>
              <a:t>nonlinear</a:t>
            </a:r>
            <a:r>
              <a:rPr sz="825" b="0">
                <a:solidFill>
                  <a:srgbClr val="62758C"/>
                </a:solidFill>
                <a:latin typeface="Microsoft YaHei"/>
                <a:ea typeface="Microsoft YaHei"/>
              </a:rPr>
              <a:t> </a:t>
            </a:r>
            <a:r>
              <a:rPr sz="825" b="0">
                <a:solidFill>
                  <a:srgbClr val="62758C"/>
                </a:solidFill>
                <a:latin typeface="Arial"/>
                <a:ea typeface="Microsoft YaHei"/>
              </a:rPr>
              <a:t>Hall</a:t>
            </a:r>
            <a:r>
              <a:rPr sz="825" b="0">
                <a:solidFill>
                  <a:srgbClr val="62758C"/>
                </a:solidFill>
                <a:latin typeface="Microsoft YaHei"/>
                <a:ea typeface="Microsoft YaHei"/>
              </a:rPr>
              <a:t> </a:t>
            </a:r>
            <a:r>
              <a:rPr sz="825" b="0">
                <a:solidFill>
                  <a:srgbClr val="62758C"/>
                </a:solidFill>
                <a:latin typeface="Arial"/>
                <a:ea typeface="Microsoft YaHei"/>
              </a:rPr>
              <a:t>and</a:t>
            </a:r>
            <a:r>
              <a:rPr sz="825" b="0">
                <a:solidFill>
                  <a:srgbClr val="62758C"/>
                </a:solidFill>
                <a:latin typeface="Microsoft YaHei"/>
                <a:ea typeface="Microsoft YaHei"/>
              </a:rPr>
              <a:t> </a:t>
            </a:r>
            <a:r>
              <a:rPr sz="825" b="0">
                <a:solidFill>
                  <a:srgbClr val="62758C"/>
                </a:solidFill>
                <a:latin typeface="Arial"/>
                <a:ea typeface="Microsoft YaHei"/>
              </a:rPr>
              <a:t>BVPE</a:t>
            </a:r>
            <a:r>
              <a:rPr sz="825" b="0">
                <a:solidFill>
                  <a:srgbClr val="62758C"/>
                </a:solidFill>
                <a:latin typeface="Microsoft YaHei"/>
                <a:ea typeface="Microsoft YaHei"/>
              </a:rPr>
              <a:t> </a:t>
            </a:r>
            <a:r>
              <a:rPr sz="825" b="0">
                <a:solidFill>
                  <a:srgbClr val="62758C"/>
                </a:solidFill>
                <a:latin typeface="Arial"/>
                <a:ea typeface="Microsoft YaHei"/>
              </a:rPr>
              <a:t>measurement</a:t>
            </a:r>
            <a:r>
              <a:rPr sz="825" b="0">
                <a:solidFill>
                  <a:srgbClr val="62758C"/>
                </a:solidFill>
                <a:latin typeface="Microsoft YaHei"/>
                <a:ea typeface="Microsoft YaHei"/>
              </a:rPr>
              <a:t> </a:t>
            </a:r>
            <a:r>
              <a:rPr sz="825" b="0">
                <a:solidFill>
                  <a:srgbClr val="62758C"/>
                </a:solidFill>
                <a:latin typeface="Arial"/>
                <a:ea typeface="Microsoft YaHei"/>
              </a:rPr>
              <a:t>workflows</a:t>
            </a:r>
          </a:p>
        </p:txBody>
      </p:sp>
      <p:sp>
        <p:nvSpPr>
          <p:cNvPr id="63" name="TextBox 62"/>
          <p:cNvSpPr txBox="1"/>
          <p:nvPr/>
        </p:nvSpPr>
        <p:spPr>
          <a:xfrm>
            <a:off x="11348256" y="6600825"/>
            <a:ext cx="405593"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62758C"/>
                </a:solidFill>
                <a:latin typeface="Arial"/>
                <a:ea typeface="Microsoft YaHei"/>
              </a:rPr>
              <a:t>20/22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2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0075" y="419100"/>
            <a:ext cx="2200275" cy="295275"/>
          </a:xfrm>
          <a:prstGeom prst="roundRect">
            <a:avLst>
              <a:gd name="adj" fmla="val 45161"/>
            </a:avLst>
          </a:prstGeom>
          <a:solidFill>
            <a:srgbClr val="2634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1201" y="466725"/>
            <a:ext cx="1854221" cy="186690"/>
          </a:xfrm>
          <a:prstGeom prst="rect">
            <a:avLst/>
          </a:prstGeom>
          <a:noFill/>
        </p:spPr>
        <p:txBody>
          <a:bodyPr wrap="none" lIns="0" rIns="0" tIns="0" bIns="0">
            <a:spAutoFit/>
          </a:bodyPr>
          <a:lstStyle/>
          <a:p>
            <a:pPr>
              <a:lnSpc>
                <a:spcPts val="1417"/>
              </a:lnSpc>
              <a:spcBef>
                <a:spcPts val="0"/>
              </a:spcBef>
              <a:spcAft>
                <a:spcPts val="0"/>
              </a:spcAft>
            </a:pPr>
            <a:r>
              <a:rPr sz="1050" b="1">
                <a:solidFill>
                  <a:srgbClr val="BBA5FF"/>
                </a:solidFill>
                <a:latin typeface="Arial"/>
                <a:ea typeface="Microsoft YaHei"/>
              </a:rPr>
              <a:t>LABOS</a:t>
            </a:r>
            <a:r>
              <a:rPr sz="1050" b="1">
                <a:solidFill>
                  <a:srgbClr val="BBA5FF"/>
                </a:solidFill>
                <a:latin typeface="Microsoft YaHei"/>
                <a:ea typeface="Microsoft YaHei"/>
              </a:rPr>
              <a:t> </a:t>
            </a:r>
            <a:r>
              <a:rPr sz="1050" b="1">
                <a:solidFill>
                  <a:srgbClr val="BBA5FF"/>
                </a:solidFill>
                <a:latin typeface="Arial"/>
                <a:ea typeface="Microsoft YaHei"/>
              </a:rPr>
              <a:t>CAPABILITY</a:t>
            </a:r>
            <a:r>
              <a:rPr sz="1050" b="1">
                <a:solidFill>
                  <a:srgbClr val="BBA5FF"/>
                </a:solidFill>
                <a:latin typeface="Microsoft YaHei"/>
                <a:ea typeface="Microsoft YaHei"/>
              </a:rPr>
              <a:t> </a:t>
            </a:r>
            <a:r>
              <a:rPr sz="1050" b="1">
                <a:solidFill>
                  <a:srgbClr val="BBA5FF"/>
                </a:solidFill>
                <a:latin typeface="Arial"/>
                <a:ea typeface="Microsoft YaHei"/>
              </a:rPr>
              <a:t>MAP</a:t>
            </a:r>
          </a:p>
        </p:txBody>
      </p:sp>
      <p:sp>
        <p:nvSpPr>
          <p:cNvPr id="5" name="TextBox 4"/>
          <p:cNvSpPr txBox="1"/>
          <p:nvPr/>
        </p:nvSpPr>
        <p:spPr>
          <a:xfrm>
            <a:off x="619125" y="1247775"/>
            <a:ext cx="7254971" cy="613410"/>
          </a:xfrm>
          <a:prstGeom prst="rect">
            <a:avLst/>
          </a:prstGeom>
          <a:noFill/>
        </p:spPr>
        <p:txBody>
          <a:bodyPr wrap="none" lIns="0" rIns="0" tIns="0" bIns="0">
            <a:spAutoFit/>
          </a:bodyPr>
          <a:lstStyle/>
          <a:p>
            <a:pPr>
              <a:lnSpc>
                <a:spcPts val="4657"/>
              </a:lnSpc>
              <a:spcBef>
                <a:spcPts val="0"/>
              </a:spcBef>
              <a:spcAft>
                <a:spcPts val="0"/>
              </a:spcAft>
            </a:pPr>
            <a:r>
              <a:rPr sz="3450" b="1">
                <a:solidFill>
                  <a:srgbClr val="FFFFFF"/>
                </a:solidFill>
                <a:latin typeface="Arial"/>
                <a:ea typeface="Microsoft YaHei"/>
              </a:rPr>
              <a:t>One</a:t>
            </a:r>
            <a:r>
              <a:rPr sz="3450" b="1">
                <a:solidFill>
                  <a:srgbClr val="FFFFFF"/>
                </a:solidFill>
                <a:latin typeface="Microsoft YaHei"/>
                <a:ea typeface="Microsoft YaHei"/>
              </a:rPr>
              <a:t> </a:t>
            </a:r>
            <a:r>
              <a:rPr sz="3450" b="1">
                <a:solidFill>
                  <a:srgbClr val="FFFFFF"/>
                </a:solidFill>
                <a:latin typeface="Arial"/>
                <a:ea typeface="Microsoft YaHei"/>
              </a:rPr>
              <a:t>coordinated</a:t>
            </a:r>
            <a:r>
              <a:rPr sz="3450" b="1">
                <a:solidFill>
                  <a:srgbClr val="FFFFFF"/>
                </a:solidFill>
                <a:latin typeface="Microsoft YaHei"/>
                <a:ea typeface="Microsoft YaHei"/>
              </a:rPr>
              <a:t> </a:t>
            </a:r>
            <a:r>
              <a:rPr sz="3450" b="1">
                <a:solidFill>
                  <a:srgbClr val="FFFFFF"/>
                </a:solidFill>
                <a:latin typeface="Arial"/>
                <a:ea typeface="Microsoft YaHei"/>
              </a:rPr>
              <a:t>experiment.</a:t>
            </a:r>
          </a:p>
        </p:txBody>
      </p:sp>
      <p:sp>
        <p:nvSpPr>
          <p:cNvPr id="6" name="TextBox 5"/>
          <p:cNvSpPr txBox="1"/>
          <p:nvPr/>
        </p:nvSpPr>
        <p:spPr>
          <a:xfrm>
            <a:off x="619125" y="1839277"/>
            <a:ext cx="7426337" cy="613410"/>
          </a:xfrm>
          <a:prstGeom prst="rect">
            <a:avLst/>
          </a:prstGeom>
          <a:noFill/>
        </p:spPr>
        <p:txBody>
          <a:bodyPr wrap="none" lIns="0" rIns="0" tIns="0" bIns="0">
            <a:spAutoFit/>
          </a:bodyPr>
          <a:lstStyle/>
          <a:p>
            <a:pPr>
              <a:lnSpc>
                <a:spcPts val="4657"/>
              </a:lnSpc>
              <a:spcBef>
                <a:spcPts val="0"/>
              </a:spcBef>
              <a:spcAft>
                <a:spcPts val="0"/>
              </a:spcAft>
            </a:pPr>
            <a:r>
              <a:rPr sz="3450" b="1">
                <a:solidFill>
                  <a:srgbClr val="FFFFFF"/>
                </a:solidFill>
                <a:latin typeface="Arial"/>
                <a:ea typeface="Microsoft YaHei"/>
              </a:rPr>
              <a:t>Multiple</a:t>
            </a:r>
            <a:r>
              <a:rPr sz="3450" b="1">
                <a:solidFill>
                  <a:srgbClr val="FFFFFF"/>
                </a:solidFill>
                <a:latin typeface="Microsoft YaHei"/>
                <a:ea typeface="Microsoft YaHei"/>
              </a:rPr>
              <a:t> </a:t>
            </a:r>
            <a:r>
              <a:rPr sz="3450" b="1">
                <a:solidFill>
                  <a:srgbClr val="FFFFFF"/>
                </a:solidFill>
                <a:latin typeface="Arial"/>
                <a:ea typeface="Microsoft YaHei"/>
              </a:rPr>
              <a:t>instruments</a:t>
            </a:r>
            <a:r>
              <a:rPr sz="3450" b="1">
                <a:solidFill>
                  <a:srgbClr val="FFFFFF"/>
                </a:solidFill>
                <a:latin typeface="Microsoft YaHei"/>
                <a:ea typeface="Microsoft YaHei"/>
              </a:rPr>
              <a:t> </a:t>
            </a:r>
            <a:r>
              <a:rPr sz="3450" b="1">
                <a:solidFill>
                  <a:srgbClr val="FFFFFF"/>
                </a:solidFill>
                <a:latin typeface="Arial"/>
                <a:ea typeface="Microsoft YaHei"/>
              </a:rPr>
              <a:t>and</a:t>
            </a:r>
            <a:r>
              <a:rPr sz="3450" b="1">
                <a:solidFill>
                  <a:srgbClr val="FFFFFF"/>
                </a:solidFill>
                <a:latin typeface="Microsoft YaHei"/>
                <a:ea typeface="Microsoft YaHei"/>
              </a:rPr>
              <a:t> </a:t>
            </a:r>
            <a:r>
              <a:rPr sz="3450" b="1">
                <a:solidFill>
                  <a:srgbClr val="FFFFFF"/>
                </a:solidFill>
                <a:latin typeface="Arial"/>
                <a:ea typeface="Microsoft YaHei"/>
              </a:rPr>
              <a:t>PCs.</a:t>
            </a:r>
          </a:p>
        </p:txBody>
      </p:sp>
      <p:sp>
        <p:nvSpPr>
          <p:cNvPr id="7" name="Oval 6"/>
          <p:cNvSpPr/>
          <p:nvPr/>
        </p:nvSpPr>
        <p:spPr>
          <a:xfrm>
            <a:off x="666750" y="3400425"/>
            <a:ext cx="152400" cy="152400"/>
          </a:xfrm>
          <a:prstGeom prst="ellipse">
            <a:avLst/>
          </a:prstGeom>
          <a:solidFill>
            <a:srgbClr val="5FC9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9650" y="3333750"/>
            <a:ext cx="1730443" cy="373380"/>
          </a:xfrm>
          <a:prstGeom prst="rect">
            <a:avLst/>
          </a:prstGeom>
          <a:noFill/>
        </p:spPr>
        <p:txBody>
          <a:bodyPr wrap="none" lIns="0" rIns="0" tIns="0" bIns="0">
            <a:spAutoFit/>
          </a:bodyPr>
          <a:lstStyle/>
          <a:p>
            <a:pPr>
              <a:lnSpc>
                <a:spcPts val="2835"/>
              </a:lnSpc>
              <a:spcBef>
                <a:spcPts val="0"/>
              </a:spcBef>
              <a:spcAft>
                <a:spcPts val="0"/>
              </a:spcAft>
            </a:pPr>
            <a:r>
              <a:rPr sz="2100" b="1">
                <a:solidFill>
                  <a:srgbClr val="71D8DF"/>
                </a:solidFill>
                <a:latin typeface="Arial"/>
                <a:ea typeface="Microsoft YaHei"/>
              </a:rPr>
              <a:t>Coordinate</a:t>
            </a:r>
          </a:p>
        </p:txBody>
      </p:sp>
      <p:sp>
        <p:nvSpPr>
          <p:cNvPr id="9" name="TextBox 8"/>
          <p:cNvSpPr txBox="1"/>
          <p:nvPr/>
        </p:nvSpPr>
        <p:spPr>
          <a:xfrm>
            <a:off x="4238625" y="3362325"/>
            <a:ext cx="6195752" cy="306705"/>
          </a:xfrm>
          <a:prstGeom prst="rect">
            <a:avLst/>
          </a:prstGeom>
          <a:noFill/>
        </p:spPr>
        <p:txBody>
          <a:bodyPr wrap="none" lIns="0" rIns="0" tIns="0" bIns="0">
            <a:spAutoFit/>
          </a:bodyPr>
          <a:lstStyle/>
          <a:p>
            <a:pPr>
              <a:lnSpc>
                <a:spcPts val="2328"/>
              </a:lnSpc>
              <a:spcBef>
                <a:spcPts val="0"/>
              </a:spcBef>
              <a:spcAft>
                <a:spcPts val="0"/>
              </a:spcAft>
            </a:pPr>
            <a:r>
              <a:rPr sz="1725" b="0">
                <a:solidFill>
                  <a:srgbClr val="BDCEE4"/>
                </a:solidFill>
                <a:latin typeface="Arial"/>
                <a:ea typeface="Microsoft YaHei"/>
              </a:rPr>
              <a:t>Optical</a:t>
            </a:r>
            <a:r>
              <a:rPr sz="1725" b="0">
                <a:solidFill>
                  <a:srgbClr val="BDCEE4"/>
                </a:solidFill>
                <a:latin typeface="Microsoft YaHei"/>
                <a:ea typeface="Microsoft YaHei"/>
              </a:rPr>
              <a:t> </a:t>
            </a:r>
            <a:r>
              <a:rPr sz="1725" b="0">
                <a:solidFill>
                  <a:srgbClr val="BDCEE4"/>
                </a:solidFill>
                <a:latin typeface="Arial"/>
                <a:ea typeface="Microsoft YaHei"/>
              </a:rPr>
              <a:t>sources,</a:t>
            </a:r>
            <a:r>
              <a:rPr sz="1725" b="0">
                <a:solidFill>
                  <a:srgbClr val="BDCEE4"/>
                </a:solidFill>
                <a:latin typeface="Microsoft YaHei"/>
                <a:ea typeface="Microsoft YaHei"/>
              </a:rPr>
              <a:t> </a:t>
            </a:r>
            <a:r>
              <a:rPr sz="1725" b="0">
                <a:solidFill>
                  <a:srgbClr val="BDCEE4"/>
                </a:solidFill>
                <a:latin typeface="Arial"/>
                <a:ea typeface="Microsoft YaHei"/>
              </a:rPr>
              <a:t>sample</a:t>
            </a:r>
            <a:r>
              <a:rPr sz="1725" b="0">
                <a:solidFill>
                  <a:srgbClr val="BDCEE4"/>
                </a:solidFill>
                <a:latin typeface="Microsoft YaHei"/>
                <a:ea typeface="Microsoft YaHei"/>
              </a:rPr>
              <a:t> </a:t>
            </a:r>
            <a:r>
              <a:rPr sz="1725" b="0">
                <a:solidFill>
                  <a:srgbClr val="BDCEE4"/>
                </a:solidFill>
                <a:latin typeface="Arial"/>
                <a:ea typeface="Microsoft YaHei"/>
              </a:rPr>
              <a:t>state,</a:t>
            </a:r>
            <a:r>
              <a:rPr sz="1725" b="0">
                <a:solidFill>
                  <a:srgbClr val="BDCEE4"/>
                </a:solidFill>
                <a:latin typeface="Microsoft YaHei"/>
                <a:ea typeface="Microsoft YaHei"/>
              </a:rPr>
              <a:t> </a:t>
            </a:r>
            <a:r>
              <a:rPr sz="1725" b="0">
                <a:solidFill>
                  <a:srgbClr val="BDCEE4"/>
                </a:solidFill>
                <a:latin typeface="Arial"/>
                <a:ea typeface="Microsoft YaHei"/>
              </a:rPr>
              <a:t>transport</a:t>
            </a:r>
            <a:r>
              <a:rPr sz="1725" b="0">
                <a:solidFill>
                  <a:srgbClr val="BDCEE4"/>
                </a:solidFill>
                <a:latin typeface="Microsoft YaHei"/>
                <a:ea typeface="Microsoft YaHei"/>
              </a:rPr>
              <a:t> </a:t>
            </a:r>
            <a:r>
              <a:rPr sz="1725" b="0">
                <a:solidFill>
                  <a:srgbClr val="BDCEE4"/>
                </a:solidFill>
                <a:latin typeface="Arial"/>
                <a:ea typeface="Microsoft YaHei"/>
              </a:rPr>
              <a:t>and</a:t>
            </a:r>
            <a:r>
              <a:rPr sz="1725" b="0">
                <a:solidFill>
                  <a:srgbClr val="BDCEE4"/>
                </a:solidFill>
                <a:latin typeface="Microsoft YaHei"/>
                <a:ea typeface="Microsoft YaHei"/>
              </a:rPr>
              <a:t> </a:t>
            </a:r>
            <a:r>
              <a:rPr sz="1725" b="0">
                <a:solidFill>
                  <a:srgbClr val="BDCEE4"/>
                </a:solidFill>
                <a:latin typeface="Arial"/>
                <a:ea typeface="Microsoft YaHei"/>
              </a:rPr>
              <a:t>modulation</a:t>
            </a:r>
          </a:p>
        </p:txBody>
      </p:sp>
      <p:sp>
        <p:nvSpPr>
          <p:cNvPr id="10" name="Oval 9"/>
          <p:cNvSpPr/>
          <p:nvPr/>
        </p:nvSpPr>
        <p:spPr>
          <a:xfrm>
            <a:off x="666750" y="4238625"/>
            <a:ext cx="152400" cy="152400"/>
          </a:xfrm>
          <a:prstGeom prst="ellipse">
            <a:avLst/>
          </a:prstGeom>
          <a:solidFill>
            <a:srgbClr val="5FC9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9650" y="4171950"/>
            <a:ext cx="2780574" cy="373380"/>
          </a:xfrm>
          <a:prstGeom prst="rect">
            <a:avLst/>
          </a:prstGeom>
          <a:noFill/>
        </p:spPr>
        <p:txBody>
          <a:bodyPr wrap="none" lIns="0" rIns="0" tIns="0" bIns="0">
            <a:spAutoFit/>
          </a:bodyPr>
          <a:lstStyle/>
          <a:p>
            <a:pPr>
              <a:lnSpc>
                <a:spcPts val="2835"/>
              </a:lnSpc>
              <a:spcBef>
                <a:spcPts val="0"/>
              </a:spcBef>
              <a:spcAft>
                <a:spcPts val="0"/>
              </a:spcAft>
            </a:pPr>
            <a:r>
              <a:rPr sz="2100" b="1">
                <a:solidFill>
                  <a:srgbClr val="71D8DF"/>
                </a:solidFill>
                <a:latin typeface="Arial"/>
                <a:ea typeface="Microsoft YaHei"/>
              </a:rPr>
              <a:t>Preserve</a:t>
            </a:r>
            <a:r>
              <a:rPr sz="2100" b="1">
                <a:solidFill>
                  <a:srgbClr val="71D8DF"/>
                </a:solidFill>
                <a:latin typeface="Microsoft YaHei"/>
                <a:ea typeface="Microsoft YaHei"/>
              </a:rPr>
              <a:t> </a:t>
            </a:r>
            <a:r>
              <a:rPr sz="2100" b="1">
                <a:solidFill>
                  <a:srgbClr val="71D8DF"/>
                </a:solidFill>
                <a:latin typeface="Arial"/>
                <a:ea typeface="Microsoft YaHei"/>
              </a:rPr>
              <a:t>meaning</a:t>
            </a:r>
          </a:p>
        </p:txBody>
      </p:sp>
      <p:sp>
        <p:nvSpPr>
          <p:cNvPr id="12" name="TextBox 11"/>
          <p:cNvSpPr txBox="1"/>
          <p:nvPr/>
        </p:nvSpPr>
        <p:spPr>
          <a:xfrm>
            <a:off x="4238625" y="4200525"/>
            <a:ext cx="6423598" cy="306705"/>
          </a:xfrm>
          <a:prstGeom prst="rect">
            <a:avLst/>
          </a:prstGeom>
          <a:noFill/>
        </p:spPr>
        <p:txBody>
          <a:bodyPr wrap="none" lIns="0" rIns="0" tIns="0" bIns="0">
            <a:spAutoFit/>
          </a:bodyPr>
          <a:lstStyle/>
          <a:p>
            <a:pPr>
              <a:lnSpc>
                <a:spcPts val="2328"/>
              </a:lnSpc>
              <a:spcBef>
                <a:spcPts val="0"/>
              </a:spcBef>
              <a:spcAft>
                <a:spcPts val="0"/>
              </a:spcAft>
            </a:pPr>
            <a:r>
              <a:rPr sz="1725" b="0">
                <a:solidFill>
                  <a:srgbClr val="BDCEE4"/>
                </a:solidFill>
                <a:latin typeface="Arial"/>
                <a:ea typeface="Microsoft YaHei"/>
              </a:rPr>
              <a:t>References,</a:t>
            </a:r>
            <a:r>
              <a:rPr sz="1725" b="0">
                <a:solidFill>
                  <a:srgbClr val="BDCEE4"/>
                </a:solidFill>
                <a:latin typeface="Microsoft YaHei"/>
                <a:ea typeface="Microsoft YaHei"/>
              </a:rPr>
              <a:t> </a:t>
            </a:r>
            <a:r>
              <a:rPr sz="1725" b="0">
                <a:solidFill>
                  <a:srgbClr val="BDCEE4"/>
                </a:solidFill>
                <a:latin typeface="Arial"/>
                <a:ea typeface="Microsoft YaHei"/>
              </a:rPr>
              <a:t>harmonics,</a:t>
            </a:r>
            <a:r>
              <a:rPr sz="1725" b="0">
                <a:solidFill>
                  <a:srgbClr val="BDCEE4"/>
                </a:solidFill>
                <a:latin typeface="Microsoft YaHei"/>
                <a:ea typeface="Microsoft YaHei"/>
              </a:rPr>
              <a:t> </a:t>
            </a:r>
            <a:r>
              <a:rPr sz="1725" b="0">
                <a:solidFill>
                  <a:srgbClr val="BDCEE4"/>
                </a:solidFill>
                <a:latin typeface="Arial"/>
                <a:ea typeface="Microsoft YaHei"/>
              </a:rPr>
              <a:t>power</a:t>
            </a:r>
            <a:r>
              <a:rPr sz="1725" b="0">
                <a:solidFill>
                  <a:srgbClr val="BDCEE4"/>
                </a:solidFill>
                <a:latin typeface="Microsoft YaHei"/>
                <a:ea typeface="Microsoft YaHei"/>
              </a:rPr>
              <a:t> </a:t>
            </a:r>
            <a:r>
              <a:rPr sz="1725" b="0">
                <a:solidFill>
                  <a:srgbClr val="BDCEE4"/>
                </a:solidFill>
                <a:latin typeface="Arial"/>
                <a:ea typeface="Microsoft YaHei"/>
              </a:rPr>
              <a:t>calibration</a:t>
            </a:r>
            <a:r>
              <a:rPr sz="1725" b="0">
                <a:solidFill>
                  <a:srgbClr val="BDCEE4"/>
                </a:solidFill>
                <a:latin typeface="Microsoft YaHei"/>
                <a:ea typeface="Microsoft YaHei"/>
              </a:rPr>
              <a:t> </a:t>
            </a:r>
            <a:r>
              <a:rPr sz="1725" b="0">
                <a:solidFill>
                  <a:srgbClr val="BDCEE4"/>
                </a:solidFill>
                <a:latin typeface="Arial"/>
                <a:ea typeface="Microsoft YaHei"/>
              </a:rPr>
              <a:t>and</a:t>
            </a:r>
            <a:r>
              <a:rPr sz="1725" b="0">
                <a:solidFill>
                  <a:srgbClr val="BDCEE4"/>
                </a:solidFill>
                <a:latin typeface="Microsoft YaHei"/>
                <a:ea typeface="Microsoft YaHei"/>
              </a:rPr>
              <a:t> </a:t>
            </a:r>
            <a:r>
              <a:rPr sz="1725" b="0">
                <a:solidFill>
                  <a:srgbClr val="BDCEE4"/>
                </a:solidFill>
                <a:latin typeface="Arial"/>
                <a:ea typeface="Microsoft YaHei"/>
              </a:rPr>
              <a:t>timestamps</a:t>
            </a:r>
          </a:p>
        </p:txBody>
      </p:sp>
      <p:sp>
        <p:nvSpPr>
          <p:cNvPr id="13" name="Oval 12"/>
          <p:cNvSpPr/>
          <p:nvPr/>
        </p:nvSpPr>
        <p:spPr>
          <a:xfrm>
            <a:off x="666750" y="5076825"/>
            <a:ext cx="152400" cy="152400"/>
          </a:xfrm>
          <a:prstGeom prst="ellipse">
            <a:avLst/>
          </a:prstGeom>
          <a:solidFill>
            <a:srgbClr val="5FC9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9650" y="5010150"/>
            <a:ext cx="2172816" cy="373380"/>
          </a:xfrm>
          <a:prstGeom prst="rect">
            <a:avLst/>
          </a:prstGeom>
          <a:noFill/>
        </p:spPr>
        <p:txBody>
          <a:bodyPr wrap="none" lIns="0" rIns="0" tIns="0" bIns="0">
            <a:spAutoFit/>
          </a:bodyPr>
          <a:lstStyle/>
          <a:p>
            <a:pPr>
              <a:lnSpc>
                <a:spcPts val="2835"/>
              </a:lnSpc>
              <a:spcBef>
                <a:spcPts val="0"/>
              </a:spcBef>
              <a:spcAft>
                <a:spcPts val="0"/>
              </a:spcAft>
            </a:pPr>
            <a:r>
              <a:rPr sz="2100" b="1">
                <a:solidFill>
                  <a:srgbClr val="71D8DF"/>
                </a:solidFill>
                <a:latin typeface="Arial"/>
                <a:ea typeface="Microsoft YaHei"/>
              </a:rPr>
              <a:t>Close</a:t>
            </a:r>
            <a:r>
              <a:rPr sz="2100" b="1">
                <a:solidFill>
                  <a:srgbClr val="71D8DF"/>
                </a:solidFill>
                <a:latin typeface="Microsoft YaHei"/>
                <a:ea typeface="Microsoft YaHei"/>
              </a:rPr>
              <a:t> </a:t>
            </a:r>
            <a:r>
              <a:rPr sz="2100" b="1">
                <a:solidFill>
                  <a:srgbClr val="71D8DF"/>
                </a:solidFill>
                <a:latin typeface="Arial"/>
                <a:ea typeface="Microsoft YaHei"/>
              </a:rPr>
              <a:t>the</a:t>
            </a:r>
            <a:r>
              <a:rPr sz="2100" b="1">
                <a:solidFill>
                  <a:srgbClr val="71D8DF"/>
                </a:solidFill>
                <a:latin typeface="Microsoft YaHei"/>
                <a:ea typeface="Microsoft YaHei"/>
              </a:rPr>
              <a:t> </a:t>
            </a:r>
            <a:r>
              <a:rPr sz="2100" b="1">
                <a:solidFill>
                  <a:srgbClr val="71D8DF"/>
                </a:solidFill>
                <a:latin typeface="Arial"/>
                <a:ea typeface="Microsoft YaHei"/>
              </a:rPr>
              <a:t>loop</a:t>
            </a:r>
          </a:p>
        </p:txBody>
      </p:sp>
      <p:sp>
        <p:nvSpPr>
          <p:cNvPr id="15" name="TextBox 14"/>
          <p:cNvSpPr txBox="1"/>
          <p:nvPr/>
        </p:nvSpPr>
        <p:spPr>
          <a:xfrm>
            <a:off x="4238625" y="5038725"/>
            <a:ext cx="6330534" cy="306705"/>
          </a:xfrm>
          <a:prstGeom prst="rect">
            <a:avLst/>
          </a:prstGeom>
          <a:noFill/>
        </p:spPr>
        <p:txBody>
          <a:bodyPr wrap="none" lIns="0" rIns="0" tIns="0" bIns="0">
            <a:spAutoFit/>
          </a:bodyPr>
          <a:lstStyle/>
          <a:p>
            <a:pPr>
              <a:lnSpc>
                <a:spcPts val="2328"/>
              </a:lnSpc>
              <a:spcBef>
                <a:spcPts val="0"/>
              </a:spcBef>
              <a:spcAft>
                <a:spcPts val="0"/>
              </a:spcAft>
            </a:pPr>
            <a:r>
              <a:rPr sz="1725" b="0">
                <a:solidFill>
                  <a:srgbClr val="BDCEE4"/>
                </a:solidFill>
                <a:latin typeface="Arial"/>
                <a:ea typeface="Microsoft YaHei"/>
              </a:rPr>
              <a:t>Qualified</a:t>
            </a:r>
            <a:r>
              <a:rPr sz="1725" b="0">
                <a:solidFill>
                  <a:srgbClr val="BDCEE4"/>
                </a:solidFill>
                <a:latin typeface="Microsoft YaHei"/>
                <a:ea typeface="Microsoft YaHei"/>
              </a:rPr>
              <a:t> </a:t>
            </a:r>
            <a:r>
              <a:rPr sz="1725" b="0">
                <a:solidFill>
                  <a:srgbClr val="BDCEE4"/>
                </a:solidFill>
                <a:latin typeface="Arial"/>
                <a:ea typeface="Microsoft YaHei"/>
              </a:rPr>
              <a:t>observations,</a:t>
            </a:r>
            <a:r>
              <a:rPr sz="1725" b="0">
                <a:solidFill>
                  <a:srgbClr val="BDCEE4"/>
                </a:solidFill>
                <a:latin typeface="Microsoft YaHei"/>
                <a:ea typeface="Microsoft YaHei"/>
              </a:rPr>
              <a:t> </a:t>
            </a:r>
            <a:r>
              <a:rPr sz="1725" b="0">
                <a:solidFill>
                  <a:srgbClr val="BDCEE4"/>
                </a:solidFill>
                <a:latin typeface="Arial"/>
                <a:ea typeface="Microsoft YaHei"/>
              </a:rPr>
              <a:t>controls</a:t>
            </a:r>
            <a:r>
              <a:rPr sz="1725" b="0">
                <a:solidFill>
                  <a:srgbClr val="BDCEE4"/>
                </a:solidFill>
                <a:latin typeface="Microsoft YaHei"/>
                <a:ea typeface="Microsoft YaHei"/>
              </a:rPr>
              <a:t> </a:t>
            </a:r>
            <a:r>
              <a:rPr sz="1725" b="0">
                <a:solidFill>
                  <a:srgbClr val="BDCEE4"/>
                </a:solidFill>
                <a:latin typeface="Arial"/>
                <a:ea typeface="Microsoft YaHei"/>
              </a:rPr>
              <a:t>and</a:t>
            </a:r>
            <a:r>
              <a:rPr sz="1725" b="0">
                <a:solidFill>
                  <a:srgbClr val="BDCEE4"/>
                </a:solidFill>
                <a:latin typeface="Microsoft YaHei"/>
                <a:ea typeface="Microsoft YaHei"/>
              </a:rPr>
              <a:t> </a:t>
            </a:r>
            <a:r>
              <a:rPr sz="1725" b="0">
                <a:solidFill>
                  <a:srgbClr val="BDCEE4"/>
                </a:solidFill>
                <a:latin typeface="Arial"/>
                <a:ea typeface="Microsoft YaHei"/>
              </a:rPr>
              <a:t>a</a:t>
            </a:r>
            <a:r>
              <a:rPr sz="1725" b="0">
                <a:solidFill>
                  <a:srgbClr val="BDCEE4"/>
                </a:solidFill>
                <a:latin typeface="Microsoft YaHei"/>
                <a:ea typeface="Microsoft YaHei"/>
              </a:rPr>
              <a:t> </a:t>
            </a:r>
            <a:r>
              <a:rPr sz="1725" b="0">
                <a:solidFill>
                  <a:srgbClr val="BDCEE4"/>
                </a:solidFill>
                <a:latin typeface="Arial"/>
                <a:ea typeface="Microsoft YaHei"/>
              </a:rPr>
              <a:t>justified</a:t>
            </a:r>
            <a:r>
              <a:rPr sz="1725" b="0">
                <a:solidFill>
                  <a:srgbClr val="BDCEE4"/>
                </a:solidFill>
                <a:latin typeface="Microsoft YaHei"/>
                <a:ea typeface="Microsoft YaHei"/>
              </a:rPr>
              <a:t> </a:t>
            </a:r>
            <a:r>
              <a:rPr sz="1725" b="0">
                <a:solidFill>
                  <a:srgbClr val="BDCEE4"/>
                </a:solidFill>
                <a:latin typeface="Arial"/>
                <a:ea typeface="Microsoft YaHei"/>
              </a:rPr>
              <a:t>next</a:t>
            </a:r>
            <a:r>
              <a:rPr sz="1725" b="0">
                <a:solidFill>
                  <a:srgbClr val="BDCEE4"/>
                </a:solidFill>
                <a:latin typeface="Microsoft YaHei"/>
                <a:ea typeface="Microsoft YaHei"/>
              </a:rPr>
              <a:t> </a:t>
            </a:r>
            <a:r>
              <a:rPr sz="1725" b="0">
                <a:solidFill>
                  <a:srgbClr val="BDCEE4"/>
                </a:solidFill>
                <a:latin typeface="Arial"/>
                <a:ea typeface="Microsoft YaHei"/>
              </a:rPr>
              <a:t>stage</a:t>
            </a:r>
          </a:p>
        </p:txBody>
      </p:sp>
      <p:sp>
        <p:nvSpPr>
          <p:cNvPr id="16" name="TextBox 15"/>
          <p:cNvSpPr txBox="1"/>
          <p:nvPr/>
        </p:nvSpPr>
        <p:spPr>
          <a:xfrm>
            <a:off x="619125" y="6115050"/>
            <a:ext cx="8863477"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BDCEE4"/>
                </a:solidFill>
                <a:latin typeface="Arial"/>
                <a:ea typeface="Microsoft YaHei"/>
              </a:rPr>
              <a:t>Nonlinear</a:t>
            </a:r>
            <a:r>
              <a:rPr sz="1500" b="0">
                <a:solidFill>
                  <a:srgbClr val="BDCEE4"/>
                </a:solidFill>
                <a:latin typeface="Microsoft YaHei"/>
                <a:ea typeface="Microsoft YaHei"/>
              </a:rPr>
              <a:t> </a:t>
            </a:r>
            <a:r>
              <a:rPr sz="1500" b="0">
                <a:solidFill>
                  <a:srgbClr val="BDCEE4"/>
                </a:solidFill>
                <a:latin typeface="Arial"/>
                <a:ea typeface="Microsoft YaHei"/>
              </a:rPr>
              <a:t>Hall</a:t>
            </a:r>
            <a:r>
              <a:rPr sz="1500" b="0">
                <a:solidFill>
                  <a:srgbClr val="BDCEE4"/>
                </a:solidFill>
                <a:latin typeface="Microsoft YaHei"/>
                <a:ea typeface="Microsoft YaHei"/>
              </a:rPr>
              <a:t> </a:t>
            </a:r>
            <a:r>
              <a:rPr sz="1500" b="0">
                <a:solidFill>
                  <a:srgbClr val="BDCEE4"/>
                </a:solidFill>
                <a:latin typeface="Arial"/>
                <a:ea typeface="Microsoft YaHei"/>
              </a:rPr>
              <a:t>+</a:t>
            </a:r>
            <a:r>
              <a:rPr sz="1500" b="0">
                <a:solidFill>
                  <a:srgbClr val="BDCEE4"/>
                </a:solidFill>
                <a:latin typeface="Microsoft YaHei"/>
                <a:ea typeface="Microsoft YaHei"/>
              </a:rPr>
              <a:t> </a:t>
            </a:r>
            <a:r>
              <a:rPr sz="1500" b="0">
                <a:solidFill>
                  <a:srgbClr val="BDCEE4"/>
                </a:solidFill>
                <a:latin typeface="Arial"/>
                <a:ea typeface="Microsoft YaHei"/>
              </a:rPr>
              <a:t>BVPE:</a:t>
            </a:r>
            <a:r>
              <a:rPr sz="1500" b="0">
                <a:solidFill>
                  <a:srgbClr val="BDCEE4"/>
                </a:solidFill>
                <a:latin typeface="Microsoft YaHei"/>
                <a:ea typeface="Microsoft YaHei"/>
              </a:rPr>
              <a:t> </a:t>
            </a:r>
            <a:r>
              <a:rPr sz="1500" b="0">
                <a:solidFill>
                  <a:srgbClr val="BDCEE4"/>
                </a:solidFill>
                <a:latin typeface="Arial"/>
                <a:ea typeface="Microsoft YaHei"/>
              </a:rPr>
              <a:t>a</a:t>
            </a:r>
            <a:r>
              <a:rPr sz="1500" b="0">
                <a:solidFill>
                  <a:srgbClr val="BDCEE4"/>
                </a:solidFill>
                <a:latin typeface="Microsoft YaHei"/>
                <a:ea typeface="Microsoft YaHei"/>
              </a:rPr>
              <a:t> </a:t>
            </a:r>
            <a:r>
              <a:rPr sz="1500" b="0">
                <a:solidFill>
                  <a:srgbClr val="BDCEE4"/>
                </a:solidFill>
                <a:latin typeface="Arial"/>
                <a:ea typeface="Microsoft YaHei"/>
              </a:rPr>
              <a:t>concrete</a:t>
            </a:r>
            <a:r>
              <a:rPr sz="1500" b="0">
                <a:solidFill>
                  <a:srgbClr val="BDCEE4"/>
                </a:solidFill>
                <a:latin typeface="Microsoft YaHei"/>
                <a:ea typeface="Microsoft YaHei"/>
              </a:rPr>
              <a:t> </a:t>
            </a:r>
            <a:r>
              <a:rPr sz="1500" b="0">
                <a:solidFill>
                  <a:srgbClr val="BDCEE4"/>
                </a:solidFill>
                <a:latin typeface="Arial"/>
                <a:ea typeface="Microsoft YaHei"/>
              </a:rPr>
              <a:t>example</a:t>
            </a:r>
            <a:r>
              <a:rPr sz="1500" b="0">
                <a:solidFill>
                  <a:srgbClr val="BDCEE4"/>
                </a:solidFill>
                <a:latin typeface="Microsoft YaHei"/>
                <a:ea typeface="Microsoft YaHei"/>
              </a:rPr>
              <a:t> </a:t>
            </a:r>
            <a:r>
              <a:rPr sz="1500" b="0">
                <a:solidFill>
                  <a:srgbClr val="BDCEE4"/>
                </a:solidFill>
                <a:latin typeface="Arial"/>
                <a:ea typeface="Microsoft YaHei"/>
              </a:rPr>
              <a:t>of</a:t>
            </a:r>
            <a:r>
              <a:rPr sz="1500" b="0">
                <a:solidFill>
                  <a:srgbClr val="BDCEE4"/>
                </a:solidFill>
                <a:latin typeface="Microsoft YaHei"/>
                <a:ea typeface="Microsoft YaHei"/>
              </a:rPr>
              <a:t> </a:t>
            </a:r>
            <a:r>
              <a:rPr sz="1500" b="0">
                <a:solidFill>
                  <a:srgbClr val="BDCEE4"/>
                </a:solidFill>
                <a:latin typeface="Arial"/>
                <a:ea typeface="Microsoft YaHei"/>
              </a:rPr>
              <a:t>composable,</a:t>
            </a:r>
            <a:r>
              <a:rPr sz="1500" b="0">
                <a:solidFill>
                  <a:srgbClr val="BDCEE4"/>
                </a:solidFill>
                <a:latin typeface="Microsoft YaHei"/>
                <a:ea typeface="Microsoft YaHei"/>
              </a:rPr>
              <a:t> </a:t>
            </a:r>
            <a:r>
              <a:rPr sz="1500" b="0">
                <a:solidFill>
                  <a:srgbClr val="BDCEE4"/>
                </a:solidFill>
                <a:latin typeface="Arial"/>
                <a:ea typeface="Microsoft YaHei"/>
              </a:rPr>
              <a:t>evidence-driven</a:t>
            </a:r>
            <a:r>
              <a:rPr sz="1500" b="0">
                <a:solidFill>
                  <a:srgbClr val="BDCEE4"/>
                </a:solidFill>
                <a:latin typeface="Microsoft YaHei"/>
                <a:ea typeface="Microsoft YaHei"/>
              </a:rPr>
              <a:t> </a:t>
            </a:r>
            <a:r>
              <a:rPr sz="1500" b="0">
                <a:solidFill>
                  <a:srgbClr val="BDCEE4"/>
                </a:solidFill>
                <a:latin typeface="Arial"/>
                <a:ea typeface="Microsoft YaHei"/>
              </a:rPr>
              <a:t>experimentation</a:t>
            </a:r>
          </a:p>
        </p:txBody>
      </p:sp>
      <p:cxnSp>
        <p:nvCxnSpPr>
          <p:cNvPr id="17" name="Connector 16"/>
          <p:cNvCxnSpPr/>
          <p:nvPr/>
        </p:nvCxnSpPr>
        <p:spPr>
          <a:xfrm>
            <a:off x="514350" y="6543675"/>
            <a:ext cx="11163300" cy="0"/>
          </a:xfrm>
          <a:prstGeom prst="line">
            <a:avLst/>
          </a:prstGeom>
          <a:ln w="9525">
            <a:solidFill>
              <a:srgbClr val="31435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23875" y="6619875"/>
            <a:ext cx="3609184"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B1C2DA"/>
                </a:solidFill>
                <a:latin typeface="Arial"/>
                <a:ea typeface="Microsoft YaHei"/>
              </a:rPr>
              <a:t>LabOS</a:t>
            </a:r>
            <a:r>
              <a:rPr sz="825" b="0">
                <a:solidFill>
                  <a:srgbClr val="B1C2DA"/>
                </a:solidFill>
                <a:latin typeface="Microsoft YaHei"/>
                <a:ea typeface="Microsoft YaHei"/>
              </a:rPr>
              <a:t>  </a:t>
            </a:r>
            <a:r>
              <a:rPr sz="825" b="0">
                <a:solidFill>
                  <a:srgbClr val="B1C2DA"/>
                </a:solidFill>
                <a:latin typeface="Arial"/>
                <a:ea typeface="Microsoft YaHei"/>
              </a:rPr>
              <a:t>|</a:t>
            </a:r>
            <a:r>
              <a:rPr sz="825" b="0">
                <a:solidFill>
                  <a:srgbClr val="B1C2DA"/>
                </a:solidFill>
                <a:latin typeface="Microsoft YaHei"/>
                <a:ea typeface="Microsoft YaHei"/>
              </a:rPr>
              <a:t>  </a:t>
            </a:r>
            <a:r>
              <a:rPr sz="825" b="0">
                <a:solidFill>
                  <a:srgbClr val="B1C2DA"/>
                </a:solidFill>
                <a:latin typeface="Arial"/>
                <a:ea typeface="Microsoft YaHei"/>
              </a:rPr>
              <a:t>Cross-PC</a:t>
            </a:r>
            <a:r>
              <a:rPr sz="825" b="0">
                <a:solidFill>
                  <a:srgbClr val="B1C2DA"/>
                </a:solidFill>
                <a:latin typeface="Microsoft YaHei"/>
                <a:ea typeface="Microsoft YaHei"/>
              </a:rPr>
              <a:t> </a:t>
            </a:r>
            <a:r>
              <a:rPr sz="825" b="0">
                <a:solidFill>
                  <a:srgbClr val="B1C2DA"/>
                </a:solidFill>
                <a:latin typeface="Arial"/>
                <a:ea typeface="Microsoft YaHei"/>
              </a:rPr>
              <a:t>nonlinear</a:t>
            </a:r>
            <a:r>
              <a:rPr sz="825" b="0">
                <a:solidFill>
                  <a:srgbClr val="B1C2DA"/>
                </a:solidFill>
                <a:latin typeface="Microsoft YaHei"/>
                <a:ea typeface="Microsoft YaHei"/>
              </a:rPr>
              <a:t> </a:t>
            </a:r>
            <a:r>
              <a:rPr sz="825" b="0">
                <a:solidFill>
                  <a:srgbClr val="B1C2DA"/>
                </a:solidFill>
                <a:latin typeface="Arial"/>
                <a:ea typeface="Microsoft YaHei"/>
              </a:rPr>
              <a:t>Hall</a:t>
            </a:r>
            <a:r>
              <a:rPr sz="825" b="0">
                <a:solidFill>
                  <a:srgbClr val="B1C2DA"/>
                </a:solidFill>
                <a:latin typeface="Microsoft YaHei"/>
                <a:ea typeface="Microsoft YaHei"/>
              </a:rPr>
              <a:t> </a:t>
            </a:r>
            <a:r>
              <a:rPr sz="825" b="0">
                <a:solidFill>
                  <a:srgbClr val="B1C2DA"/>
                </a:solidFill>
                <a:latin typeface="Arial"/>
                <a:ea typeface="Microsoft YaHei"/>
              </a:rPr>
              <a:t>and</a:t>
            </a:r>
            <a:r>
              <a:rPr sz="825" b="0">
                <a:solidFill>
                  <a:srgbClr val="B1C2DA"/>
                </a:solidFill>
                <a:latin typeface="Microsoft YaHei"/>
                <a:ea typeface="Microsoft YaHei"/>
              </a:rPr>
              <a:t> </a:t>
            </a:r>
            <a:r>
              <a:rPr sz="825" b="0">
                <a:solidFill>
                  <a:srgbClr val="B1C2DA"/>
                </a:solidFill>
                <a:latin typeface="Arial"/>
                <a:ea typeface="Microsoft YaHei"/>
              </a:rPr>
              <a:t>BVPE</a:t>
            </a:r>
            <a:r>
              <a:rPr sz="825" b="0">
                <a:solidFill>
                  <a:srgbClr val="B1C2DA"/>
                </a:solidFill>
                <a:latin typeface="Microsoft YaHei"/>
                <a:ea typeface="Microsoft YaHei"/>
              </a:rPr>
              <a:t> </a:t>
            </a:r>
            <a:r>
              <a:rPr sz="825" b="0">
                <a:solidFill>
                  <a:srgbClr val="B1C2DA"/>
                </a:solidFill>
                <a:latin typeface="Arial"/>
                <a:ea typeface="Microsoft YaHei"/>
              </a:rPr>
              <a:t>measurement</a:t>
            </a:r>
            <a:r>
              <a:rPr sz="825" b="0">
                <a:solidFill>
                  <a:srgbClr val="B1C2DA"/>
                </a:solidFill>
                <a:latin typeface="Microsoft YaHei"/>
                <a:ea typeface="Microsoft YaHei"/>
              </a:rPr>
              <a:t> </a:t>
            </a:r>
            <a:r>
              <a:rPr sz="825" b="0">
                <a:solidFill>
                  <a:srgbClr val="B1C2DA"/>
                </a:solidFill>
                <a:latin typeface="Arial"/>
                <a:ea typeface="Microsoft YaHei"/>
              </a:rPr>
              <a:t>workflows</a:t>
            </a:r>
          </a:p>
        </p:txBody>
      </p:sp>
      <p:sp>
        <p:nvSpPr>
          <p:cNvPr id="19" name="TextBox 18"/>
          <p:cNvSpPr txBox="1"/>
          <p:nvPr/>
        </p:nvSpPr>
        <p:spPr>
          <a:xfrm>
            <a:off x="11348256" y="6600825"/>
            <a:ext cx="405593"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B1C2DA"/>
                </a:solidFill>
                <a:latin typeface="Arial"/>
                <a:ea typeface="Microsoft YaHei"/>
              </a:rPr>
              <a:t>21/22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4350" y="295275"/>
            <a:ext cx="1793425" cy="173354"/>
          </a:xfrm>
          <a:prstGeom prst="rect">
            <a:avLst/>
          </a:prstGeom>
          <a:noFill/>
        </p:spPr>
        <p:txBody>
          <a:bodyPr wrap="none" lIns="0" rIns="0" tIns="0" bIns="0">
            <a:spAutoFit/>
          </a:bodyPr>
          <a:lstStyle/>
          <a:p>
            <a:pPr>
              <a:lnSpc>
                <a:spcPts val="1316"/>
              </a:lnSpc>
              <a:spcBef>
                <a:spcPts val="0"/>
              </a:spcBef>
              <a:spcAft>
                <a:spcPts val="0"/>
              </a:spcAft>
            </a:pPr>
            <a:r>
              <a:rPr sz="975" b="1">
                <a:solidFill>
                  <a:srgbClr val="168D9D"/>
                </a:solidFill>
                <a:latin typeface="Arial"/>
                <a:ea typeface="Microsoft YaHei"/>
              </a:rPr>
              <a:t>APPENDIX</a:t>
            </a:r>
            <a:r>
              <a:rPr sz="975" b="1">
                <a:solidFill>
                  <a:srgbClr val="168D9D"/>
                </a:solidFill>
                <a:latin typeface="Microsoft YaHei"/>
                <a:ea typeface="Microsoft YaHei"/>
              </a:rPr>
              <a:t> </a:t>
            </a:r>
            <a:r>
              <a:rPr sz="975" b="1">
                <a:solidFill>
                  <a:srgbClr val="168D9D"/>
                </a:solidFill>
                <a:latin typeface="Arial"/>
                <a:ea typeface="Microsoft YaHei"/>
              </a:rPr>
              <a:t>/</a:t>
            </a:r>
            <a:r>
              <a:rPr sz="975" b="1">
                <a:solidFill>
                  <a:srgbClr val="168D9D"/>
                </a:solidFill>
                <a:latin typeface="Microsoft YaHei"/>
                <a:ea typeface="Microsoft YaHei"/>
              </a:rPr>
              <a:t> </a:t>
            </a:r>
            <a:r>
              <a:rPr sz="975" b="1">
                <a:solidFill>
                  <a:srgbClr val="168D9D"/>
                </a:solidFill>
                <a:latin typeface="Arial"/>
                <a:ea typeface="Microsoft YaHei"/>
              </a:rPr>
              <a:t>REFERENCES</a:t>
            </a:r>
          </a:p>
        </p:txBody>
      </p:sp>
      <p:sp>
        <p:nvSpPr>
          <p:cNvPr id="4" name="TextBox 3"/>
          <p:cNvSpPr txBox="1"/>
          <p:nvPr/>
        </p:nvSpPr>
        <p:spPr>
          <a:xfrm>
            <a:off x="514350" y="676275"/>
            <a:ext cx="8275829" cy="480059"/>
          </a:xfrm>
          <a:prstGeom prst="rect">
            <a:avLst/>
          </a:prstGeom>
          <a:noFill/>
        </p:spPr>
        <p:txBody>
          <a:bodyPr wrap="none" lIns="0" rIns="0" tIns="0" bIns="0">
            <a:spAutoFit/>
          </a:bodyPr>
          <a:lstStyle/>
          <a:p>
            <a:pPr>
              <a:lnSpc>
                <a:spcPts val="3645"/>
              </a:lnSpc>
              <a:spcBef>
                <a:spcPts val="0"/>
              </a:spcBef>
              <a:spcAft>
                <a:spcPts val="0"/>
              </a:spcAft>
            </a:pPr>
            <a:r>
              <a:rPr sz="2700" b="1">
                <a:solidFill>
                  <a:srgbClr val="11233E"/>
                </a:solidFill>
                <a:latin typeface="Arial"/>
                <a:ea typeface="Microsoft YaHei"/>
              </a:rPr>
              <a:t>Scientific</a:t>
            </a:r>
            <a:r>
              <a:rPr sz="2700" b="1">
                <a:solidFill>
                  <a:srgbClr val="11233E"/>
                </a:solidFill>
                <a:latin typeface="Microsoft YaHei"/>
                <a:ea typeface="Microsoft YaHei"/>
              </a:rPr>
              <a:t> </a:t>
            </a:r>
            <a:r>
              <a:rPr sz="2700" b="1">
                <a:solidFill>
                  <a:srgbClr val="11233E"/>
                </a:solidFill>
                <a:latin typeface="Arial"/>
                <a:ea typeface="Microsoft YaHei"/>
              </a:rPr>
              <a:t>context</a:t>
            </a:r>
            <a:r>
              <a:rPr sz="2700" b="1">
                <a:solidFill>
                  <a:srgbClr val="11233E"/>
                </a:solidFill>
                <a:latin typeface="Microsoft YaHei"/>
                <a:ea typeface="Microsoft YaHei"/>
              </a:rPr>
              <a:t> </a:t>
            </a:r>
            <a:r>
              <a:rPr sz="2700" b="1">
                <a:solidFill>
                  <a:srgbClr val="11233E"/>
                </a:solidFill>
                <a:latin typeface="Arial"/>
                <a:ea typeface="Microsoft YaHei"/>
              </a:rPr>
              <a:t>and</a:t>
            </a:r>
            <a:r>
              <a:rPr sz="2700" b="1">
                <a:solidFill>
                  <a:srgbClr val="11233E"/>
                </a:solidFill>
                <a:latin typeface="Microsoft YaHei"/>
                <a:ea typeface="Microsoft YaHei"/>
              </a:rPr>
              <a:t> </a:t>
            </a:r>
            <a:r>
              <a:rPr sz="2700" b="1">
                <a:solidFill>
                  <a:srgbClr val="11233E"/>
                </a:solidFill>
                <a:latin typeface="Arial"/>
                <a:ea typeface="Microsoft YaHei"/>
              </a:rPr>
              <a:t>diagram</a:t>
            </a:r>
            <a:r>
              <a:rPr sz="2700" b="1">
                <a:solidFill>
                  <a:srgbClr val="11233E"/>
                </a:solidFill>
                <a:latin typeface="Microsoft YaHei"/>
                <a:ea typeface="Microsoft YaHei"/>
              </a:rPr>
              <a:t> </a:t>
            </a:r>
            <a:r>
              <a:rPr sz="2700" b="1">
                <a:solidFill>
                  <a:srgbClr val="11233E"/>
                </a:solidFill>
                <a:latin typeface="Arial"/>
                <a:ea typeface="Microsoft YaHei"/>
              </a:rPr>
              <a:t>provenance</a:t>
            </a:r>
          </a:p>
        </p:txBody>
      </p:sp>
      <p:sp>
        <p:nvSpPr>
          <p:cNvPr id="5" name="TextBox 4"/>
          <p:cNvSpPr txBox="1"/>
          <p:nvPr/>
        </p:nvSpPr>
        <p:spPr>
          <a:xfrm>
            <a:off x="533400" y="1247775"/>
            <a:ext cx="9047098" cy="253365"/>
          </a:xfrm>
          <a:prstGeom prst="rect">
            <a:avLst/>
          </a:prstGeom>
          <a:noFill/>
        </p:spPr>
        <p:txBody>
          <a:bodyPr wrap="none" lIns="0" rIns="0" tIns="0" bIns="0">
            <a:spAutoFit/>
          </a:bodyPr>
          <a:lstStyle/>
          <a:p>
            <a:pPr>
              <a:lnSpc>
                <a:spcPts val="1923"/>
              </a:lnSpc>
              <a:spcBef>
                <a:spcPts val="0"/>
              </a:spcBef>
              <a:spcAft>
                <a:spcPts val="0"/>
              </a:spcAft>
            </a:pPr>
            <a:r>
              <a:rPr sz="1425" b="0">
                <a:solidFill>
                  <a:srgbClr val="62758C"/>
                </a:solidFill>
                <a:latin typeface="Arial"/>
                <a:ea typeface="Microsoft YaHei"/>
              </a:rPr>
              <a:t>All</a:t>
            </a:r>
            <a:r>
              <a:rPr sz="1425" b="0">
                <a:solidFill>
                  <a:srgbClr val="62758C"/>
                </a:solidFill>
                <a:latin typeface="Microsoft YaHei"/>
                <a:ea typeface="Microsoft YaHei"/>
              </a:rPr>
              <a:t> </a:t>
            </a:r>
            <a:r>
              <a:rPr sz="1425" b="0">
                <a:solidFill>
                  <a:srgbClr val="62758C"/>
                </a:solidFill>
                <a:latin typeface="Arial"/>
                <a:ea typeface="Microsoft YaHei"/>
              </a:rPr>
              <a:t>architecture,</a:t>
            </a:r>
            <a:r>
              <a:rPr sz="1425" b="0">
                <a:solidFill>
                  <a:srgbClr val="62758C"/>
                </a:solidFill>
                <a:latin typeface="Microsoft YaHei"/>
                <a:ea typeface="Microsoft YaHei"/>
              </a:rPr>
              <a:t> </a:t>
            </a:r>
            <a:r>
              <a:rPr sz="1425" b="0">
                <a:solidFill>
                  <a:srgbClr val="62758C"/>
                </a:solidFill>
                <a:latin typeface="Arial"/>
                <a:ea typeface="Microsoft YaHei"/>
              </a:rPr>
              <a:t>apparatus,</a:t>
            </a:r>
            <a:r>
              <a:rPr sz="1425" b="0">
                <a:solidFill>
                  <a:srgbClr val="62758C"/>
                </a:solidFill>
                <a:latin typeface="Microsoft YaHei"/>
                <a:ea typeface="Microsoft YaHei"/>
              </a:rPr>
              <a:t> </a:t>
            </a:r>
            <a:r>
              <a:rPr sz="1425" b="0">
                <a:solidFill>
                  <a:srgbClr val="62758C"/>
                </a:solidFill>
                <a:latin typeface="Arial"/>
                <a:ea typeface="Microsoft YaHei"/>
              </a:rPr>
              <a:t>circuit,</a:t>
            </a:r>
            <a:r>
              <a:rPr sz="1425" b="0">
                <a:solidFill>
                  <a:srgbClr val="62758C"/>
                </a:solidFill>
                <a:latin typeface="Microsoft YaHei"/>
                <a:ea typeface="Microsoft YaHei"/>
              </a:rPr>
              <a:t> </a:t>
            </a:r>
            <a:r>
              <a:rPr sz="1425" b="0">
                <a:solidFill>
                  <a:srgbClr val="62758C"/>
                </a:solidFill>
                <a:latin typeface="Arial"/>
                <a:ea typeface="Microsoft YaHei"/>
              </a:rPr>
              <a:t>timing</a:t>
            </a:r>
            <a:r>
              <a:rPr sz="1425" b="0">
                <a:solidFill>
                  <a:srgbClr val="62758C"/>
                </a:solidFill>
                <a:latin typeface="Microsoft YaHei"/>
                <a:ea typeface="Microsoft YaHei"/>
              </a:rPr>
              <a:t> </a:t>
            </a:r>
            <a:r>
              <a:rPr sz="1425" b="0">
                <a:solidFill>
                  <a:srgbClr val="62758C"/>
                </a:solidFill>
                <a:latin typeface="Arial"/>
                <a:ea typeface="Microsoft YaHei"/>
              </a:rPr>
              <a:t>and</a:t>
            </a:r>
            <a:r>
              <a:rPr sz="1425" b="0">
                <a:solidFill>
                  <a:srgbClr val="62758C"/>
                </a:solidFill>
                <a:latin typeface="Microsoft YaHei"/>
                <a:ea typeface="Microsoft YaHei"/>
              </a:rPr>
              <a:t> </a:t>
            </a:r>
            <a:r>
              <a:rPr sz="1425" b="0">
                <a:solidFill>
                  <a:srgbClr val="62758C"/>
                </a:solidFill>
                <a:latin typeface="Arial"/>
                <a:ea typeface="Microsoft YaHei"/>
              </a:rPr>
              <a:t>state</a:t>
            </a:r>
            <a:r>
              <a:rPr sz="1425" b="0">
                <a:solidFill>
                  <a:srgbClr val="62758C"/>
                </a:solidFill>
                <a:latin typeface="Microsoft YaHei"/>
                <a:ea typeface="Microsoft YaHei"/>
              </a:rPr>
              <a:t> </a:t>
            </a:r>
            <a:r>
              <a:rPr sz="1425" b="0">
                <a:solidFill>
                  <a:srgbClr val="62758C"/>
                </a:solidFill>
                <a:latin typeface="Arial"/>
                <a:ea typeface="Microsoft YaHei"/>
              </a:rPr>
              <a:t>diagrams</a:t>
            </a:r>
            <a:r>
              <a:rPr sz="1425" b="0">
                <a:solidFill>
                  <a:srgbClr val="62758C"/>
                </a:solidFill>
                <a:latin typeface="Microsoft YaHei"/>
                <a:ea typeface="Microsoft YaHei"/>
              </a:rPr>
              <a:t> </a:t>
            </a:r>
            <a:r>
              <a:rPr sz="1425" b="0">
                <a:solidFill>
                  <a:srgbClr val="62758C"/>
                </a:solidFill>
                <a:latin typeface="Arial"/>
                <a:ea typeface="Microsoft YaHei"/>
              </a:rPr>
              <a:t>are</a:t>
            </a:r>
            <a:r>
              <a:rPr sz="1425" b="0">
                <a:solidFill>
                  <a:srgbClr val="62758C"/>
                </a:solidFill>
                <a:latin typeface="Microsoft YaHei"/>
                <a:ea typeface="Microsoft YaHei"/>
              </a:rPr>
              <a:t> </a:t>
            </a:r>
            <a:r>
              <a:rPr sz="1425" b="0">
                <a:solidFill>
                  <a:srgbClr val="62758C"/>
                </a:solidFill>
                <a:latin typeface="Arial"/>
                <a:ea typeface="Microsoft YaHei"/>
              </a:rPr>
              <a:t>original</a:t>
            </a:r>
            <a:r>
              <a:rPr sz="1425" b="0">
                <a:solidFill>
                  <a:srgbClr val="62758C"/>
                </a:solidFill>
                <a:latin typeface="Microsoft YaHei"/>
                <a:ea typeface="Microsoft YaHei"/>
              </a:rPr>
              <a:t> </a:t>
            </a:r>
            <a:r>
              <a:rPr sz="1425" b="0">
                <a:solidFill>
                  <a:srgbClr val="62758C"/>
                </a:solidFill>
                <a:latin typeface="Arial"/>
                <a:ea typeface="Microsoft YaHei"/>
              </a:rPr>
              <a:t>LabOS</a:t>
            </a:r>
            <a:r>
              <a:rPr sz="1425" b="0">
                <a:solidFill>
                  <a:srgbClr val="62758C"/>
                </a:solidFill>
                <a:latin typeface="Microsoft YaHei"/>
                <a:ea typeface="Microsoft YaHei"/>
              </a:rPr>
              <a:t> </a:t>
            </a:r>
            <a:r>
              <a:rPr sz="1425" b="0">
                <a:solidFill>
                  <a:srgbClr val="62758C"/>
                </a:solidFill>
                <a:latin typeface="Arial"/>
                <a:ea typeface="Microsoft YaHei"/>
              </a:rPr>
              <a:t>scenario</a:t>
            </a:r>
            <a:r>
              <a:rPr sz="1425" b="0">
                <a:solidFill>
                  <a:srgbClr val="62758C"/>
                </a:solidFill>
                <a:latin typeface="Microsoft YaHei"/>
                <a:ea typeface="Microsoft YaHei"/>
              </a:rPr>
              <a:t> </a:t>
            </a:r>
            <a:r>
              <a:rPr sz="1425" b="0">
                <a:solidFill>
                  <a:srgbClr val="62758C"/>
                </a:solidFill>
                <a:latin typeface="Arial"/>
                <a:ea typeface="Microsoft YaHei"/>
              </a:rPr>
              <a:t>drawings.</a:t>
            </a:r>
          </a:p>
        </p:txBody>
      </p:sp>
      <p:sp>
        <p:nvSpPr>
          <p:cNvPr id="6" name="TextBox 5"/>
          <p:cNvSpPr txBox="1"/>
          <p:nvPr/>
        </p:nvSpPr>
        <p:spPr>
          <a:xfrm>
            <a:off x="619125" y="1828800"/>
            <a:ext cx="3670692"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[1]</a:t>
            </a:r>
            <a:r>
              <a:rPr sz="1575" b="1">
                <a:solidFill>
                  <a:srgbClr val="168D9D"/>
                </a:solidFill>
                <a:latin typeface="Microsoft YaHei"/>
                <a:ea typeface="Microsoft YaHei"/>
              </a:rPr>
              <a:t> </a:t>
            </a:r>
            <a:r>
              <a:rPr sz="1575" b="1">
                <a:solidFill>
                  <a:srgbClr val="168D9D"/>
                </a:solidFill>
                <a:latin typeface="Arial"/>
                <a:ea typeface="Microsoft YaHei"/>
              </a:rPr>
              <a:t>Scientific-agent</a:t>
            </a:r>
            <a:r>
              <a:rPr sz="1575" b="1">
                <a:solidFill>
                  <a:srgbClr val="168D9D"/>
                </a:solidFill>
                <a:latin typeface="Microsoft YaHei"/>
                <a:ea typeface="Microsoft YaHei"/>
              </a:rPr>
              <a:t> </a:t>
            </a:r>
            <a:r>
              <a:rPr sz="1575" b="1">
                <a:solidFill>
                  <a:srgbClr val="168D9D"/>
                </a:solidFill>
                <a:latin typeface="Arial"/>
                <a:ea typeface="Microsoft YaHei"/>
              </a:rPr>
              <a:t>architecture</a:t>
            </a:r>
          </a:p>
        </p:txBody>
      </p:sp>
      <p:sp>
        <p:nvSpPr>
          <p:cNvPr id="7" name="TextBox 6"/>
          <p:cNvSpPr txBox="1"/>
          <p:nvPr/>
        </p:nvSpPr>
        <p:spPr>
          <a:xfrm>
            <a:off x="619125" y="2133600"/>
            <a:ext cx="6786488"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Rha</a:t>
            </a:r>
            <a:r>
              <a:rPr sz="1500" b="0">
                <a:solidFill>
                  <a:srgbClr val="23364D"/>
                </a:solidFill>
                <a:latin typeface="Microsoft YaHei"/>
                <a:ea typeface="Microsoft YaHei"/>
              </a:rPr>
              <a:t> </a:t>
            </a:r>
            <a:r>
              <a:rPr sz="1500" b="0">
                <a:solidFill>
                  <a:srgbClr val="23364D"/>
                </a:solidFill>
                <a:latin typeface="Arial"/>
                <a:ea typeface="Microsoft YaHei"/>
              </a:rPr>
              <a:t>et</a:t>
            </a:r>
            <a:r>
              <a:rPr sz="1500" b="0">
                <a:solidFill>
                  <a:srgbClr val="23364D"/>
                </a:solidFill>
                <a:latin typeface="Microsoft YaHei"/>
                <a:ea typeface="Microsoft YaHei"/>
              </a:rPr>
              <a:t> </a:t>
            </a:r>
            <a:r>
              <a:rPr sz="1500" b="0">
                <a:solidFill>
                  <a:srgbClr val="23364D"/>
                </a:solidFill>
                <a:latin typeface="Arial"/>
                <a:ea typeface="Microsoft YaHei"/>
              </a:rPr>
              <a:t>al.,</a:t>
            </a:r>
            <a:r>
              <a:rPr sz="1500" b="0">
                <a:solidFill>
                  <a:srgbClr val="23364D"/>
                </a:solidFill>
                <a:latin typeface="Microsoft YaHei"/>
                <a:ea typeface="Microsoft YaHei"/>
              </a:rPr>
              <a:t> </a:t>
            </a:r>
            <a:r>
              <a:rPr sz="1500" b="0">
                <a:solidFill>
                  <a:srgbClr val="23364D"/>
                </a:solidFill>
                <a:latin typeface="Arial"/>
                <a:ea typeface="Microsoft YaHei"/>
              </a:rPr>
              <a:t>Autonomous</a:t>
            </a:r>
            <a:r>
              <a:rPr sz="1500" b="0">
                <a:solidFill>
                  <a:srgbClr val="23364D"/>
                </a:solidFill>
                <a:latin typeface="Microsoft YaHei"/>
                <a:ea typeface="Microsoft YaHei"/>
              </a:rPr>
              <a:t> </a:t>
            </a:r>
            <a:r>
              <a:rPr sz="1500" b="0">
                <a:solidFill>
                  <a:srgbClr val="23364D"/>
                </a:solidFill>
                <a:latin typeface="Arial"/>
                <a:ea typeface="Microsoft YaHei"/>
              </a:rPr>
              <a:t>Quantum</a:t>
            </a:r>
            <a:r>
              <a:rPr sz="1500" b="0">
                <a:solidFill>
                  <a:srgbClr val="23364D"/>
                </a:solidFill>
                <a:latin typeface="Microsoft YaHei"/>
                <a:ea typeface="Microsoft YaHei"/>
              </a:rPr>
              <a:t> </a:t>
            </a:r>
            <a:r>
              <a:rPr sz="1500" b="0">
                <a:solidFill>
                  <a:srgbClr val="23364D"/>
                </a:solidFill>
                <a:latin typeface="Arial"/>
                <a:ea typeface="Microsoft YaHei"/>
              </a:rPr>
              <a:t>Measurement</a:t>
            </a:r>
            <a:r>
              <a:rPr sz="1500" b="0">
                <a:solidFill>
                  <a:srgbClr val="23364D"/>
                </a:solidFill>
                <a:latin typeface="Microsoft YaHei"/>
                <a:ea typeface="Microsoft YaHei"/>
              </a:rPr>
              <a:t> </a:t>
            </a:r>
            <a:r>
              <a:rPr sz="1500" b="0">
                <a:solidFill>
                  <a:srgbClr val="23364D"/>
                </a:solidFill>
                <a:latin typeface="Arial"/>
                <a:ea typeface="Microsoft YaHei"/>
              </a:rPr>
              <a:t>with</a:t>
            </a:r>
            <a:r>
              <a:rPr sz="1500" b="0">
                <a:solidFill>
                  <a:srgbClr val="23364D"/>
                </a:solidFill>
                <a:latin typeface="Microsoft YaHei"/>
                <a:ea typeface="Microsoft YaHei"/>
              </a:rPr>
              <a:t> </a:t>
            </a:r>
            <a:r>
              <a:rPr sz="1500" b="0">
                <a:solidFill>
                  <a:srgbClr val="23364D"/>
                </a:solidFill>
                <a:latin typeface="Arial"/>
                <a:ea typeface="Microsoft YaHei"/>
              </a:rPr>
              <a:t>Agentic</a:t>
            </a:r>
            <a:r>
              <a:rPr sz="1500" b="0">
                <a:solidFill>
                  <a:srgbClr val="23364D"/>
                </a:solidFill>
                <a:latin typeface="Microsoft YaHei"/>
                <a:ea typeface="Microsoft YaHei"/>
              </a:rPr>
              <a:t> </a:t>
            </a:r>
            <a:r>
              <a:rPr sz="1500" b="0">
                <a:solidFill>
                  <a:srgbClr val="23364D"/>
                </a:solidFill>
                <a:latin typeface="Arial"/>
                <a:ea typeface="Microsoft YaHei"/>
              </a:rPr>
              <a:t>AI</a:t>
            </a:r>
            <a:r>
              <a:rPr sz="1500" b="0">
                <a:solidFill>
                  <a:srgbClr val="23364D"/>
                </a:solidFill>
                <a:latin typeface="Microsoft YaHei"/>
                <a:ea typeface="Microsoft YaHei"/>
              </a:rPr>
              <a:t> </a:t>
            </a:r>
            <a:r>
              <a:rPr sz="1500" b="0">
                <a:solidFill>
                  <a:srgbClr val="23364D"/>
                </a:solidFill>
                <a:latin typeface="Arial"/>
                <a:ea typeface="Microsoft YaHei"/>
              </a:rPr>
              <a:t>(2026).</a:t>
            </a:r>
          </a:p>
        </p:txBody>
      </p:sp>
      <p:sp>
        <p:nvSpPr>
          <p:cNvPr id="8" name="TextBox 7"/>
          <p:cNvSpPr txBox="1"/>
          <p:nvPr/>
        </p:nvSpPr>
        <p:spPr>
          <a:xfrm>
            <a:off x="619125" y="2409825"/>
            <a:ext cx="2753101"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3B6CB0"/>
                </a:solidFill>
                <a:latin typeface="Arial"/>
                <a:hlinkClick r:id="rId2"/>
                <a:ea typeface="Microsoft YaHei"/>
              </a:rPr>
              <a:t>https://arxiv.org/abs/2610.38850</a:t>
            </a:r>
          </a:p>
        </p:txBody>
      </p:sp>
      <p:sp>
        <p:nvSpPr>
          <p:cNvPr id="9" name="TextBox 8"/>
          <p:cNvSpPr txBox="1"/>
          <p:nvPr/>
        </p:nvSpPr>
        <p:spPr>
          <a:xfrm>
            <a:off x="619125" y="2743200"/>
            <a:ext cx="2830938"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[2]</a:t>
            </a:r>
            <a:r>
              <a:rPr sz="1575" b="1">
                <a:solidFill>
                  <a:srgbClr val="168D9D"/>
                </a:solidFill>
                <a:latin typeface="Microsoft YaHei"/>
                <a:ea typeface="Microsoft YaHei"/>
              </a:rPr>
              <a:t> </a:t>
            </a:r>
            <a:r>
              <a:rPr sz="1575" b="1">
                <a:solidFill>
                  <a:srgbClr val="168D9D"/>
                </a:solidFill>
                <a:latin typeface="Arial"/>
                <a:ea typeface="Microsoft YaHei"/>
              </a:rPr>
              <a:t>Nonlinear</a:t>
            </a:r>
            <a:r>
              <a:rPr sz="1575" b="1">
                <a:solidFill>
                  <a:srgbClr val="168D9D"/>
                </a:solidFill>
                <a:latin typeface="Microsoft YaHei"/>
                <a:ea typeface="Microsoft YaHei"/>
              </a:rPr>
              <a:t> </a:t>
            </a:r>
            <a:r>
              <a:rPr sz="1575" b="1">
                <a:solidFill>
                  <a:srgbClr val="168D9D"/>
                </a:solidFill>
                <a:latin typeface="Arial"/>
                <a:ea typeface="Microsoft YaHei"/>
              </a:rPr>
              <a:t>Hall</a:t>
            </a:r>
            <a:r>
              <a:rPr sz="1575" b="1">
                <a:solidFill>
                  <a:srgbClr val="168D9D"/>
                </a:solidFill>
                <a:latin typeface="Microsoft YaHei"/>
                <a:ea typeface="Microsoft YaHei"/>
              </a:rPr>
              <a:t> </a:t>
            </a:r>
            <a:r>
              <a:rPr sz="1575" b="1">
                <a:solidFill>
                  <a:srgbClr val="168D9D"/>
                </a:solidFill>
                <a:latin typeface="Arial"/>
                <a:ea typeface="Microsoft YaHei"/>
              </a:rPr>
              <a:t>theory</a:t>
            </a:r>
          </a:p>
        </p:txBody>
      </p:sp>
      <p:sp>
        <p:nvSpPr>
          <p:cNvPr id="10" name="TextBox 9"/>
          <p:cNvSpPr txBox="1"/>
          <p:nvPr/>
        </p:nvSpPr>
        <p:spPr>
          <a:xfrm>
            <a:off x="619125" y="3048000"/>
            <a:ext cx="6119738"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Sodemann</a:t>
            </a:r>
            <a:r>
              <a:rPr sz="1500" b="0">
                <a:solidFill>
                  <a:srgbClr val="23364D"/>
                </a:solidFill>
                <a:latin typeface="Microsoft YaHei"/>
                <a:ea typeface="Microsoft YaHei"/>
              </a:rPr>
              <a:t> </a:t>
            </a:r>
            <a:r>
              <a:rPr sz="1500" b="0">
                <a:solidFill>
                  <a:srgbClr val="23364D"/>
                </a:solidFill>
                <a:latin typeface="Arial"/>
                <a:ea typeface="Microsoft YaHei"/>
              </a:rPr>
              <a:t>and</a:t>
            </a:r>
            <a:r>
              <a:rPr sz="1500" b="0">
                <a:solidFill>
                  <a:srgbClr val="23364D"/>
                </a:solidFill>
                <a:latin typeface="Microsoft YaHei"/>
                <a:ea typeface="Microsoft YaHei"/>
              </a:rPr>
              <a:t> </a:t>
            </a:r>
            <a:r>
              <a:rPr sz="1500" b="0">
                <a:solidFill>
                  <a:srgbClr val="23364D"/>
                </a:solidFill>
                <a:latin typeface="Arial"/>
                <a:ea typeface="Microsoft YaHei"/>
              </a:rPr>
              <a:t>Fu,</a:t>
            </a:r>
            <a:r>
              <a:rPr sz="1500" b="0">
                <a:solidFill>
                  <a:srgbClr val="23364D"/>
                </a:solidFill>
                <a:latin typeface="Microsoft YaHei"/>
                <a:ea typeface="Microsoft YaHei"/>
              </a:rPr>
              <a:t> </a:t>
            </a:r>
            <a:r>
              <a:rPr sz="1500" b="0">
                <a:solidFill>
                  <a:srgbClr val="23364D"/>
                </a:solidFill>
                <a:latin typeface="Arial"/>
                <a:ea typeface="Microsoft YaHei"/>
              </a:rPr>
              <a:t>Physical</a:t>
            </a:r>
            <a:r>
              <a:rPr sz="1500" b="0">
                <a:solidFill>
                  <a:srgbClr val="23364D"/>
                </a:solidFill>
                <a:latin typeface="Microsoft YaHei"/>
                <a:ea typeface="Microsoft YaHei"/>
              </a:rPr>
              <a:t> </a:t>
            </a:r>
            <a:r>
              <a:rPr sz="1500" b="0">
                <a:solidFill>
                  <a:srgbClr val="23364D"/>
                </a:solidFill>
                <a:latin typeface="Arial"/>
                <a:ea typeface="Microsoft YaHei"/>
              </a:rPr>
              <a:t>Review</a:t>
            </a:r>
            <a:r>
              <a:rPr sz="1500" b="0">
                <a:solidFill>
                  <a:srgbClr val="23364D"/>
                </a:solidFill>
                <a:latin typeface="Microsoft YaHei"/>
                <a:ea typeface="Microsoft YaHei"/>
              </a:rPr>
              <a:t> </a:t>
            </a:r>
            <a:r>
              <a:rPr sz="1500" b="0">
                <a:solidFill>
                  <a:srgbClr val="23364D"/>
                </a:solidFill>
                <a:latin typeface="Arial"/>
                <a:ea typeface="Microsoft YaHei"/>
              </a:rPr>
              <a:t>Letters</a:t>
            </a:r>
            <a:r>
              <a:rPr sz="1500" b="0">
                <a:solidFill>
                  <a:srgbClr val="23364D"/>
                </a:solidFill>
                <a:latin typeface="Microsoft YaHei"/>
                <a:ea typeface="Microsoft YaHei"/>
              </a:rPr>
              <a:t> </a:t>
            </a:r>
            <a:r>
              <a:rPr sz="1500" b="0">
                <a:solidFill>
                  <a:srgbClr val="23364D"/>
                </a:solidFill>
                <a:latin typeface="Arial"/>
                <a:ea typeface="Microsoft YaHei"/>
              </a:rPr>
              <a:t>115,</a:t>
            </a:r>
            <a:r>
              <a:rPr sz="1500" b="0">
                <a:solidFill>
                  <a:srgbClr val="23364D"/>
                </a:solidFill>
                <a:latin typeface="Microsoft YaHei"/>
                <a:ea typeface="Microsoft YaHei"/>
              </a:rPr>
              <a:t> </a:t>
            </a:r>
            <a:r>
              <a:rPr sz="1500" b="0">
                <a:solidFill>
                  <a:srgbClr val="23364D"/>
                </a:solidFill>
                <a:latin typeface="Arial"/>
                <a:ea typeface="Microsoft YaHei"/>
              </a:rPr>
              <a:t>216806</a:t>
            </a:r>
            <a:r>
              <a:rPr sz="1500" b="0">
                <a:solidFill>
                  <a:srgbClr val="23364D"/>
                </a:solidFill>
                <a:latin typeface="Microsoft YaHei"/>
                <a:ea typeface="Microsoft YaHei"/>
              </a:rPr>
              <a:t> </a:t>
            </a:r>
            <a:r>
              <a:rPr sz="1500" b="0">
                <a:solidFill>
                  <a:srgbClr val="23364D"/>
                </a:solidFill>
                <a:latin typeface="Arial"/>
                <a:ea typeface="Microsoft YaHei"/>
              </a:rPr>
              <a:t>(2015).</a:t>
            </a:r>
          </a:p>
        </p:txBody>
      </p:sp>
      <p:sp>
        <p:nvSpPr>
          <p:cNvPr id="11" name="TextBox 10"/>
          <p:cNvSpPr txBox="1"/>
          <p:nvPr/>
        </p:nvSpPr>
        <p:spPr>
          <a:xfrm>
            <a:off x="619125" y="3324225"/>
            <a:ext cx="4037432"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3B6CB0"/>
                </a:solidFill>
                <a:latin typeface="Arial"/>
                <a:hlinkClick r:id="rId3"/>
                <a:ea typeface="Microsoft YaHei"/>
              </a:rPr>
              <a:t>https://doi.org/10.1103/PhysRevLett.115.216806</a:t>
            </a:r>
          </a:p>
        </p:txBody>
      </p:sp>
      <p:sp>
        <p:nvSpPr>
          <p:cNvPr id="12" name="TextBox 11"/>
          <p:cNvSpPr txBox="1"/>
          <p:nvPr/>
        </p:nvSpPr>
        <p:spPr>
          <a:xfrm>
            <a:off x="619125" y="3657600"/>
            <a:ext cx="3647740"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[3]</a:t>
            </a:r>
            <a:r>
              <a:rPr sz="1575" b="1">
                <a:solidFill>
                  <a:srgbClr val="168D9D"/>
                </a:solidFill>
                <a:latin typeface="Microsoft YaHei"/>
                <a:ea typeface="Microsoft YaHei"/>
              </a:rPr>
              <a:t> </a:t>
            </a:r>
            <a:r>
              <a:rPr sz="1575" b="1">
                <a:solidFill>
                  <a:srgbClr val="168D9D"/>
                </a:solidFill>
                <a:latin typeface="Arial"/>
                <a:ea typeface="Microsoft YaHei"/>
              </a:rPr>
              <a:t>Nonlinear</a:t>
            </a:r>
            <a:r>
              <a:rPr sz="1575" b="1">
                <a:solidFill>
                  <a:srgbClr val="168D9D"/>
                </a:solidFill>
                <a:latin typeface="Microsoft YaHei"/>
                <a:ea typeface="Microsoft YaHei"/>
              </a:rPr>
              <a:t> </a:t>
            </a:r>
            <a:r>
              <a:rPr sz="1575" b="1">
                <a:solidFill>
                  <a:srgbClr val="168D9D"/>
                </a:solidFill>
                <a:latin typeface="Arial"/>
                <a:ea typeface="Microsoft YaHei"/>
              </a:rPr>
              <a:t>Hall</a:t>
            </a:r>
            <a:r>
              <a:rPr sz="1575" b="1">
                <a:solidFill>
                  <a:srgbClr val="168D9D"/>
                </a:solidFill>
                <a:latin typeface="Microsoft YaHei"/>
                <a:ea typeface="Microsoft YaHei"/>
              </a:rPr>
              <a:t> </a:t>
            </a:r>
            <a:r>
              <a:rPr sz="1575" b="1">
                <a:solidFill>
                  <a:srgbClr val="168D9D"/>
                </a:solidFill>
                <a:latin typeface="Arial"/>
                <a:ea typeface="Microsoft YaHei"/>
              </a:rPr>
              <a:t>measurement</a:t>
            </a:r>
          </a:p>
        </p:txBody>
      </p:sp>
      <p:sp>
        <p:nvSpPr>
          <p:cNvPr id="13" name="TextBox 12"/>
          <p:cNvSpPr txBox="1"/>
          <p:nvPr/>
        </p:nvSpPr>
        <p:spPr>
          <a:xfrm>
            <a:off x="619125" y="3962400"/>
            <a:ext cx="3703420"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Ma</a:t>
            </a:r>
            <a:r>
              <a:rPr sz="1500" b="0">
                <a:solidFill>
                  <a:srgbClr val="23364D"/>
                </a:solidFill>
                <a:latin typeface="Microsoft YaHei"/>
                <a:ea typeface="Microsoft YaHei"/>
              </a:rPr>
              <a:t> </a:t>
            </a:r>
            <a:r>
              <a:rPr sz="1500" b="0">
                <a:solidFill>
                  <a:srgbClr val="23364D"/>
                </a:solidFill>
                <a:latin typeface="Arial"/>
                <a:ea typeface="Microsoft YaHei"/>
              </a:rPr>
              <a:t>et</a:t>
            </a:r>
            <a:r>
              <a:rPr sz="1500" b="0">
                <a:solidFill>
                  <a:srgbClr val="23364D"/>
                </a:solidFill>
                <a:latin typeface="Microsoft YaHei"/>
                <a:ea typeface="Microsoft YaHei"/>
              </a:rPr>
              <a:t> </a:t>
            </a:r>
            <a:r>
              <a:rPr sz="1500" b="0">
                <a:solidFill>
                  <a:srgbClr val="23364D"/>
                </a:solidFill>
                <a:latin typeface="Arial"/>
                <a:ea typeface="Microsoft YaHei"/>
              </a:rPr>
              <a:t>al.,</a:t>
            </a:r>
            <a:r>
              <a:rPr sz="1500" b="0">
                <a:solidFill>
                  <a:srgbClr val="23364D"/>
                </a:solidFill>
                <a:latin typeface="Microsoft YaHei"/>
                <a:ea typeface="Microsoft YaHei"/>
              </a:rPr>
              <a:t> </a:t>
            </a:r>
            <a:r>
              <a:rPr sz="1500" b="0">
                <a:solidFill>
                  <a:srgbClr val="23364D"/>
                </a:solidFill>
                <a:latin typeface="Arial"/>
                <a:ea typeface="Microsoft YaHei"/>
              </a:rPr>
              <a:t>Nature</a:t>
            </a:r>
            <a:r>
              <a:rPr sz="1500" b="0">
                <a:solidFill>
                  <a:srgbClr val="23364D"/>
                </a:solidFill>
                <a:latin typeface="Microsoft YaHei"/>
                <a:ea typeface="Microsoft YaHei"/>
              </a:rPr>
              <a:t> </a:t>
            </a:r>
            <a:r>
              <a:rPr sz="1500" b="0">
                <a:solidFill>
                  <a:srgbClr val="23364D"/>
                </a:solidFill>
                <a:latin typeface="Arial"/>
                <a:ea typeface="Microsoft YaHei"/>
              </a:rPr>
              <a:t>565,</a:t>
            </a:r>
            <a:r>
              <a:rPr sz="1500" b="0">
                <a:solidFill>
                  <a:srgbClr val="23364D"/>
                </a:solidFill>
                <a:latin typeface="Microsoft YaHei"/>
                <a:ea typeface="Microsoft YaHei"/>
              </a:rPr>
              <a:t> </a:t>
            </a:r>
            <a:r>
              <a:rPr sz="1500" b="0">
                <a:solidFill>
                  <a:srgbClr val="23364D"/>
                </a:solidFill>
                <a:latin typeface="Arial"/>
                <a:ea typeface="Microsoft YaHei"/>
              </a:rPr>
              <a:t>337-342</a:t>
            </a:r>
            <a:r>
              <a:rPr sz="1500" b="0">
                <a:solidFill>
                  <a:srgbClr val="23364D"/>
                </a:solidFill>
                <a:latin typeface="Microsoft YaHei"/>
                <a:ea typeface="Microsoft YaHei"/>
              </a:rPr>
              <a:t> </a:t>
            </a:r>
            <a:r>
              <a:rPr sz="1500" b="0">
                <a:solidFill>
                  <a:srgbClr val="23364D"/>
                </a:solidFill>
                <a:latin typeface="Arial"/>
                <a:ea typeface="Microsoft YaHei"/>
              </a:rPr>
              <a:t>(2019).</a:t>
            </a:r>
          </a:p>
        </p:txBody>
      </p:sp>
      <p:sp>
        <p:nvSpPr>
          <p:cNvPr id="14" name="TextBox 13"/>
          <p:cNvSpPr txBox="1"/>
          <p:nvPr/>
        </p:nvSpPr>
        <p:spPr>
          <a:xfrm>
            <a:off x="619125" y="4238625"/>
            <a:ext cx="3600994"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3B6CB0"/>
                </a:solidFill>
                <a:latin typeface="Arial"/>
                <a:hlinkClick r:id="rId4"/>
                <a:ea typeface="Microsoft YaHei"/>
              </a:rPr>
              <a:t>https://doi.org/10.1038/s41586-018-0807-6</a:t>
            </a:r>
          </a:p>
        </p:txBody>
      </p:sp>
      <p:sp>
        <p:nvSpPr>
          <p:cNvPr id="15" name="TextBox 14"/>
          <p:cNvSpPr txBox="1"/>
          <p:nvPr/>
        </p:nvSpPr>
        <p:spPr>
          <a:xfrm>
            <a:off x="619125" y="4572000"/>
            <a:ext cx="3492935" cy="280034"/>
          </a:xfrm>
          <a:prstGeom prst="rect">
            <a:avLst/>
          </a:prstGeom>
          <a:noFill/>
        </p:spPr>
        <p:txBody>
          <a:bodyPr wrap="none" lIns="0" rIns="0" tIns="0" bIns="0">
            <a:spAutoFit/>
          </a:bodyPr>
          <a:lstStyle/>
          <a:p>
            <a:pPr>
              <a:lnSpc>
                <a:spcPts val="2126"/>
              </a:lnSpc>
              <a:spcBef>
                <a:spcPts val="0"/>
              </a:spcBef>
              <a:spcAft>
                <a:spcPts val="0"/>
              </a:spcAft>
            </a:pPr>
            <a:r>
              <a:rPr sz="1575" b="1">
                <a:solidFill>
                  <a:srgbClr val="168D9D"/>
                </a:solidFill>
                <a:latin typeface="Arial"/>
                <a:ea typeface="Microsoft YaHei"/>
              </a:rPr>
              <a:t>[4]</a:t>
            </a:r>
            <a:r>
              <a:rPr sz="1575" b="1">
                <a:solidFill>
                  <a:srgbClr val="168D9D"/>
                </a:solidFill>
                <a:latin typeface="Microsoft YaHei"/>
                <a:ea typeface="Microsoft YaHei"/>
              </a:rPr>
              <a:t> </a:t>
            </a:r>
            <a:r>
              <a:rPr sz="1575" b="1">
                <a:solidFill>
                  <a:srgbClr val="168D9D"/>
                </a:solidFill>
                <a:latin typeface="Arial"/>
                <a:ea typeface="Microsoft YaHei"/>
              </a:rPr>
              <a:t>Bulk</a:t>
            </a:r>
            <a:r>
              <a:rPr sz="1575" b="1">
                <a:solidFill>
                  <a:srgbClr val="168D9D"/>
                </a:solidFill>
                <a:latin typeface="Microsoft YaHei"/>
                <a:ea typeface="Microsoft YaHei"/>
              </a:rPr>
              <a:t> </a:t>
            </a:r>
            <a:r>
              <a:rPr sz="1575" b="1">
                <a:solidFill>
                  <a:srgbClr val="168D9D"/>
                </a:solidFill>
                <a:latin typeface="Arial"/>
                <a:ea typeface="Microsoft YaHei"/>
              </a:rPr>
              <a:t>photovoltaic</a:t>
            </a:r>
            <a:r>
              <a:rPr sz="1575" b="1">
                <a:solidFill>
                  <a:srgbClr val="168D9D"/>
                </a:solidFill>
                <a:latin typeface="Microsoft YaHei"/>
                <a:ea typeface="Microsoft YaHei"/>
              </a:rPr>
              <a:t> </a:t>
            </a:r>
            <a:r>
              <a:rPr sz="1575" b="1">
                <a:solidFill>
                  <a:srgbClr val="168D9D"/>
                </a:solidFill>
                <a:latin typeface="Arial"/>
                <a:ea typeface="Microsoft YaHei"/>
              </a:rPr>
              <a:t>response</a:t>
            </a:r>
          </a:p>
        </p:txBody>
      </p:sp>
      <p:sp>
        <p:nvSpPr>
          <p:cNvPr id="16" name="TextBox 15"/>
          <p:cNvSpPr txBox="1"/>
          <p:nvPr/>
        </p:nvSpPr>
        <p:spPr>
          <a:xfrm>
            <a:off x="619125" y="4876800"/>
            <a:ext cx="5297183" cy="266700"/>
          </a:xfrm>
          <a:prstGeom prst="rect">
            <a:avLst/>
          </a:prstGeom>
          <a:noFill/>
        </p:spPr>
        <p:txBody>
          <a:bodyPr wrap="none" lIns="0" rIns="0" tIns="0" bIns="0">
            <a:spAutoFit/>
          </a:bodyPr>
          <a:lstStyle/>
          <a:p>
            <a:pPr>
              <a:lnSpc>
                <a:spcPts val="2025"/>
              </a:lnSpc>
              <a:spcBef>
                <a:spcPts val="0"/>
              </a:spcBef>
              <a:spcAft>
                <a:spcPts val="0"/>
              </a:spcAft>
            </a:pPr>
            <a:r>
              <a:rPr sz="1500" b="0">
                <a:solidFill>
                  <a:srgbClr val="23364D"/>
                </a:solidFill>
                <a:latin typeface="Arial"/>
                <a:ea typeface="Microsoft YaHei"/>
              </a:rPr>
              <a:t>Osterhoudt</a:t>
            </a:r>
            <a:r>
              <a:rPr sz="1500" b="0">
                <a:solidFill>
                  <a:srgbClr val="23364D"/>
                </a:solidFill>
                <a:latin typeface="Microsoft YaHei"/>
                <a:ea typeface="Microsoft YaHei"/>
              </a:rPr>
              <a:t> </a:t>
            </a:r>
            <a:r>
              <a:rPr sz="1500" b="0">
                <a:solidFill>
                  <a:srgbClr val="23364D"/>
                </a:solidFill>
                <a:latin typeface="Arial"/>
                <a:ea typeface="Microsoft YaHei"/>
              </a:rPr>
              <a:t>et</a:t>
            </a:r>
            <a:r>
              <a:rPr sz="1500" b="0">
                <a:solidFill>
                  <a:srgbClr val="23364D"/>
                </a:solidFill>
                <a:latin typeface="Microsoft YaHei"/>
                <a:ea typeface="Microsoft YaHei"/>
              </a:rPr>
              <a:t> </a:t>
            </a:r>
            <a:r>
              <a:rPr sz="1500" b="0">
                <a:solidFill>
                  <a:srgbClr val="23364D"/>
                </a:solidFill>
                <a:latin typeface="Arial"/>
                <a:ea typeface="Microsoft YaHei"/>
              </a:rPr>
              <a:t>al.,</a:t>
            </a:r>
            <a:r>
              <a:rPr sz="1500" b="0">
                <a:solidFill>
                  <a:srgbClr val="23364D"/>
                </a:solidFill>
                <a:latin typeface="Microsoft YaHei"/>
                <a:ea typeface="Microsoft YaHei"/>
              </a:rPr>
              <a:t> </a:t>
            </a:r>
            <a:r>
              <a:rPr sz="1500" b="0">
                <a:solidFill>
                  <a:srgbClr val="23364D"/>
                </a:solidFill>
                <a:latin typeface="Arial"/>
                <a:ea typeface="Microsoft YaHei"/>
              </a:rPr>
              <a:t>Nature</a:t>
            </a:r>
            <a:r>
              <a:rPr sz="1500" b="0">
                <a:solidFill>
                  <a:srgbClr val="23364D"/>
                </a:solidFill>
                <a:latin typeface="Microsoft YaHei"/>
                <a:ea typeface="Microsoft YaHei"/>
              </a:rPr>
              <a:t> </a:t>
            </a:r>
            <a:r>
              <a:rPr sz="1500" b="0">
                <a:solidFill>
                  <a:srgbClr val="23364D"/>
                </a:solidFill>
                <a:latin typeface="Arial"/>
                <a:ea typeface="Microsoft YaHei"/>
              </a:rPr>
              <a:t>Materials</a:t>
            </a:r>
            <a:r>
              <a:rPr sz="1500" b="0">
                <a:solidFill>
                  <a:srgbClr val="23364D"/>
                </a:solidFill>
                <a:latin typeface="Microsoft YaHei"/>
                <a:ea typeface="Microsoft YaHei"/>
              </a:rPr>
              <a:t> </a:t>
            </a:r>
            <a:r>
              <a:rPr sz="1500" b="0">
                <a:solidFill>
                  <a:srgbClr val="23364D"/>
                </a:solidFill>
                <a:latin typeface="Arial"/>
                <a:ea typeface="Microsoft YaHei"/>
              </a:rPr>
              <a:t>18,</a:t>
            </a:r>
            <a:r>
              <a:rPr sz="1500" b="0">
                <a:solidFill>
                  <a:srgbClr val="23364D"/>
                </a:solidFill>
                <a:latin typeface="Microsoft YaHei"/>
                <a:ea typeface="Microsoft YaHei"/>
              </a:rPr>
              <a:t> </a:t>
            </a:r>
            <a:r>
              <a:rPr sz="1500" b="0">
                <a:solidFill>
                  <a:srgbClr val="23364D"/>
                </a:solidFill>
                <a:latin typeface="Arial"/>
                <a:ea typeface="Microsoft YaHei"/>
              </a:rPr>
              <a:t>471-475</a:t>
            </a:r>
            <a:r>
              <a:rPr sz="1500" b="0">
                <a:solidFill>
                  <a:srgbClr val="23364D"/>
                </a:solidFill>
                <a:latin typeface="Microsoft YaHei"/>
                <a:ea typeface="Microsoft YaHei"/>
              </a:rPr>
              <a:t> </a:t>
            </a:r>
            <a:r>
              <a:rPr sz="1500" b="0">
                <a:solidFill>
                  <a:srgbClr val="23364D"/>
                </a:solidFill>
                <a:latin typeface="Arial"/>
                <a:ea typeface="Microsoft YaHei"/>
              </a:rPr>
              <a:t>(2019).</a:t>
            </a:r>
          </a:p>
        </p:txBody>
      </p:sp>
      <p:sp>
        <p:nvSpPr>
          <p:cNvPr id="17" name="TextBox 16"/>
          <p:cNvSpPr txBox="1"/>
          <p:nvPr/>
        </p:nvSpPr>
        <p:spPr>
          <a:xfrm>
            <a:off x="619125" y="5153025"/>
            <a:ext cx="3600994" cy="226694"/>
          </a:xfrm>
          <a:prstGeom prst="rect">
            <a:avLst/>
          </a:prstGeom>
          <a:noFill/>
        </p:spPr>
        <p:txBody>
          <a:bodyPr wrap="none" lIns="0" rIns="0" tIns="0" bIns="0">
            <a:spAutoFit/>
          </a:bodyPr>
          <a:lstStyle/>
          <a:p>
            <a:pPr>
              <a:lnSpc>
                <a:spcPts val="1721"/>
              </a:lnSpc>
              <a:spcBef>
                <a:spcPts val="0"/>
              </a:spcBef>
              <a:spcAft>
                <a:spcPts val="0"/>
              </a:spcAft>
            </a:pPr>
            <a:r>
              <a:rPr sz="1275" b="0">
                <a:solidFill>
                  <a:srgbClr val="3B6CB0"/>
                </a:solidFill>
                <a:latin typeface="Arial"/>
                <a:hlinkClick r:id="rId5"/>
                <a:ea typeface="Microsoft YaHei"/>
              </a:rPr>
              <a:t>https://doi.org/10.1038/s41563-019-0297-4</a:t>
            </a:r>
          </a:p>
        </p:txBody>
      </p:sp>
      <p:sp>
        <p:nvSpPr>
          <p:cNvPr id="18" name="Rounded Rectangle 17"/>
          <p:cNvSpPr/>
          <p:nvPr/>
        </p:nvSpPr>
        <p:spPr>
          <a:xfrm>
            <a:off x="514350" y="5886450"/>
            <a:ext cx="11163300" cy="514350"/>
          </a:xfrm>
          <a:prstGeom prst="roundRect">
            <a:avLst>
              <a:gd name="adj" fmla="val 16666"/>
            </a:avLst>
          </a:prstGeom>
          <a:solidFill>
            <a:srgbClr val="E9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5325" y="6000750"/>
            <a:ext cx="10857458" cy="240029"/>
          </a:xfrm>
          <a:prstGeom prst="rect">
            <a:avLst/>
          </a:prstGeom>
          <a:noFill/>
        </p:spPr>
        <p:txBody>
          <a:bodyPr wrap="none" lIns="0" rIns="0" tIns="0" bIns="0">
            <a:spAutoFit/>
          </a:bodyPr>
          <a:lstStyle/>
          <a:p>
            <a:pPr>
              <a:lnSpc>
                <a:spcPts val="1822"/>
              </a:lnSpc>
              <a:spcBef>
                <a:spcPts val="0"/>
              </a:spcBef>
              <a:spcAft>
                <a:spcPts val="0"/>
              </a:spcAft>
            </a:pPr>
            <a:r>
              <a:rPr sz="1350" b="1">
                <a:solidFill>
                  <a:srgbClr val="168D9D"/>
                </a:solidFill>
                <a:latin typeface="Arial"/>
                <a:ea typeface="Microsoft YaHei"/>
              </a:rPr>
              <a:t>Apparatus</a:t>
            </a:r>
            <a:r>
              <a:rPr sz="1350" b="1">
                <a:solidFill>
                  <a:srgbClr val="168D9D"/>
                </a:solidFill>
                <a:latin typeface="Microsoft YaHei"/>
                <a:ea typeface="Microsoft YaHei"/>
              </a:rPr>
              <a:t> </a:t>
            </a:r>
            <a:r>
              <a:rPr sz="1350" b="1">
                <a:solidFill>
                  <a:srgbClr val="168D9D"/>
                </a:solidFill>
                <a:latin typeface="Arial"/>
                <a:ea typeface="Microsoft YaHei"/>
              </a:rPr>
              <a:t>and</a:t>
            </a:r>
            <a:r>
              <a:rPr sz="1350" b="1">
                <a:solidFill>
                  <a:srgbClr val="168D9D"/>
                </a:solidFill>
                <a:latin typeface="Microsoft YaHei"/>
                <a:ea typeface="Microsoft YaHei"/>
              </a:rPr>
              <a:t> </a:t>
            </a:r>
            <a:r>
              <a:rPr sz="1350" b="1">
                <a:solidFill>
                  <a:srgbClr val="168D9D"/>
                </a:solidFill>
                <a:latin typeface="Arial"/>
                <a:ea typeface="Microsoft YaHei"/>
              </a:rPr>
              <a:t>interfaces:</a:t>
            </a:r>
            <a:r>
              <a:rPr sz="1350" b="1">
                <a:solidFill>
                  <a:srgbClr val="168D9D"/>
                </a:solidFill>
                <a:latin typeface="Microsoft YaHei"/>
                <a:ea typeface="Microsoft YaHei"/>
              </a:rPr>
              <a:t> </a:t>
            </a:r>
            <a:r>
              <a:rPr sz="1350" b="1">
                <a:solidFill>
                  <a:srgbClr val="168D9D"/>
                </a:solidFill>
                <a:latin typeface="Arial"/>
                <a:ea typeface="Microsoft YaHei"/>
              </a:rPr>
              <a:t>the</a:t>
            </a:r>
            <a:r>
              <a:rPr sz="1350" b="1">
                <a:solidFill>
                  <a:srgbClr val="168D9D"/>
                </a:solidFill>
                <a:latin typeface="Microsoft YaHei"/>
                <a:ea typeface="Microsoft YaHei"/>
              </a:rPr>
              <a:t> </a:t>
            </a:r>
            <a:r>
              <a:rPr sz="1350" b="1">
                <a:solidFill>
                  <a:srgbClr val="168D9D"/>
                </a:solidFill>
                <a:latin typeface="Arial"/>
                <a:ea typeface="Microsoft YaHei"/>
              </a:rPr>
              <a:t>supplied</a:t>
            </a:r>
            <a:r>
              <a:rPr sz="1350" b="1">
                <a:solidFill>
                  <a:srgbClr val="168D9D"/>
                </a:solidFill>
                <a:latin typeface="Microsoft YaHei"/>
                <a:ea typeface="Microsoft YaHei"/>
              </a:rPr>
              <a:t> </a:t>
            </a:r>
            <a:r>
              <a:rPr sz="1350" b="1">
                <a:solidFill>
                  <a:srgbClr val="168D9D"/>
                </a:solidFill>
                <a:latin typeface="Arial"/>
                <a:ea typeface="Microsoft YaHei"/>
              </a:rPr>
              <a:t>two-PC</a:t>
            </a:r>
            <a:r>
              <a:rPr sz="1350" b="1">
                <a:solidFill>
                  <a:srgbClr val="168D9D"/>
                </a:solidFill>
                <a:latin typeface="Microsoft YaHei"/>
                <a:ea typeface="Microsoft YaHei"/>
              </a:rPr>
              <a:t> </a:t>
            </a:r>
            <a:r>
              <a:rPr sz="1350" b="1">
                <a:solidFill>
                  <a:srgbClr val="168D9D"/>
                </a:solidFill>
                <a:latin typeface="Arial"/>
                <a:ea typeface="Microsoft YaHei"/>
              </a:rPr>
              <a:t>configuration.</a:t>
            </a:r>
            <a:r>
              <a:rPr sz="1350" b="1">
                <a:solidFill>
                  <a:srgbClr val="168D9D"/>
                </a:solidFill>
                <a:latin typeface="Microsoft YaHei"/>
                <a:ea typeface="Microsoft YaHei"/>
              </a:rPr>
              <a:t> </a:t>
            </a:r>
            <a:r>
              <a:rPr sz="1350" b="1">
                <a:solidFill>
                  <a:srgbClr val="168D9D"/>
                </a:solidFill>
                <a:latin typeface="Arial"/>
                <a:ea typeface="Microsoft YaHei"/>
              </a:rPr>
              <a:t>Figures</a:t>
            </a:r>
            <a:r>
              <a:rPr sz="1350" b="1">
                <a:solidFill>
                  <a:srgbClr val="168D9D"/>
                </a:solidFill>
                <a:latin typeface="Microsoft YaHei"/>
                <a:ea typeface="Microsoft YaHei"/>
              </a:rPr>
              <a:t> </a:t>
            </a:r>
            <a:r>
              <a:rPr sz="1350" b="1">
                <a:solidFill>
                  <a:srgbClr val="168D9D"/>
                </a:solidFill>
                <a:latin typeface="Arial"/>
                <a:ea typeface="Microsoft YaHei"/>
              </a:rPr>
              <a:t>explain</a:t>
            </a:r>
            <a:r>
              <a:rPr sz="1350" b="1">
                <a:solidFill>
                  <a:srgbClr val="168D9D"/>
                </a:solidFill>
                <a:latin typeface="Microsoft YaHei"/>
                <a:ea typeface="Microsoft YaHei"/>
              </a:rPr>
              <a:t> </a:t>
            </a:r>
            <a:r>
              <a:rPr sz="1350" b="1">
                <a:solidFill>
                  <a:srgbClr val="168D9D"/>
                </a:solidFill>
                <a:latin typeface="Arial"/>
                <a:ea typeface="Microsoft YaHei"/>
              </a:rPr>
              <a:t>system</a:t>
            </a:r>
            <a:r>
              <a:rPr sz="1350" b="1">
                <a:solidFill>
                  <a:srgbClr val="168D9D"/>
                </a:solidFill>
                <a:latin typeface="Microsoft YaHei"/>
                <a:ea typeface="Microsoft YaHei"/>
              </a:rPr>
              <a:t> </a:t>
            </a:r>
            <a:r>
              <a:rPr sz="1350" b="1">
                <a:solidFill>
                  <a:srgbClr val="168D9D"/>
                </a:solidFill>
                <a:latin typeface="Arial"/>
                <a:ea typeface="Microsoft YaHei"/>
              </a:rPr>
              <a:t>capabilities</a:t>
            </a:r>
            <a:r>
              <a:rPr sz="1350" b="1">
                <a:solidFill>
                  <a:srgbClr val="168D9D"/>
                </a:solidFill>
                <a:latin typeface="Microsoft YaHei"/>
                <a:ea typeface="Microsoft YaHei"/>
              </a:rPr>
              <a:t> </a:t>
            </a:r>
            <a:r>
              <a:rPr sz="1350" b="1">
                <a:solidFill>
                  <a:srgbClr val="168D9D"/>
                </a:solidFill>
                <a:latin typeface="Arial"/>
                <a:ea typeface="Microsoft YaHei"/>
              </a:rPr>
              <a:t>and</a:t>
            </a:r>
            <a:r>
              <a:rPr sz="1350" b="1">
                <a:solidFill>
                  <a:srgbClr val="168D9D"/>
                </a:solidFill>
                <a:latin typeface="Microsoft YaHei"/>
                <a:ea typeface="Microsoft YaHei"/>
              </a:rPr>
              <a:t> </a:t>
            </a:r>
            <a:r>
              <a:rPr sz="1350" b="1">
                <a:solidFill>
                  <a:srgbClr val="168D9D"/>
                </a:solidFill>
                <a:latin typeface="Arial"/>
                <a:ea typeface="Microsoft YaHei"/>
              </a:rPr>
              <a:t>workflows.</a:t>
            </a:r>
          </a:p>
        </p:txBody>
      </p:sp>
      <p:cxnSp>
        <p:nvCxnSpPr>
          <p:cNvPr id="20" name="Connector 19"/>
          <p:cNvCxnSpPr/>
          <p:nvPr/>
        </p:nvCxnSpPr>
        <p:spPr>
          <a:xfrm>
            <a:off x="514350" y="6543675"/>
            <a:ext cx="11163300" cy="0"/>
          </a:xfrm>
          <a:prstGeom prst="line">
            <a:avLst/>
          </a:prstGeom>
          <a:ln w="9525">
            <a:solidFill>
              <a:srgbClr val="D9E3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23875" y="6619875"/>
            <a:ext cx="3609184" cy="146685"/>
          </a:xfrm>
          <a:prstGeom prst="rect">
            <a:avLst/>
          </a:prstGeom>
          <a:noFill/>
        </p:spPr>
        <p:txBody>
          <a:bodyPr wrap="none" lIns="0" rIns="0" tIns="0" bIns="0">
            <a:spAutoFit/>
          </a:bodyPr>
          <a:lstStyle/>
          <a:p>
            <a:pPr>
              <a:lnSpc>
                <a:spcPts val="1113"/>
              </a:lnSpc>
              <a:spcBef>
                <a:spcPts val="0"/>
              </a:spcBef>
              <a:spcAft>
                <a:spcPts val="0"/>
              </a:spcAft>
            </a:pPr>
            <a:r>
              <a:rPr sz="825" b="0">
                <a:solidFill>
                  <a:srgbClr val="62758C"/>
                </a:solidFill>
                <a:latin typeface="Arial"/>
                <a:ea typeface="Microsoft YaHei"/>
              </a:rPr>
              <a:t>LabOS</a:t>
            </a:r>
            <a:r>
              <a:rPr sz="825" b="0">
                <a:solidFill>
                  <a:srgbClr val="62758C"/>
                </a:solidFill>
                <a:latin typeface="Microsoft YaHei"/>
                <a:ea typeface="Microsoft YaHei"/>
              </a:rPr>
              <a:t>  </a:t>
            </a:r>
            <a:r>
              <a:rPr sz="825" b="0">
                <a:solidFill>
                  <a:srgbClr val="62758C"/>
                </a:solidFill>
                <a:latin typeface="Arial"/>
                <a:ea typeface="Microsoft YaHei"/>
              </a:rPr>
              <a:t>|</a:t>
            </a:r>
            <a:r>
              <a:rPr sz="825" b="0">
                <a:solidFill>
                  <a:srgbClr val="62758C"/>
                </a:solidFill>
                <a:latin typeface="Microsoft YaHei"/>
                <a:ea typeface="Microsoft YaHei"/>
              </a:rPr>
              <a:t>  </a:t>
            </a:r>
            <a:r>
              <a:rPr sz="825" b="0">
                <a:solidFill>
                  <a:srgbClr val="62758C"/>
                </a:solidFill>
                <a:latin typeface="Arial"/>
                <a:ea typeface="Microsoft YaHei"/>
              </a:rPr>
              <a:t>Cross-PC</a:t>
            </a:r>
            <a:r>
              <a:rPr sz="825" b="0">
                <a:solidFill>
                  <a:srgbClr val="62758C"/>
                </a:solidFill>
                <a:latin typeface="Microsoft YaHei"/>
                <a:ea typeface="Microsoft YaHei"/>
              </a:rPr>
              <a:t> </a:t>
            </a:r>
            <a:r>
              <a:rPr sz="825" b="0">
                <a:solidFill>
                  <a:srgbClr val="62758C"/>
                </a:solidFill>
                <a:latin typeface="Arial"/>
                <a:ea typeface="Microsoft YaHei"/>
              </a:rPr>
              <a:t>nonlinear</a:t>
            </a:r>
            <a:r>
              <a:rPr sz="825" b="0">
                <a:solidFill>
                  <a:srgbClr val="62758C"/>
                </a:solidFill>
                <a:latin typeface="Microsoft YaHei"/>
                <a:ea typeface="Microsoft YaHei"/>
              </a:rPr>
              <a:t> </a:t>
            </a:r>
            <a:r>
              <a:rPr sz="825" b="0">
                <a:solidFill>
                  <a:srgbClr val="62758C"/>
                </a:solidFill>
                <a:latin typeface="Arial"/>
                <a:ea typeface="Microsoft YaHei"/>
              </a:rPr>
              <a:t>Hall</a:t>
            </a:r>
            <a:r>
              <a:rPr sz="825" b="0">
                <a:solidFill>
                  <a:srgbClr val="62758C"/>
                </a:solidFill>
                <a:latin typeface="Microsoft YaHei"/>
                <a:ea typeface="Microsoft YaHei"/>
              </a:rPr>
              <a:t> </a:t>
            </a:r>
            <a:r>
              <a:rPr sz="825" b="0">
                <a:solidFill>
                  <a:srgbClr val="62758C"/>
                </a:solidFill>
                <a:latin typeface="Arial"/>
                <a:ea typeface="Microsoft YaHei"/>
              </a:rPr>
              <a:t>and</a:t>
            </a:r>
            <a:r>
              <a:rPr sz="825" b="0">
                <a:solidFill>
                  <a:srgbClr val="62758C"/>
                </a:solidFill>
                <a:latin typeface="Microsoft YaHei"/>
                <a:ea typeface="Microsoft YaHei"/>
              </a:rPr>
              <a:t> </a:t>
            </a:r>
            <a:r>
              <a:rPr sz="825" b="0">
                <a:solidFill>
                  <a:srgbClr val="62758C"/>
                </a:solidFill>
                <a:latin typeface="Arial"/>
                <a:ea typeface="Microsoft YaHei"/>
              </a:rPr>
              <a:t>BVPE</a:t>
            </a:r>
            <a:r>
              <a:rPr sz="825" b="0">
                <a:solidFill>
                  <a:srgbClr val="62758C"/>
                </a:solidFill>
                <a:latin typeface="Microsoft YaHei"/>
                <a:ea typeface="Microsoft YaHei"/>
              </a:rPr>
              <a:t> </a:t>
            </a:r>
            <a:r>
              <a:rPr sz="825" b="0">
                <a:solidFill>
                  <a:srgbClr val="62758C"/>
                </a:solidFill>
                <a:latin typeface="Arial"/>
                <a:ea typeface="Microsoft YaHei"/>
              </a:rPr>
              <a:t>measurement</a:t>
            </a:r>
            <a:r>
              <a:rPr sz="825" b="0">
                <a:solidFill>
                  <a:srgbClr val="62758C"/>
                </a:solidFill>
                <a:latin typeface="Microsoft YaHei"/>
                <a:ea typeface="Microsoft YaHei"/>
              </a:rPr>
              <a:t> </a:t>
            </a:r>
            <a:r>
              <a:rPr sz="825" b="0">
                <a:solidFill>
                  <a:srgbClr val="62758C"/>
                </a:solidFill>
                <a:latin typeface="Arial"/>
                <a:ea typeface="Microsoft YaHei"/>
              </a:rPr>
              <a:t>workflows</a:t>
            </a:r>
          </a:p>
        </p:txBody>
      </p:sp>
      <p:sp>
        <p:nvSpPr>
          <p:cNvPr id="22" name="TextBox 21"/>
          <p:cNvSpPr txBox="1"/>
          <p:nvPr/>
        </p:nvSpPr>
        <p:spPr>
          <a:xfrm>
            <a:off x="11348256" y="6600825"/>
            <a:ext cx="405593" cy="160019"/>
          </a:xfrm>
          <a:prstGeom prst="rect">
            <a:avLst/>
          </a:prstGeom>
          <a:noFill/>
        </p:spPr>
        <p:txBody>
          <a:bodyPr wrap="none" lIns="0" rIns="0" tIns="0" bIns="0">
            <a:spAutoFit/>
          </a:bodyPr>
          <a:lstStyle/>
          <a:p>
            <a:pPr>
              <a:lnSpc>
                <a:spcPts val="1215"/>
              </a:lnSpc>
              <a:spcBef>
                <a:spcPts val="0"/>
              </a:spcBef>
              <a:spcAft>
                <a:spcPts val="0"/>
              </a:spcAft>
            </a:pPr>
            <a:r>
              <a:rPr sz="900" b="0">
                <a:solidFill>
                  <a:srgbClr val="62758C"/>
                </a:solidFill>
                <a:latin typeface="Arial"/>
                <a:ea typeface="Microsoft YaHei"/>
              </a:rPr>
              <a:t>22/22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LabOS: Cross-PC Nonlinear Hall and BVPE Measurement System</dc:title>
  <dc:subject>System architecture, apparatus, timing and measurement workflows</dc:subject>
  <dc:creator>LabOS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