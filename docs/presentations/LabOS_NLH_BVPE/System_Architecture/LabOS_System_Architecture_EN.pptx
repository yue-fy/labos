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6256000" cy="1066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central LabOS server hosts scientific AI reasoning, specialist sub-agents, knowledge and memory, and deterministic coordination. A server-side model router prefers a remote cloud model and falls back to the server's local LLM when cloud connectivity, the API or its quota is unavailable. The agents preserve experiment context and tool permissions across model changes. Each instrument-host PC runs one persistent execution worker, called a PC Agent. The worker does not require a local large language model. It owns instrument sessions, bounded adapters, a command journal, watchdog and artifact outbox. An operator computer can use only a browser. All laboratory PCs initiate their HTTP(S) connections; command arrows represent payload flow, not inbound network sessions. Physical device interfaces remain local to the instrument host. A/B retain the supplied optical and sample-lab inventory; C through N illustrate additional resource hosts. Hardware reference and trigger cables are separate from this control network. This figure describes the scalable LabOS system design, rather than an inventory of currently commissioned drivers.</a:t>
            </a:r>
          </a:p>
          <a:p>
            <a:r>
              <a:t>Reference: Original LabOS architecture drawing, based on project design and the supplied laboratory scenario.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1066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196850"/>
            <a:ext cx="4620669" cy="417830"/>
          </a:xfrm>
          <a:prstGeom prst="rect">
            <a:avLst/>
          </a:prstGeom>
          <a:noFill/>
        </p:spPr>
        <p:txBody>
          <a:bodyPr wrap="none" lIns="0" rIns="0" tIns="0" bIns="0">
            <a:spAutoFit/>
          </a:bodyPr>
          <a:lstStyle/>
          <a:p>
            <a:pPr>
              <a:lnSpc>
                <a:spcPts val="2937"/>
              </a:lnSpc>
              <a:spcBef>
                <a:spcPts val="0"/>
              </a:spcBef>
              <a:spcAft>
                <a:spcPts val="0"/>
              </a:spcAft>
            </a:pPr>
            <a:r>
              <a:rPr sz="2350" b="1">
                <a:solidFill>
                  <a:srgbClr val="11233E"/>
                </a:solidFill>
                <a:latin typeface="Arial"/>
                <a:ea typeface="Microsoft YaHei"/>
              </a:rPr>
              <a:t>LabOS</a:t>
            </a:r>
            <a:r>
              <a:rPr sz="2350" b="1">
                <a:solidFill>
                  <a:srgbClr val="11233E"/>
                </a:solidFill>
                <a:latin typeface="Microsoft YaHei"/>
                <a:ea typeface="Microsoft YaHei"/>
              </a:rPr>
              <a:t> </a:t>
            </a:r>
            <a:r>
              <a:rPr sz="2350" b="1">
                <a:solidFill>
                  <a:srgbClr val="11233E"/>
                </a:solidFill>
                <a:latin typeface="Arial"/>
                <a:ea typeface="Microsoft YaHei"/>
              </a:rPr>
              <a:t>System</a:t>
            </a:r>
            <a:r>
              <a:rPr sz="2350" b="1">
                <a:solidFill>
                  <a:srgbClr val="11233E"/>
                </a:solidFill>
                <a:latin typeface="Microsoft YaHei"/>
                <a:ea typeface="Microsoft YaHei"/>
              </a:rPr>
              <a:t> </a:t>
            </a:r>
            <a:r>
              <a:rPr sz="2350" b="1">
                <a:solidFill>
                  <a:srgbClr val="11233E"/>
                </a:solidFill>
                <a:latin typeface="Arial"/>
                <a:ea typeface="Microsoft YaHei"/>
              </a:rPr>
              <a:t>Architecture</a:t>
            </a:r>
          </a:p>
        </p:txBody>
      </p:sp>
      <p:sp>
        <p:nvSpPr>
          <p:cNvPr id="4" name="TextBox 3"/>
          <p:cNvSpPr txBox="1"/>
          <p:nvPr/>
        </p:nvSpPr>
        <p:spPr>
          <a:xfrm>
            <a:off x="393700" y="647700"/>
            <a:ext cx="5791106" cy="204469"/>
          </a:xfrm>
          <a:prstGeom prst="rect">
            <a:avLst/>
          </a:prstGeom>
          <a:noFill/>
        </p:spPr>
        <p:txBody>
          <a:bodyPr wrap="none" lIns="0" rIns="0" tIns="0" bIns="0">
            <a:spAutoFit/>
          </a:bodyPr>
          <a:lstStyle/>
          <a:p>
            <a:pPr>
              <a:lnSpc>
                <a:spcPts val="1437"/>
              </a:lnSpc>
              <a:spcBef>
                <a:spcPts val="0"/>
              </a:spcBef>
              <a:spcAft>
                <a:spcPts val="0"/>
              </a:spcAft>
            </a:pPr>
            <a:r>
              <a:rPr sz="1150" b="0">
                <a:solidFill>
                  <a:srgbClr val="62758C"/>
                </a:solidFill>
                <a:latin typeface="Arial"/>
                <a:ea typeface="Microsoft YaHei"/>
              </a:rPr>
              <a:t>One</a:t>
            </a:r>
            <a:r>
              <a:rPr sz="1150" b="0">
                <a:solidFill>
                  <a:srgbClr val="62758C"/>
                </a:solidFill>
                <a:latin typeface="Microsoft YaHei"/>
                <a:ea typeface="Microsoft YaHei"/>
              </a:rPr>
              <a:t> </a:t>
            </a:r>
            <a:r>
              <a:rPr sz="1150" b="0">
                <a:solidFill>
                  <a:srgbClr val="62758C"/>
                </a:solidFill>
                <a:latin typeface="Arial"/>
                <a:ea typeface="Microsoft YaHei"/>
              </a:rPr>
              <a:t>central</a:t>
            </a:r>
            <a:r>
              <a:rPr sz="1150" b="0">
                <a:solidFill>
                  <a:srgbClr val="62758C"/>
                </a:solidFill>
                <a:latin typeface="Microsoft YaHei"/>
                <a:ea typeface="Microsoft YaHei"/>
              </a:rPr>
              <a:t> </a:t>
            </a:r>
            <a:r>
              <a:rPr sz="1150" b="0">
                <a:solidFill>
                  <a:srgbClr val="62758C"/>
                </a:solidFill>
                <a:latin typeface="Arial"/>
                <a:ea typeface="Microsoft YaHei"/>
              </a:rPr>
              <a:t>server</a:t>
            </a:r>
            <a:r>
              <a:rPr sz="1150" b="0">
                <a:solidFill>
                  <a:srgbClr val="62758C"/>
                </a:solidFill>
                <a:latin typeface="Microsoft YaHei"/>
                <a:ea typeface="Microsoft YaHei"/>
              </a:rPr>
              <a:t> </a:t>
            </a:r>
            <a:r>
              <a:rPr sz="1150" b="0">
                <a:solidFill>
                  <a:srgbClr val="62758C"/>
                </a:solidFill>
                <a:latin typeface="Arial"/>
                <a:ea typeface="Microsoft YaHei"/>
              </a:rPr>
              <a:t>•</a:t>
            </a:r>
            <a:r>
              <a:rPr sz="1150" b="0">
                <a:solidFill>
                  <a:srgbClr val="62758C"/>
                </a:solidFill>
                <a:latin typeface="Microsoft YaHei"/>
                <a:ea typeface="Microsoft YaHei"/>
              </a:rPr>
              <a:t> </a:t>
            </a:r>
            <a:r>
              <a:rPr sz="1150" b="0">
                <a:solidFill>
                  <a:srgbClr val="62758C"/>
                </a:solidFill>
                <a:latin typeface="Arial"/>
                <a:ea typeface="Microsoft YaHei"/>
              </a:rPr>
              <a:t>many</a:t>
            </a:r>
            <a:r>
              <a:rPr sz="1150" b="0">
                <a:solidFill>
                  <a:srgbClr val="62758C"/>
                </a:solidFill>
                <a:latin typeface="Microsoft YaHei"/>
                <a:ea typeface="Microsoft YaHei"/>
              </a:rPr>
              <a:t> </a:t>
            </a:r>
            <a:r>
              <a:rPr sz="1150" b="0">
                <a:solidFill>
                  <a:srgbClr val="62758C"/>
                </a:solidFill>
                <a:latin typeface="Arial"/>
                <a:ea typeface="Microsoft YaHei"/>
              </a:rPr>
              <a:t>PCs</a:t>
            </a:r>
            <a:r>
              <a:rPr sz="1150" b="0">
                <a:solidFill>
                  <a:srgbClr val="62758C"/>
                </a:solidFill>
                <a:latin typeface="Microsoft YaHei"/>
                <a:ea typeface="Microsoft YaHei"/>
              </a:rPr>
              <a:t> </a:t>
            </a:r>
            <a:r>
              <a:rPr sz="1150" b="0">
                <a:solidFill>
                  <a:srgbClr val="62758C"/>
                </a:solidFill>
                <a:latin typeface="Arial"/>
                <a:ea typeface="Microsoft YaHei"/>
              </a:rPr>
              <a:t>•</a:t>
            </a:r>
            <a:r>
              <a:rPr sz="1150" b="0">
                <a:solidFill>
                  <a:srgbClr val="62758C"/>
                </a:solidFill>
                <a:latin typeface="Microsoft YaHei"/>
                <a:ea typeface="Microsoft YaHei"/>
              </a:rPr>
              <a:t> </a:t>
            </a:r>
            <a:r>
              <a:rPr sz="1150" b="0">
                <a:solidFill>
                  <a:srgbClr val="62758C"/>
                </a:solidFill>
                <a:latin typeface="Arial"/>
                <a:ea typeface="Microsoft YaHei"/>
              </a:rPr>
              <a:t>shared</a:t>
            </a:r>
            <a:r>
              <a:rPr sz="1150" b="0">
                <a:solidFill>
                  <a:srgbClr val="62758C"/>
                </a:solidFill>
                <a:latin typeface="Microsoft YaHei"/>
                <a:ea typeface="Microsoft YaHei"/>
              </a:rPr>
              <a:t> </a:t>
            </a:r>
            <a:r>
              <a:rPr sz="1150" b="0">
                <a:solidFill>
                  <a:srgbClr val="62758C"/>
                </a:solidFill>
                <a:latin typeface="Arial"/>
                <a:ea typeface="Microsoft YaHei"/>
              </a:rPr>
              <a:t>knowledge</a:t>
            </a:r>
            <a:r>
              <a:rPr sz="1150" b="0">
                <a:solidFill>
                  <a:srgbClr val="62758C"/>
                </a:solidFill>
                <a:latin typeface="Microsoft YaHei"/>
                <a:ea typeface="Microsoft YaHei"/>
              </a:rPr>
              <a:t> </a:t>
            </a:r>
            <a:r>
              <a:rPr sz="1150" b="0">
                <a:solidFill>
                  <a:srgbClr val="62758C"/>
                </a:solidFill>
                <a:latin typeface="Arial"/>
                <a:ea typeface="Microsoft YaHei"/>
              </a:rPr>
              <a:t>and</a:t>
            </a:r>
            <a:r>
              <a:rPr sz="1150" b="0">
                <a:solidFill>
                  <a:srgbClr val="62758C"/>
                </a:solidFill>
                <a:latin typeface="Microsoft YaHei"/>
                <a:ea typeface="Microsoft YaHei"/>
              </a:rPr>
              <a:t> </a:t>
            </a:r>
            <a:r>
              <a:rPr sz="1150" b="0">
                <a:solidFill>
                  <a:srgbClr val="62758C"/>
                </a:solidFill>
                <a:latin typeface="Arial"/>
                <a:ea typeface="Microsoft YaHei"/>
              </a:rPr>
              <a:t>experimental</a:t>
            </a:r>
            <a:r>
              <a:rPr sz="1150" b="0">
                <a:solidFill>
                  <a:srgbClr val="62758C"/>
                </a:solidFill>
                <a:latin typeface="Microsoft YaHei"/>
                <a:ea typeface="Microsoft YaHei"/>
              </a:rPr>
              <a:t> </a:t>
            </a:r>
            <a:r>
              <a:rPr sz="1150" b="0">
                <a:solidFill>
                  <a:srgbClr val="62758C"/>
                </a:solidFill>
                <a:latin typeface="Arial"/>
                <a:ea typeface="Microsoft YaHei"/>
              </a:rPr>
              <a:t>evidence</a:t>
            </a:r>
          </a:p>
        </p:txBody>
      </p:sp>
      <p:sp>
        <p:nvSpPr>
          <p:cNvPr id="5" name="Rounded Rectangle 4"/>
          <p:cNvSpPr/>
          <p:nvPr/>
        </p:nvSpPr>
        <p:spPr>
          <a:xfrm>
            <a:off x="8191500" y="368300"/>
            <a:ext cx="2444750" cy="546100"/>
          </a:xfrm>
          <a:prstGeom prst="roundRect">
            <a:avLst>
              <a:gd name="adj" fmla="val 15116"/>
            </a:avLst>
          </a:prstGeom>
          <a:solidFill>
            <a:srgbClr val="F1ECFC"/>
          </a:solidFill>
          <a:ln w="9525">
            <a:solidFill>
              <a:srgbClr val="7653C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64761" y="457200"/>
            <a:ext cx="1349027" cy="231140"/>
          </a:xfrm>
          <a:prstGeom prst="rect">
            <a:avLst/>
          </a:prstGeom>
          <a:noFill/>
        </p:spPr>
        <p:txBody>
          <a:bodyPr wrap="none" lIns="0" rIns="0" tIns="0" bIns="0">
            <a:spAutoFit/>
          </a:bodyPr>
          <a:lstStyle/>
          <a:p>
            <a:pPr>
              <a:lnSpc>
                <a:spcPts val="1625"/>
              </a:lnSpc>
              <a:spcBef>
                <a:spcPts val="0"/>
              </a:spcBef>
              <a:spcAft>
                <a:spcPts val="0"/>
              </a:spcAft>
            </a:pPr>
            <a:r>
              <a:rPr sz="1300" b="1">
                <a:solidFill>
                  <a:srgbClr val="7653CF"/>
                </a:solidFill>
                <a:latin typeface="Arial"/>
                <a:ea typeface="Microsoft YaHei"/>
              </a:rPr>
              <a:t>Cloud</a:t>
            </a:r>
            <a:r>
              <a:rPr sz="1300" b="1">
                <a:solidFill>
                  <a:srgbClr val="7653CF"/>
                </a:solidFill>
                <a:latin typeface="Microsoft YaHei"/>
                <a:ea typeface="Microsoft YaHei"/>
              </a:rPr>
              <a:t> </a:t>
            </a:r>
            <a:r>
              <a:rPr sz="1300" b="1">
                <a:solidFill>
                  <a:srgbClr val="7653CF"/>
                </a:solidFill>
                <a:latin typeface="Arial"/>
                <a:ea typeface="Microsoft YaHei"/>
              </a:rPr>
              <a:t>LLM</a:t>
            </a:r>
            <a:r>
              <a:rPr sz="1300" b="1">
                <a:solidFill>
                  <a:srgbClr val="7653CF"/>
                </a:solidFill>
                <a:latin typeface="Microsoft YaHei"/>
                <a:ea typeface="Microsoft YaHei"/>
              </a:rPr>
              <a:t> </a:t>
            </a:r>
            <a:r>
              <a:rPr sz="1300" b="1">
                <a:solidFill>
                  <a:srgbClr val="7653CF"/>
                </a:solidFill>
                <a:latin typeface="Arial"/>
                <a:ea typeface="Microsoft YaHei"/>
              </a:rPr>
              <a:t>API</a:t>
            </a:r>
          </a:p>
        </p:txBody>
      </p:sp>
      <p:sp>
        <p:nvSpPr>
          <p:cNvPr id="7" name="TextBox 6"/>
          <p:cNvSpPr txBox="1"/>
          <p:nvPr/>
        </p:nvSpPr>
        <p:spPr>
          <a:xfrm>
            <a:off x="8742906" y="711200"/>
            <a:ext cx="1392736" cy="168910"/>
          </a:xfrm>
          <a:prstGeom prst="rect">
            <a:avLst/>
          </a:prstGeom>
          <a:noFill/>
        </p:spPr>
        <p:txBody>
          <a:bodyPr wrap="none" lIns="0" rIns="0" tIns="0" bIns="0">
            <a:spAutoFit/>
          </a:bodyPr>
          <a:lstStyle/>
          <a:p>
            <a:pPr>
              <a:lnSpc>
                <a:spcPts val="1187"/>
              </a:lnSpc>
              <a:spcBef>
                <a:spcPts val="0"/>
              </a:spcBef>
              <a:spcAft>
                <a:spcPts val="0"/>
              </a:spcAft>
            </a:pPr>
            <a:r>
              <a:rPr sz="950" b="0">
                <a:solidFill>
                  <a:srgbClr val="62758C"/>
                </a:solidFill>
                <a:latin typeface="Arial"/>
                <a:ea typeface="Microsoft YaHei"/>
              </a:rPr>
              <a:t>Remote</a:t>
            </a:r>
            <a:r>
              <a:rPr sz="950" b="0">
                <a:solidFill>
                  <a:srgbClr val="62758C"/>
                </a:solidFill>
                <a:latin typeface="Microsoft YaHei"/>
                <a:ea typeface="Microsoft YaHei"/>
              </a:rPr>
              <a:t> </a:t>
            </a:r>
            <a:r>
              <a:rPr sz="950" b="0">
                <a:solidFill>
                  <a:srgbClr val="62758C"/>
                </a:solidFill>
                <a:latin typeface="Arial"/>
                <a:ea typeface="Microsoft YaHei"/>
              </a:rPr>
              <a:t>model</a:t>
            </a:r>
            <a:r>
              <a:rPr sz="950" b="0">
                <a:solidFill>
                  <a:srgbClr val="62758C"/>
                </a:solidFill>
                <a:latin typeface="Microsoft YaHei"/>
                <a:ea typeface="Microsoft YaHei"/>
              </a:rPr>
              <a:t> </a:t>
            </a:r>
            <a:r>
              <a:rPr sz="950" b="0">
                <a:solidFill>
                  <a:srgbClr val="62758C"/>
                </a:solidFill>
                <a:latin typeface="Arial"/>
                <a:ea typeface="Microsoft YaHei"/>
              </a:rPr>
              <a:t>service</a:t>
            </a:r>
          </a:p>
        </p:txBody>
      </p:sp>
      <p:cxnSp>
        <p:nvCxnSpPr>
          <p:cNvPr id="8" name="Connector 7"/>
          <p:cNvCxnSpPr/>
          <p:nvPr/>
        </p:nvCxnSpPr>
        <p:spPr>
          <a:xfrm flipV="1">
            <a:off x="9321800" y="914400"/>
            <a:ext cx="0" cy="292100"/>
          </a:xfrm>
          <a:prstGeom prst="line">
            <a:avLst/>
          </a:prstGeom>
          <a:ln w="14604">
            <a:solidFill>
              <a:srgbClr val="7653CF"/>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9296400" y="914400"/>
            <a:ext cx="50800" cy="50800"/>
          </a:xfrm>
          <a:custGeom>
            <a:avLst/>
            <a:gdLst/>
            <a:ahLst/>
            <a:cxnLst/>
            <a:rect l="l" t="t" r="r" b="b"/>
            <a:pathLst>
              <a:path w="4" h="4">
                <a:moveTo>
                  <a:pt x="2" y="0"/>
                </a:moveTo>
                <a:lnTo>
                  <a:pt x="0" y="4"/>
                </a:lnTo>
                <a:lnTo>
                  <a:pt x="4" y="4"/>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9499600" y="914400"/>
            <a:ext cx="0" cy="292100"/>
          </a:xfrm>
          <a:prstGeom prst="line">
            <a:avLst/>
          </a:prstGeom>
          <a:ln w="14604">
            <a:solidFill>
              <a:srgbClr val="278565"/>
            </a:solidFill>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9474200" y="1143000"/>
            <a:ext cx="50800" cy="63500"/>
          </a:xfrm>
          <a:custGeom>
            <a:avLst/>
            <a:gdLst/>
            <a:ahLst/>
            <a:cxnLst/>
            <a:rect l="l" t="t" r="r" b="b"/>
            <a:pathLst>
              <a:path w="4" h="5">
                <a:moveTo>
                  <a:pt x="2" y="5"/>
                </a:moveTo>
                <a:lnTo>
                  <a:pt x="4" y="0"/>
                </a:lnTo>
                <a:lnTo>
                  <a:pt x="0" y="0"/>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953750" y="406400"/>
            <a:ext cx="4921250" cy="558800"/>
          </a:xfrm>
          <a:prstGeom prst="roundRect">
            <a:avLst>
              <a:gd name="adj" fmla="val 14772"/>
            </a:avLst>
          </a:prstGeom>
          <a:solidFill>
            <a:srgbClr val="FFF4DE"/>
          </a:solidFill>
          <a:ln w="11430">
            <a:solidFill>
              <a:srgbClr val="BC7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093450" y="495300"/>
            <a:ext cx="425450" cy="279400"/>
          </a:xfrm>
          <a:prstGeom prst="roundRect">
            <a:avLst>
              <a:gd name="adj" fmla="val 9090"/>
            </a:avLst>
          </a:prstGeom>
          <a:solidFill>
            <a:srgbClr val="EDF3FC"/>
          </a:solidFill>
          <a:ln w="12700">
            <a:solidFill>
              <a:srgbClr val="BC7D1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137900" y="539750"/>
            <a:ext cx="336550"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1306175" y="774700"/>
            <a:ext cx="0" cy="63500"/>
          </a:xfrm>
          <a:prstGeom prst="line">
            <a:avLst/>
          </a:prstGeom>
          <a:ln w="12700">
            <a:solidFill>
              <a:srgbClr val="BC7D1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182794" y="850900"/>
            <a:ext cx="246761" cy="0"/>
          </a:xfrm>
          <a:prstGeom prst="line">
            <a:avLst/>
          </a:prstGeom>
          <a:ln w="19050">
            <a:solidFill>
              <a:srgbClr val="BC7D1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684000" y="482600"/>
            <a:ext cx="2696973" cy="240029"/>
          </a:xfrm>
          <a:prstGeom prst="rect">
            <a:avLst/>
          </a:prstGeom>
          <a:noFill/>
        </p:spPr>
        <p:txBody>
          <a:bodyPr wrap="none" lIns="0" rIns="0" tIns="0" bIns="0">
            <a:spAutoFit/>
          </a:bodyPr>
          <a:lstStyle/>
          <a:p>
            <a:pPr>
              <a:lnSpc>
                <a:spcPts val="1687"/>
              </a:lnSpc>
              <a:spcBef>
                <a:spcPts val="0"/>
              </a:spcBef>
              <a:spcAft>
                <a:spcPts val="0"/>
              </a:spcAft>
            </a:pPr>
            <a:r>
              <a:rPr sz="1350" b="1">
                <a:solidFill>
                  <a:srgbClr val="BC7D1D"/>
                </a:solidFill>
                <a:latin typeface="Arial"/>
                <a:ea typeface="Microsoft YaHei"/>
              </a:rPr>
              <a:t>Human</a:t>
            </a:r>
            <a:r>
              <a:rPr sz="1350" b="1">
                <a:solidFill>
                  <a:srgbClr val="BC7D1D"/>
                </a:solidFill>
                <a:latin typeface="Microsoft YaHei"/>
                <a:ea typeface="Microsoft YaHei"/>
              </a:rPr>
              <a:t> </a:t>
            </a:r>
            <a:r>
              <a:rPr sz="1350" b="1">
                <a:solidFill>
                  <a:srgbClr val="BC7D1D"/>
                </a:solidFill>
                <a:latin typeface="Arial"/>
                <a:ea typeface="Microsoft YaHei"/>
              </a:rPr>
              <a:t>/</a:t>
            </a:r>
            <a:r>
              <a:rPr sz="1350" b="1">
                <a:solidFill>
                  <a:srgbClr val="BC7D1D"/>
                </a:solidFill>
                <a:latin typeface="Microsoft YaHei"/>
                <a:ea typeface="Microsoft YaHei"/>
              </a:rPr>
              <a:t> </a:t>
            </a:r>
            <a:r>
              <a:rPr sz="1350" b="1">
                <a:solidFill>
                  <a:srgbClr val="BC7D1D"/>
                </a:solidFill>
                <a:latin typeface="Arial"/>
                <a:ea typeface="Microsoft YaHei"/>
              </a:rPr>
              <a:t>operator</a:t>
            </a:r>
            <a:r>
              <a:rPr sz="1350" b="1">
                <a:solidFill>
                  <a:srgbClr val="BC7D1D"/>
                </a:solidFill>
                <a:latin typeface="Microsoft YaHei"/>
                <a:ea typeface="Microsoft YaHei"/>
              </a:rPr>
              <a:t> </a:t>
            </a:r>
            <a:r>
              <a:rPr sz="1350" b="1">
                <a:solidFill>
                  <a:srgbClr val="BC7D1D"/>
                </a:solidFill>
                <a:latin typeface="Arial"/>
                <a:ea typeface="Microsoft YaHei"/>
              </a:rPr>
              <a:t>computer</a:t>
            </a:r>
          </a:p>
        </p:txBody>
      </p:sp>
      <p:sp>
        <p:nvSpPr>
          <p:cNvPr id="18" name="TextBox 17"/>
          <p:cNvSpPr txBox="1"/>
          <p:nvPr/>
        </p:nvSpPr>
        <p:spPr>
          <a:xfrm>
            <a:off x="11684000" y="730250"/>
            <a:ext cx="2960575" cy="177800"/>
          </a:xfrm>
          <a:prstGeom prst="rect">
            <a:avLst/>
          </a:prstGeom>
          <a:noFill/>
        </p:spPr>
        <p:txBody>
          <a:bodyPr wrap="none" lIns="0" rIns="0" tIns="0" bIns="0">
            <a:spAutoFit/>
          </a:bodyPr>
          <a:lstStyle/>
          <a:p>
            <a:pPr>
              <a:lnSpc>
                <a:spcPts val="1250"/>
              </a:lnSpc>
              <a:spcBef>
                <a:spcPts val="0"/>
              </a:spcBef>
              <a:spcAft>
                <a:spcPts val="0"/>
              </a:spcAft>
            </a:pPr>
            <a:r>
              <a:rPr sz="1000" b="0">
                <a:solidFill>
                  <a:srgbClr val="23364D"/>
                </a:solidFill>
                <a:latin typeface="Arial"/>
                <a:ea typeface="Microsoft YaHei"/>
              </a:rPr>
              <a:t>Browser</a:t>
            </a:r>
            <a:r>
              <a:rPr sz="1000" b="0">
                <a:solidFill>
                  <a:srgbClr val="23364D"/>
                </a:solidFill>
                <a:latin typeface="Microsoft YaHei"/>
                <a:ea typeface="Microsoft YaHei"/>
              </a:rPr>
              <a:t> </a:t>
            </a:r>
            <a:r>
              <a:rPr sz="1000" b="0">
                <a:solidFill>
                  <a:srgbClr val="23364D"/>
                </a:solidFill>
                <a:latin typeface="Arial"/>
                <a:ea typeface="Microsoft YaHei"/>
              </a:rPr>
              <a:t>only</a:t>
            </a:r>
            <a:r>
              <a:rPr sz="1000" b="0">
                <a:solidFill>
                  <a:srgbClr val="23364D"/>
                </a:solidFill>
                <a:latin typeface="Microsoft YaHei"/>
                <a:ea typeface="Microsoft YaHei"/>
              </a:rPr>
              <a:t> </a:t>
            </a:r>
            <a:r>
              <a:rPr sz="1000" b="0">
                <a:solidFill>
                  <a:srgbClr val="23364D"/>
                </a:solidFill>
                <a:latin typeface="Arial"/>
                <a:ea typeface="Microsoft YaHei"/>
              </a:rPr>
              <a:t>•</a:t>
            </a:r>
            <a:r>
              <a:rPr sz="1000" b="0">
                <a:solidFill>
                  <a:srgbClr val="23364D"/>
                </a:solidFill>
                <a:latin typeface="Microsoft YaHei"/>
                <a:ea typeface="Microsoft YaHei"/>
              </a:rPr>
              <a:t> </a:t>
            </a:r>
            <a:r>
              <a:rPr sz="1000" b="0">
                <a:solidFill>
                  <a:srgbClr val="23364D"/>
                </a:solidFill>
                <a:latin typeface="Arial"/>
                <a:ea typeface="Microsoft YaHei"/>
              </a:rPr>
              <a:t>question,</a:t>
            </a:r>
            <a:r>
              <a:rPr sz="1000" b="0">
                <a:solidFill>
                  <a:srgbClr val="23364D"/>
                </a:solidFill>
                <a:latin typeface="Microsoft YaHei"/>
                <a:ea typeface="Microsoft YaHei"/>
              </a:rPr>
              <a:t> </a:t>
            </a:r>
            <a:r>
              <a:rPr sz="1000" b="0">
                <a:solidFill>
                  <a:srgbClr val="23364D"/>
                </a:solidFill>
                <a:latin typeface="Arial"/>
                <a:ea typeface="Microsoft YaHei"/>
              </a:rPr>
              <a:t>review</a:t>
            </a:r>
            <a:r>
              <a:rPr sz="1000" b="0">
                <a:solidFill>
                  <a:srgbClr val="23364D"/>
                </a:solidFill>
                <a:latin typeface="Microsoft YaHei"/>
                <a:ea typeface="Microsoft YaHei"/>
              </a:rPr>
              <a:t> </a:t>
            </a:r>
            <a:r>
              <a:rPr sz="1000" b="0">
                <a:solidFill>
                  <a:srgbClr val="23364D"/>
                </a:solidFill>
                <a:latin typeface="Arial"/>
                <a:ea typeface="Microsoft YaHei"/>
              </a:rPr>
              <a:t>and</a:t>
            </a:r>
            <a:r>
              <a:rPr sz="1000" b="0">
                <a:solidFill>
                  <a:srgbClr val="23364D"/>
                </a:solidFill>
                <a:latin typeface="Microsoft YaHei"/>
                <a:ea typeface="Microsoft YaHei"/>
              </a:rPr>
              <a:t> </a:t>
            </a:r>
            <a:r>
              <a:rPr sz="1000" b="0">
                <a:solidFill>
                  <a:srgbClr val="23364D"/>
                </a:solidFill>
                <a:latin typeface="Arial"/>
                <a:ea typeface="Microsoft YaHei"/>
              </a:rPr>
              <a:t>authorize</a:t>
            </a:r>
          </a:p>
        </p:txBody>
      </p:sp>
      <p:cxnSp>
        <p:nvCxnSpPr>
          <p:cNvPr id="19" name="Connector 18"/>
          <p:cNvCxnSpPr/>
          <p:nvPr/>
        </p:nvCxnSpPr>
        <p:spPr>
          <a:xfrm>
            <a:off x="13411200" y="965200"/>
            <a:ext cx="0" cy="241300"/>
          </a:xfrm>
          <a:prstGeom prst="line">
            <a:avLst/>
          </a:prstGeom>
          <a:ln w="17780">
            <a:solidFill>
              <a:srgbClr val="BC7D1D"/>
            </a:solidFill>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13385800" y="1143000"/>
            <a:ext cx="50800" cy="63500"/>
          </a:xfrm>
          <a:custGeom>
            <a:avLst/>
            <a:gdLst/>
            <a:ahLst/>
            <a:cxnLst/>
            <a:rect l="l" t="t" r="r" b="b"/>
            <a:pathLst>
              <a:path w="4" h="5">
                <a:moveTo>
                  <a:pt x="2" y="5"/>
                </a:moveTo>
                <a:lnTo>
                  <a:pt x="4" y="0"/>
                </a:lnTo>
                <a:lnTo>
                  <a:pt x="0" y="0"/>
                </a:lnTo>
                <a:close/>
              </a:path>
            </a:pathLst>
          </a:custGeom>
          <a:solidFill>
            <a:srgbClr val="BC7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81000" y="1206500"/>
            <a:ext cx="15494000" cy="4159250"/>
          </a:xfrm>
          <a:prstGeom prst="roundRect">
            <a:avLst>
              <a:gd name="adj" fmla="val 3206"/>
            </a:avLst>
          </a:prstGeom>
          <a:solidFill>
            <a:srgbClr val="F5F8FC"/>
          </a:solidFill>
          <a:ln w="1778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58800" y="1320800"/>
            <a:ext cx="400050" cy="476250"/>
          </a:xfrm>
          <a:prstGeom prst="roundRect">
            <a:avLst>
              <a:gd name="adj" fmla="val 11111"/>
            </a:avLst>
          </a:prstGeom>
          <a:solidFill>
            <a:srgbClr val="EDF3FC"/>
          </a:solidFill>
          <a:ln w="1270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09600" y="1384300"/>
            <a:ext cx="298450" cy="95250"/>
          </a:xfrm>
          <a:prstGeom prst="roundRect">
            <a:avLst>
              <a:gd name="adj" fmla="val 20000"/>
            </a:avLst>
          </a:prstGeom>
          <a:solidFill>
            <a:srgbClr val="FFFFFF"/>
          </a:solidFill>
          <a:ln w="635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5025" y="1416050"/>
            <a:ext cx="31750" cy="3175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647700" y="1431925"/>
            <a:ext cx="120650" cy="0"/>
          </a:xfrm>
          <a:prstGeom prst="line">
            <a:avLst/>
          </a:prstGeom>
          <a:ln w="9525">
            <a:solidFill>
              <a:srgbClr val="3B6CB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09600" y="1517650"/>
            <a:ext cx="298450" cy="95250"/>
          </a:xfrm>
          <a:prstGeom prst="roundRect">
            <a:avLst>
              <a:gd name="adj" fmla="val 20000"/>
            </a:avLst>
          </a:prstGeom>
          <a:solidFill>
            <a:srgbClr val="FFFFFF"/>
          </a:solidFill>
          <a:ln w="635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5025" y="1549400"/>
            <a:ext cx="31750" cy="3175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647700" y="1565275"/>
            <a:ext cx="120650" cy="0"/>
          </a:xfrm>
          <a:prstGeom prst="line">
            <a:avLst/>
          </a:prstGeom>
          <a:ln w="9525">
            <a:solidFill>
              <a:srgbClr val="3B6CB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09600" y="1651000"/>
            <a:ext cx="298450" cy="95250"/>
          </a:xfrm>
          <a:prstGeom prst="roundRect">
            <a:avLst>
              <a:gd name="adj" fmla="val 20000"/>
            </a:avLst>
          </a:prstGeom>
          <a:solidFill>
            <a:srgbClr val="FFFFFF"/>
          </a:solidFill>
          <a:ln w="635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5025" y="1682750"/>
            <a:ext cx="31750" cy="3175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47700" y="1698625"/>
            <a:ext cx="120650" cy="0"/>
          </a:xfrm>
          <a:prstGeom prst="line">
            <a:avLst/>
          </a:prstGeom>
          <a:ln w="9525">
            <a:solidFill>
              <a:srgbClr val="3B6CB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92200" y="1339850"/>
            <a:ext cx="3114442" cy="311150"/>
          </a:xfrm>
          <a:prstGeom prst="rect">
            <a:avLst/>
          </a:prstGeom>
          <a:noFill/>
        </p:spPr>
        <p:txBody>
          <a:bodyPr wrap="none" lIns="0" rIns="0" tIns="0" bIns="0">
            <a:spAutoFit/>
          </a:bodyPr>
          <a:lstStyle/>
          <a:p>
            <a:pPr>
              <a:lnSpc>
                <a:spcPts val="2187"/>
              </a:lnSpc>
              <a:spcBef>
                <a:spcPts val="0"/>
              </a:spcBef>
              <a:spcAft>
                <a:spcPts val="0"/>
              </a:spcAft>
            </a:pPr>
            <a:r>
              <a:rPr sz="1750" b="1">
                <a:solidFill>
                  <a:srgbClr val="11233E"/>
                </a:solidFill>
                <a:latin typeface="Arial"/>
                <a:ea typeface="Microsoft YaHei"/>
              </a:rPr>
              <a:t>CENTRAL</a:t>
            </a:r>
            <a:r>
              <a:rPr sz="1750" b="1">
                <a:solidFill>
                  <a:srgbClr val="11233E"/>
                </a:solidFill>
                <a:latin typeface="Microsoft YaHei"/>
                <a:ea typeface="Microsoft YaHei"/>
              </a:rPr>
              <a:t> </a:t>
            </a:r>
            <a:r>
              <a:rPr sz="1750" b="1">
                <a:solidFill>
                  <a:srgbClr val="11233E"/>
                </a:solidFill>
                <a:latin typeface="Arial"/>
                <a:ea typeface="Microsoft YaHei"/>
              </a:rPr>
              <a:t>LABOS</a:t>
            </a:r>
            <a:r>
              <a:rPr sz="1750" b="1">
                <a:solidFill>
                  <a:srgbClr val="11233E"/>
                </a:solidFill>
                <a:latin typeface="Microsoft YaHei"/>
                <a:ea typeface="Microsoft YaHei"/>
              </a:rPr>
              <a:t> </a:t>
            </a:r>
            <a:r>
              <a:rPr sz="1750" b="1">
                <a:solidFill>
                  <a:srgbClr val="11233E"/>
                </a:solidFill>
                <a:latin typeface="Arial"/>
                <a:ea typeface="Microsoft YaHei"/>
              </a:rPr>
              <a:t>SERVER</a:t>
            </a:r>
          </a:p>
        </p:txBody>
      </p:sp>
      <p:sp>
        <p:nvSpPr>
          <p:cNvPr id="33" name="TextBox 32"/>
          <p:cNvSpPr txBox="1"/>
          <p:nvPr/>
        </p:nvSpPr>
        <p:spPr>
          <a:xfrm>
            <a:off x="1092200" y="1638300"/>
            <a:ext cx="5428295"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62758C"/>
                </a:solidFill>
                <a:latin typeface="Arial"/>
                <a:ea typeface="Microsoft YaHei"/>
              </a:rPr>
              <a:t>Scientific</a:t>
            </a:r>
            <a:r>
              <a:rPr sz="1100" b="0">
                <a:solidFill>
                  <a:srgbClr val="62758C"/>
                </a:solidFill>
                <a:latin typeface="Microsoft YaHei"/>
                <a:ea typeface="Microsoft YaHei"/>
              </a:rPr>
              <a:t> </a:t>
            </a:r>
            <a:r>
              <a:rPr sz="1100" b="0">
                <a:solidFill>
                  <a:srgbClr val="62758C"/>
                </a:solidFill>
                <a:latin typeface="Arial"/>
                <a:ea typeface="Microsoft YaHei"/>
              </a:rPr>
              <a:t>reasoning</a:t>
            </a:r>
            <a:r>
              <a:rPr sz="1100" b="0">
                <a:solidFill>
                  <a:srgbClr val="62758C"/>
                </a:solidFill>
                <a:latin typeface="Microsoft YaHei"/>
                <a:ea typeface="Microsoft YaHei"/>
              </a:rPr>
              <a:t> </a:t>
            </a:r>
            <a:r>
              <a:rPr sz="1100" b="0">
                <a:solidFill>
                  <a:srgbClr val="62758C"/>
                </a:solidFill>
                <a:latin typeface="Arial"/>
                <a:ea typeface="Microsoft YaHei"/>
              </a:rPr>
              <a:t>+</a:t>
            </a:r>
            <a:r>
              <a:rPr sz="1100" b="0">
                <a:solidFill>
                  <a:srgbClr val="62758C"/>
                </a:solidFill>
                <a:latin typeface="Microsoft YaHei"/>
                <a:ea typeface="Microsoft YaHei"/>
              </a:rPr>
              <a:t> </a:t>
            </a:r>
            <a:r>
              <a:rPr sz="1100" b="0">
                <a:solidFill>
                  <a:srgbClr val="62758C"/>
                </a:solidFill>
                <a:latin typeface="Arial"/>
                <a:ea typeface="Microsoft YaHei"/>
              </a:rPr>
              <a:t>deterministic</a:t>
            </a:r>
            <a:r>
              <a:rPr sz="1100" b="0">
                <a:solidFill>
                  <a:srgbClr val="62758C"/>
                </a:solidFill>
                <a:latin typeface="Microsoft YaHei"/>
                <a:ea typeface="Microsoft YaHei"/>
              </a:rPr>
              <a:t> </a:t>
            </a:r>
            <a:r>
              <a:rPr sz="1100" b="0">
                <a:solidFill>
                  <a:srgbClr val="62758C"/>
                </a:solidFill>
                <a:latin typeface="Arial"/>
                <a:ea typeface="Microsoft YaHei"/>
              </a:rPr>
              <a:t>control</a:t>
            </a:r>
            <a:r>
              <a:rPr sz="1100" b="0">
                <a:solidFill>
                  <a:srgbClr val="62758C"/>
                </a:solidFill>
                <a:latin typeface="Microsoft YaHei"/>
                <a:ea typeface="Microsoft YaHei"/>
              </a:rPr>
              <a:t> </a:t>
            </a:r>
            <a:r>
              <a:rPr sz="1100" b="0">
                <a:solidFill>
                  <a:srgbClr val="62758C"/>
                </a:solidFill>
                <a:latin typeface="Arial"/>
                <a:ea typeface="Microsoft YaHei"/>
              </a:rPr>
              <a:t>+</a:t>
            </a:r>
            <a:r>
              <a:rPr sz="1100" b="0">
                <a:solidFill>
                  <a:srgbClr val="62758C"/>
                </a:solidFill>
                <a:latin typeface="Microsoft YaHei"/>
                <a:ea typeface="Microsoft YaHei"/>
              </a:rPr>
              <a:t> </a:t>
            </a:r>
            <a:r>
              <a:rPr sz="1100" b="0">
                <a:solidFill>
                  <a:srgbClr val="62758C"/>
                </a:solidFill>
                <a:latin typeface="Arial"/>
                <a:ea typeface="Microsoft YaHei"/>
              </a:rPr>
              <a:t>durable</a:t>
            </a:r>
            <a:r>
              <a:rPr sz="1100" b="0">
                <a:solidFill>
                  <a:srgbClr val="62758C"/>
                </a:solidFill>
                <a:latin typeface="Microsoft YaHei"/>
                <a:ea typeface="Microsoft YaHei"/>
              </a:rPr>
              <a:t> </a:t>
            </a:r>
            <a:r>
              <a:rPr sz="1100" b="0">
                <a:solidFill>
                  <a:srgbClr val="62758C"/>
                </a:solidFill>
                <a:latin typeface="Arial"/>
                <a:ea typeface="Microsoft YaHei"/>
              </a:rPr>
              <a:t>evidence</a:t>
            </a:r>
            <a:r>
              <a:rPr sz="1100" b="0">
                <a:solidFill>
                  <a:srgbClr val="62758C"/>
                </a:solidFill>
                <a:latin typeface="Microsoft YaHei"/>
                <a:ea typeface="Microsoft YaHei"/>
              </a:rPr>
              <a:t> </a:t>
            </a:r>
            <a:r>
              <a:rPr sz="1100" b="0">
                <a:solidFill>
                  <a:srgbClr val="62758C"/>
                </a:solidFill>
                <a:latin typeface="Arial"/>
                <a:ea typeface="Microsoft YaHei"/>
              </a:rPr>
              <a:t>on</a:t>
            </a:r>
            <a:r>
              <a:rPr sz="1100" b="0">
                <a:solidFill>
                  <a:srgbClr val="62758C"/>
                </a:solidFill>
                <a:latin typeface="Microsoft YaHei"/>
                <a:ea typeface="Microsoft YaHei"/>
              </a:rPr>
              <a:t> </a:t>
            </a:r>
            <a:r>
              <a:rPr sz="1100" b="0">
                <a:solidFill>
                  <a:srgbClr val="62758C"/>
                </a:solidFill>
                <a:latin typeface="Arial"/>
                <a:ea typeface="Microsoft YaHei"/>
              </a:rPr>
              <a:t>one</a:t>
            </a:r>
            <a:r>
              <a:rPr sz="1100" b="0">
                <a:solidFill>
                  <a:srgbClr val="62758C"/>
                </a:solidFill>
                <a:latin typeface="Microsoft YaHei"/>
                <a:ea typeface="Microsoft YaHei"/>
              </a:rPr>
              <a:t> </a:t>
            </a:r>
            <a:r>
              <a:rPr sz="1100" b="0">
                <a:solidFill>
                  <a:srgbClr val="62758C"/>
                </a:solidFill>
                <a:latin typeface="Arial"/>
                <a:ea typeface="Microsoft YaHei"/>
              </a:rPr>
              <a:t>server</a:t>
            </a:r>
          </a:p>
        </p:txBody>
      </p:sp>
      <p:sp>
        <p:nvSpPr>
          <p:cNvPr id="34" name="TextBox 33"/>
          <p:cNvSpPr txBox="1"/>
          <p:nvPr/>
        </p:nvSpPr>
        <p:spPr>
          <a:xfrm>
            <a:off x="13776107" y="1384300"/>
            <a:ext cx="1895692" cy="186690"/>
          </a:xfrm>
          <a:prstGeom prst="rect">
            <a:avLst/>
          </a:prstGeom>
          <a:noFill/>
        </p:spPr>
        <p:txBody>
          <a:bodyPr wrap="none" lIns="0" rIns="0" tIns="0" bIns="0">
            <a:spAutoFit/>
          </a:bodyPr>
          <a:lstStyle/>
          <a:p>
            <a:pPr>
              <a:lnSpc>
                <a:spcPts val="1312"/>
              </a:lnSpc>
              <a:spcBef>
                <a:spcPts val="0"/>
              </a:spcBef>
              <a:spcAft>
                <a:spcPts val="0"/>
              </a:spcAft>
            </a:pPr>
            <a:r>
              <a:rPr sz="1050" b="1">
                <a:solidFill>
                  <a:srgbClr val="3B6CB0"/>
                </a:solidFill>
                <a:latin typeface="Arial"/>
                <a:ea typeface="Microsoft YaHei"/>
              </a:rPr>
              <a:t>ONE</a:t>
            </a:r>
            <a:r>
              <a:rPr sz="1050" b="1">
                <a:solidFill>
                  <a:srgbClr val="3B6CB0"/>
                </a:solidFill>
                <a:latin typeface="Microsoft YaHei"/>
                <a:ea typeface="Microsoft YaHei"/>
              </a:rPr>
              <a:t> </a:t>
            </a:r>
            <a:r>
              <a:rPr sz="1050" b="1">
                <a:solidFill>
                  <a:srgbClr val="3B6CB0"/>
                </a:solidFill>
                <a:latin typeface="Arial"/>
                <a:ea typeface="Microsoft YaHei"/>
              </a:rPr>
              <a:t>CENTRAL</a:t>
            </a:r>
            <a:r>
              <a:rPr sz="1050" b="1">
                <a:solidFill>
                  <a:srgbClr val="3B6CB0"/>
                </a:solidFill>
                <a:latin typeface="Microsoft YaHei"/>
                <a:ea typeface="Microsoft YaHei"/>
              </a:rPr>
              <a:t> </a:t>
            </a:r>
            <a:r>
              <a:rPr sz="1050" b="1">
                <a:solidFill>
                  <a:srgbClr val="3B6CB0"/>
                </a:solidFill>
                <a:latin typeface="Arial"/>
                <a:ea typeface="Microsoft YaHei"/>
              </a:rPr>
              <a:t>ENDPOINT</a:t>
            </a:r>
          </a:p>
        </p:txBody>
      </p:sp>
      <p:sp>
        <p:nvSpPr>
          <p:cNvPr id="35" name="Rounded Rectangle 34"/>
          <p:cNvSpPr/>
          <p:nvPr/>
        </p:nvSpPr>
        <p:spPr>
          <a:xfrm>
            <a:off x="603250" y="1968500"/>
            <a:ext cx="3556000" cy="3143250"/>
          </a:xfrm>
          <a:prstGeom prst="roundRect">
            <a:avLst>
              <a:gd name="adj" fmla="val 3030"/>
            </a:avLst>
          </a:prstGeom>
          <a:solidFill>
            <a:srgbClr val="E9F6EF"/>
          </a:solidFill>
          <a:ln w="11430">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2950" y="2082800"/>
            <a:ext cx="2281826" cy="266700"/>
          </a:xfrm>
          <a:prstGeom prst="rect">
            <a:avLst/>
          </a:prstGeom>
          <a:noFill/>
        </p:spPr>
        <p:txBody>
          <a:bodyPr wrap="none" lIns="0" rIns="0" tIns="0" bIns="0">
            <a:spAutoFit/>
          </a:bodyPr>
          <a:lstStyle/>
          <a:p>
            <a:pPr>
              <a:lnSpc>
                <a:spcPts val="1875"/>
              </a:lnSpc>
              <a:spcBef>
                <a:spcPts val="0"/>
              </a:spcBef>
              <a:spcAft>
                <a:spcPts val="0"/>
              </a:spcAft>
            </a:pPr>
            <a:r>
              <a:rPr sz="1500" b="1">
                <a:solidFill>
                  <a:srgbClr val="278565"/>
                </a:solidFill>
                <a:latin typeface="Arial"/>
                <a:ea typeface="Microsoft YaHei"/>
              </a:rPr>
              <a:t>Knowledge</a:t>
            </a:r>
            <a:r>
              <a:rPr sz="1500" b="1">
                <a:solidFill>
                  <a:srgbClr val="278565"/>
                </a:solidFill>
                <a:latin typeface="Microsoft YaHei"/>
                <a:ea typeface="Microsoft YaHei"/>
              </a:rPr>
              <a:t> </a:t>
            </a:r>
            <a:r>
              <a:rPr sz="1500" b="1">
                <a:solidFill>
                  <a:srgbClr val="278565"/>
                </a:solidFill>
                <a:latin typeface="Arial"/>
                <a:ea typeface="Microsoft YaHei"/>
              </a:rPr>
              <a:t>/</a:t>
            </a:r>
            <a:r>
              <a:rPr sz="1500" b="1">
                <a:solidFill>
                  <a:srgbClr val="278565"/>
                </a:solidFill>
                <a:latin typeface="Microsoft YaHei"/>
                <a:ea typeface="Microsoft YaHei"/>
              </a:rPr>
              <a:t> </a:t>
            </a:r>
            <a:r>
              <a:rPr sz="1500" b="1">
                <a:solidFill>
                  <a:srgbClr val="278565"/>
                </a:solidFill>
                <a:latin typeface="Arial"/>
                <a:ea typeface="Microsoft YaHei"/>
              </a:rPr>
              <a:t>memory</a:t>
            </a:r>
          </a:p>
        </p:txBody>
      </p:sp>
      <p:sp>
        <p:nvSpPr>
          <p:cNvPr id="37" name="Rounded Rectangle 36"/>
          <p:cNvSpPr/>
          <p:nvPr/>
        </p:nvSpPr>
        <p:spPr>
          <a:xfrm>
            <a:off x="3479800" y="2317750"/>
            <a:ext cx="469900" cy="184150"/>
          </a:xfrm>
          <a:prstGeom prst="roundRect">
            <a:avLst>
              <a:gd name="adj" fmla="val 34482"/>
            </a:avLst>
          </a:prstGeom>
          <a:solidFill>
            <a:srgbClr val="FFFFFF"/>
          </a:solidFill>
          <a:ln w="10795">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79800" y="2203450"/>
            <a:ext cx="469900" cy="184150"/>
          </a:xfrm>
          <a:prstGeom prst="roundRect">
            <a:avLst>
              <a:gd name="adj" fmla="val 34482"/>
            </a:avLst>
          </a:prstGeom>
          <a:solidFill>
            <a:srgbClr val="FFFFFF"/>
          </a:solidFill>
          <a:ln w="10795">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479800" y="2095500"/>
            <a:ext cx="469900" cy="184150"/>
          </a:xfrm>
          <a:prstGeom prst="roundRect">
            <a:avLst>
              <a:gd name="adj" fmla="val 34482"/>
            </a:avLst>
          </a:prstGeom>
          <a:solidFill>
            <a:srgbClr val="FFFFFF"/>
          </a:solidFill>
          <a:ln w="10795">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3479800" y="2095500"/>
            <a:ext cx="469900" cy="101600"/>
          </a:xfrm>
          <a:custGeom>
            <a:avLst/>
            <a:gdLst/>
            <a:ahLst/>
            <a:cxnLst/>
            <a:rect l="l" t="t" r="r" b="b"/>
            <a:pathLst>
              <a:path w="37" h="8">
                <a:moveTo>
                  <a:pt x="37" y="4"/>
                </a:moveTo>
                <a:lnTo>
                  <a:pt x="36" y="5"/>
                </a:lnTo>
                <a:lnTo>
                  <a:pt x="35" y="6"/>
                </a:lnTo>
                <a:lnTo>
                  <a:pt x="32" y="7"/>
                </a:lnTo>
                <a:lnTo>
                  <a:pt x="28" y="7"/>
                </a:lnTo>
                <a:lnTo>
                  <a:pt x="23" y="8"/>
                </a:lnTo>
                <a:lnTo>
                  <a:pt x="18" y="8"/>
                </a:lnTo>
                <a:lnTo>
                  <a:pt x="14" y="8"/>
                </a:lnTo>
                <a:lnTo>
                  <a:pt x="9" y="7"/>
                </a:lnTo>
                <a:lnTo>
                  <a:pt x="5" y="7"/>
                </a:lnTo>
                <a:lnTo>
                  <a:pt x="2" y="6"/>
                </a:lnTo>
                <a:lnTo>
                  <a:pt x="1" y="5"/>
                </a:lnTo>
                <a:lnTo>
                  <a:pt x="0" y="4"/>
                </a:lnTo>
                <a:lnTo>
                  <a:pt x="1" y="3"/>
                </a:lnTo>
                <a:lnTo>
                  <a:pt x="2" y="2"/>
                </a:lnTo>
                <a:lnTo>
                  <a:pt x="5" y="1"/>
                </a:lnTo>
                <a:lnTo>
                  <a:pt x="9" y="1"/>
                </a:lnTo>
                <a:lnTo>
                  <a:pt x="14" y="0"/>
                </a:lnTo>
                <a:lnTo>
                  <a:pt x="18" y="0"/>
                </a:lnTo>
                <a:lnTo>
                  <a:pt x="23" y="0"/>
                </a:lnTo>
                <a:lnTo>
                  <a:pt x="28" y="1"/>
                </a:lnTo>
                <a:lnTo>
                  <a:pt x="32" y="1"/>
                </a:lnTo>
                <a:lnTo>
                  <a:pt x="35" y="2"/>
                </a:lnTo>
                <a:lnTo>
                  <a:pt x="36" y="3"/>
                </a:lnTo>
                <a:close/>
              </a:path>
            </a:pathLst>
          </a:custGeom>
          <a:solidFill>
            <a:srgbClr val="E9F6EF"/>
          </a:solidFill>
          <a:ln w="9525">
            <a:solidFill>
              <a:srgbClr val="278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2000" y="2406650"/>
            <a:ext cx="1737146"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278565"/>
                </a:solidFill>
                <a:latin typeface="Arial"/>
                <a:ea typeface="Microsoft YaHei"/>
              </a:rPr>
              <a:t>SEMANTIC</a:t>
            </a:r>
            <a:r>
              <a:rPr sz="1000" b="1">
                <a:solidFill>
                  <a:srgbClr val="278565"/>
                </a:solidFill>
                <a:latin typeface="Microsoft YaHei"/>
                <a:ea typeface="Microsoft YaHei"/>
              </a:rPr>
              <a:t> </a:t>
            </a:r>
            <a:r>
              <a:rPr sz="1000" b="1">
                <a:solidFill>
                  <a:srgbClr val="278565"/>
                </a:solidFill>
                <a:latin typeface="Arial"/>
                <a:ea typeface="Microsoft YaHei"/>
              </a:rPr>
              <a:t>KNOWLEDGE</a:t>
            </a:r>
          </a:p>
        </p:txBody>
      </p:sp>
      <p:sp>
        <p:nvSpPr>
          <p:cNvPr id="42" name="TextBox 41"/>
          <p:cNvSpPr txBox="1"/>
          <p:nvPr/>
        </p:nvSpPr>
        <p:spPr>
          <a:xfrm>
            <a:off x="762000" y="2673350"/>
            <a:ext cx="2208510"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23364D"/>
                </a:solidFill>
                <a:latin typeface="Arial"/>
                <a:ea typeface="Microsoft YaHei"/>
              </a:rPr>
              <a:t>Scientific</a:t>
            </a:r>
            <a:r>
              <a:rPr sz="1100" b="0">
                <a:solidFill>
                  <a:srgbClr val="23364D"/>
                </a:solidFill>
                <a:latin typeface="Microsoft YaHei"/>
                <a:ea typeface="Microsoft YaHei"/>
              </a:rPr>
              <a:t> </a:t>
            </a:r>
            <a:r>
              <a:rPr sz="1100" b="0">
                <a:solidFill>
                  <a:srgbClr val="23364D"/>
                </a:solidFill>
                <a:latin typeface="Arial"/>
                <a:ea typeface="Microsoft YaHei"/>
              </a:rPr>
              <a:t>literature</a:t>
            </a:r>
            <a:r>
              <a:rPr sz="1100" b="0">
                <a:solidFill>
                  <a:srgbClr val="23364D"/>
                </a:solidFill>
                <a:latin typeface="Microsoft YaHei"/>
                <a:ea typeface="Microsoft YaHei"/>
              </a:rPr>
              <a:t> </a:t>
            </a:r>
            <a:r>
              <a:rPr sz="1100" b="0">
                <a:solidFill>
                  <a:srgbClr val="23364D"/>
                </a:solidFill>
                <a:latin typeface="Arial"/>
                <a:ea typeface="Microsoft YaHei"/>
              </a:rPr>
              <a:t>+</a:t>
            </a:r>
            <a:r>
              <a:rPr sz="1100" b="0">
                <a:solidFill>
                  <a:srgbClr val="23364D"/>
                </a:solidFill>
                <a:latin typeface="Microsoft YaHei"/>
                <a:ea typeface="Microsoft YaHei"/>
              </a:rPr>
              <a:t> </a:t>
            </a:r>
            <a:r>
              <a:rPr sz="1100" b="0">
                <a:solidFill>
                  <a:srgbClr val="23364D"/>
                </a:solidFill>
                <a:latin typeface="Arial"/>
                <a:ea typeface="Microsoft YaHei"/>
              </a:rPr>
              <a:t>protocols</a:t>
            </a:r>
          </a:p>
        </p:txBody>
      </p:sp>
      <p:sp>
        <p:nvSpPr>
          <p:cNvPr id="43" name="TextBox 42"/>
          <p:cNvSpPr txBox="1"/>
          <p:nvPr/>
        </p:nvSpPr>
        <p:spPr>
          <a:xfrm>
            <a:off x="762000" y="2847975"/>
            <a:ext cx="2341116"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23364D"/>
                </a:solidFill>
                <a:latin typeface="Arial"/>
                <a:ea typeface="Microsoft YaHei"/>
              </a:rPr>
              <a:t>Instrument</a:t>
            </a:r>
            <a:r>
              <a:rPr sz="1100" b="0">
                <a:solidFill>
                  <a:srgbClr val="23364D"/>
                </a:solidFill>
                <a:latin typeface="Microsoft YaHei"/>
                <a:ea typeface="Microsoft YaHei"/>
              </a:rPr>
              <a:t> </a:t>
            </a:r>
            <a:r>
              <a:rPr sz="1100" b="0">
                <a:solidFill>
                  <a:srgbClr val="23364D"/>
                </a:solidFill>
                <a:latin typeface="Arial"/>
                <a:ea typeface="Microsoft YaHei"/>
              </a:rPr>
              <a:t>manuals</a:t>
            </a:r>
            <a:r>
              <a:rPr sz="1100" b="0">
                <a:solidFill>
                  <a:srgbClr val="23364D"/>
                </a:solidFill>
                <a:latin typeface="Microsoft YaHei"/>
                <a:ea typeface="Microsoft YaHei"/>
              </a:rPr>
              <a:t> </a:t>
            </a:r>
            <a:r>
              <a:rPr sz="1100" b="0">
                <a:solidFill>
                  <a:srgbClr val="23364D"/>
                </a:solidFill>
                <a:latin typeface="Arial"/>
                <a:ea typeface="Microsoft YaHei"/>
              </a:rPr>
              <a:t>+</a:t>
            </a:r>
            <a:r>
              <a:rPr sz="1100" b="0">
                <a:solidFill>
                  <a:srgbClr val="23364D"/>
                </a:solidFill>
                <a:latin typeface="Microsoft YaHei"/>
                <a:ea typeface="Microsoft YaHei"/>
              </a:rPr>
              <a:t> </a:t>
            </a:r>
            <a:r>
              <a:rPr sz="1100" b="0">
                <a:solidFill>
                  <a:srgbClr val="23364D"/>
                </a:solidFill>
                <a:latin typeface="Arial"/>
                <a:ea typeface="Microsoft YaHei"/>
              </a:rPr>
              <a:t>local</a:t>
            </a:r>
            <a:r>
              <a:rPr sz="1100" b="0">
                <a:solidFill>
                  <a:srgbClr val="23364D"/>
                </a:solidFill>
                <a:latin typeface="Microsoft YaHei"/>
                <a:ea typeface="Microsoft YaHei"/>
              </a:rPr>
              <a:t> </a:t>
            </a:r>
            <a:r>
              <a:rPr sz="1100" b="0">
                <a:solidFill>
                  <a:srgbClr val="23364D"/>
                </a:solidFill>
                <a:latin typeface="Arial"/>
                <a:ea typeface="Microsoft YaHei"/>
              </a:rPr>
              <a:t>code</a:t>
            </a:r>
          </a:p>
        </p:txBody>
      </p:sp>
      <p:sp>
        <p:nvSpPr>
          <p:cNvPr id="44" name="TextBox 43"/>
          <p:cNvSpPr txBox="1"/>
          <p:nvPr/>
        </p:nvSpPr>
        <p:spPr>
          <a:xfrm>
            <a:off x="762000" y="3022600"/>
            <a:ext cx="2231497"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23364D"/>
                </a:solidFill>
                <a:latin typeface="Arial"/>
                <a:ea typeface="Microsoft YaHei"/>
              </a:rPr>
              <a:t>Calibrations</a:t>
            </a:r>
            <a:r>
              <a:rPr sz="1100" b="0">
                <a:solidFill>
                  <a:srgbClr val="23364D"/>
                </a:solidFill>
                <a:latin typeface="Microsoft YaHei"/>
                <a:ea typeface="Microsoft YaHei"/>
              </a:rPr>
              <a:t> </a:t>
            </a:r>
            <a:r>
              <a:rPr sz="1100" b="0">
                <a:solidFill>
                  <a:srgbClr val="23364D"/>
                </a:solidFill>
                <a:latin typeface="Arial"/>
                <a:ea typeface="Microsoft YaHei"/>
              </a:rPr>
              <a:t>+</a:t>
            </a:r>
            <a:r>
              <a:rPr sz="1100" b="0">
                <a:solidFill>
                  <a:srgbClr val="23364D"/>
                </a:solidFill>
                <a:latin typeface="Microsoft YaHei"/>
                <a:ea typeface="Microsoft YaHei"/>
              </a:rPr>
              <a:t> </a:t>
            </a:r>
            <a:r>
              <a:rPr sz="1100" b="0">
                <a:solidFill>
                  <a:srgbClr val="23364D"/>
                </a:solidFill>
                <a:latin typeface="Arial"/>
                <a:ea typeface="Microsoft YaHei"/>
              </a:rPr>
              <a:t>setup</a:t>
            </a:r>
            <a:r>
              <a:rPr sz="1100" b="0">
                <a:solidFill>
                  <a:srgbClr val="23364D"/>
                </a:solidFill>
                <a:latin typeface="Microsoft YaHei"/>
                <a:ea typeface="Microsoft YaHei"/>
              </a:rPr>
              <a:t> </a:t>
            </a:r>
            <a:r>
              <a:rPr sz="1100" b="0">
                <a:solidFill>
                  <a:srgbClr val="23364D"/>
                </a:solidFill>
                <a:latin typeface="Arial"/>
                <a:ea typeface="Microsoft YaHei"/>
              </a:rPr>
              <a:t>definitions</a:t>
            </a:r>
          </a:p>
        </p:txBody>
      </p:sp>
      <p:cxnSp>
        <p:nvCxnSpPr>
          <p:cNvPr id="45" name="Connector 44"/>
          <p:cNvCxnSpPr/>
          <p:nvPr/>
        </p:nvCxnSpPr>
        <p:spPr>
          <a:xfrm>
            <a:off x="762000" y="3390900"/>
            <a:ext cx="3232150" cy="0"/>
          </a:xfrm>
          <a:prstGeom prst="line">
            <a:avLst/>
          </a:prstGeom>
          <a:ln w="9525">
            <a:solidFill>
              <a:srgbClr val="BFDCC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62000" y="3505200"/>
            <a:ext cx="2422128"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278565"/>
                </a:solidFill>
                <a:latin typeface="Arial"/>
                <a:ea typeface="Microsoft YaHei"/>
              </a:rPr>
              <a:t>EXPERIMENT</a:t>
            </a:r>
            <a:r>
              <a:rPr sz="1000" b="1">
                <a:solidFill>
                  <a:srgbClr val="278565"/>
                </a:solidFill>
                <a:latin typeface="Microsoft YaHei"/>
                <a:ea typeface="Microsoft YaHei"/>
              </a:rPr>
              <a:t> </a:t>
            </a:r>
            <a:r>
              <a:rPr sz="1000" b="1">
                <a:solidFill>
                  <a:srgbClr val="278565"/>
                </a:solidFill>
                <a:latin typeface="Arial"/>
                <a:ea typeface="Microsoft YaHei"/>
              </a:rPr>
              <a:t>/</a:t>
            </a:r>
            <a:r>
              <a:rPr sz="1000" b="1">
                <a:solidFill>
                  <a:srgbClr val="278565"/>
                </a:solidFill>
                <a:latin typeface="Microsoft YaHei"/>
                <a:ea typeface="Microsoft YaHei"/>
              </a:rPr>
              <a:t> </a:t>
            </a:r>
            <a:r>
              <a:rPr sz="1000" b="1">
                <a:solidFill>
                  <a:srgbClr val="278565"/>
                </a:solidFill>
                <a:latin typeface="Arial"/>
                <a:ea typeface="Microsoft YaHei"/>
              </a:rPr>
              <a:t>EPISODIC</a:t>
            </a:r>
            <a:r>
              <a:rPr sz="1000" b="1">
                <a:solidFill>
                  <a:srgbClr val="278565"/>
                </a:solidFill>
                <a:latin typeface="Microsoft YaHei"/>
                <a:ea typeface="Microsoft YaHei"/>
              </a:rPr>
              <a:t> </a:t>
            </a:r>
            <a:r>
              <a:rPr sz="1000" b="1">
                <a:solidFill>
                  <a:srgbClr val="278565"/>
                </a:solidFill>
                <a:latin typeface="Arial"/>
                <a:ea typeface="Microsoft YaHei"/>
              </a:rPr>
              <a:t>MEMORY</a:t>
            </a:r>
          </a:p>
        </p:txBody>
      </p:sp>
      <p:sp>
        <p:nvSpPr>
          <p:cNvPr id="47" name="TextBox 46"/>
          <p:cNvSpPr txBox="1"/>
          <p:nvPr/>
        </p:nvSpPr>
        <p:spPr>
          <a:xfrm>
            <a:off x="762000" y="3765550"/>
            <a:ext cx="1777882"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23364D"/>
                </a:solidFill>
                <a:latin typeface="Arial"/>
                <a:ea typeface="Microsoft YaHei"/>
              </a:rPr>
              <a:t>Prior</a:t>
            </a:r>
            <a:r>
              <a:rPr sz="1100" b="0">
                <a:solidFill>
                  <a:srgbClr val="23364D"/>
                </a:solidFill>
                <a:latin typeface="Microsoft YaHei"/>
                <a:ea typeface="Microsoft YaHei"/>
              </a:rPr>
              <a:t> </a:t>
            </a:r>
            <a:r>
              <a:rPr sz="1100" b="0">
                <a:solidFill>
                  <a:srgbClr val="23364D"/>
                </a:solidFill>
                <a:latin typeface="Arial"/>
                <a:ea typeface="Microsoft YaHei"/>
              </a:rPr>
              <a:t>runs</a:t>
            </a:r>
            <a:r>
              <a:rPr sz="1100" b="0">
                <a:solidFill>
                  <a:srgbClr val="23364D"/>
                </a:solidFill>
                <a:latin typeface="Microsoft YaHei"/>
                <a:ea typeface="Microsoft YaHei"/>
              </a:rPr>
              <a:t> </a:t>
            </a:r>
            <a:r>
              <a:rPr sz="1100" b="0">
                <a:solidFill>
                  <a:srgbClr val="23364D"/>
                </a:solidFill>
                <a:latin typeface="Arial"/>
                <a:ea typeface="Microsoft YaHei"/>
              </a:rPr>
              <a:t>+</a:t>
            </a:r>
            <a:r>
              <a:rPr sz="1100" b="0">
                <a:solidFill>
                  <a:srgbClr val="23364D"/>
                </a:solidFill>
                <a:latin typeface="Microsoft YaHei"/>
                <a:ea typeface="Microsoft YaHei"/>
              </a:rPr>
              <a:t> </a:t>
            </a:r>
            <a:r>
              <a:rPr sz="1100" b="0">
                <a:solidFill>
                  <a:srgbClr val="23364D"/>
                </a:solidFill>
                <a:latin typeface="Arial"/>
                <a:ea typeface="Microsoft YaHei"/>
              </a:rPr>
              <a:t>raw</a:t>
            </a:r>
            <a:r>
              <a:rPr sz="1100" b="0">
                <a:solidFill>
                  <a:srgbClr val="23364D"/>
                </a:solidFill>
                <a:latin typeface="Microsoft YaHei"/>
                <a:ea typeface="Microsoft YaHei"/>
              </a:rPr>
              <a:t> </a:t>
            </a:r>
            <a:r>
              <a:rPr sz="1100" b="0">
                <a:solidFill>
                  <a:srgbClr val="23364D"/>
                </a:solidFill>
                <a:latin typeface="Arial"/>
                <a:ea typeface="Microsoft YaHei"/>
              </a:rPr>
              <a:t>artifacts</a:t>
            </a:r>
          </a:p>
        </p:txBody>
      </p:sp>
      <p:sp>
        <p:nvSpPr>
          <p:cNvPr id="48" name="TextBox 47"/>
          <p:cNvSpPr txBox="1"/>
          <p:nvPr/>
        </p:nvSpPr>
        <p:spPr>
          <a:xfrm>
            <a:off x="762000" y="3940175"/>
            <a:ext cx="2231702"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23364D"/>
                </a:solidFill>
                <a:latin typeface="Arial"/>
                <a:ea typeface="Microsoft YaHei"/>
              </a:rPr>
              <a:t>Commands,</a:t>
            </a:r>
            <a:r>
              <a:rPr sz="1100" b="0">
                <a:solidFill>
                  <a:srgbClr val="23364D"/>
                </a:solidFill>
                <a:latin typeface="Microsoft YaHei"/>
                <a:ea typeface="Microsoft YaHei"/>
              </a:rPr>
              <a:t> </a:t>
            </a:r>
            <a:r>
              <a:rPr sz="1100" b="0">
                <a:solidFill>
                  <a:srgbClr val="23364D"/>
                </a:solidFill>
                <a:latin typeface="Arial"/>
                <a:ea typeface="Microsoft YaHei"/>
              </a:rPr>
              <a:t>faults</a:t>
            </a:r>
            <a:r>
              <a:rPr sz="1100" b="0">
                <a:solidFill>
                  <a:srgbClr val="23364D"/>
                </a:solidFill>
                <a:latin typeface="Microsoft YaHei"/>
                <a:ea typeface="Microsoft YaHei"/>
              </a:rPr>
              <a:t> </a:t>
            </a:r>
            <a:r>
              <a:rPr sz="1100" b="0">
                <a:solidFill>
                  <a:srgbClr val="23364D"/>
                </a:solidFill>
                <a:latin typeface="Arial"/>
                <a:ea typeface="Microsoft YaHei"/>
              </a:rPr>
              <a:t>+</a:t>
            </a:r>
            <a:r>
              <a:rPr sz="1100" b="0">
                <a:solidFill>
                  <a:srgbClr val="23364D"/>
                </a:solidFill>
                <a:latin typeface="Microsoft YaHei"/>
                <a:ea typeface="Microsoft YaHei"/>
              </a:rPr>
              <a:t> </a:t>
            </a:r>
            <a:r>
              <a:rPr sz="1100" b="0">
                <a:solidFill>
                  <a:srgbClr val="23364D"/>
                </a:solidFill>
                <a:latin typeface="Arial"/>
                <a:ea typeface="Microsoft YaHei"/>
              </a:rPr>
              <a:t>recoveries</a:t>
            </a:r>
          </a:p>
        </p:txBody>
      </p:sp>
      <p:sp>
        <p:nvSpPr>
          <p:cNvPr id="49" name="TextBox 48"/>
          <p:cNvSpPr txBox="1"/>
          <p:nvPr/>
        </p:nvSpPr>
        <p:spPr>
          <a:xfrm>
            <a:off x="762000" y="4114800"/>
            <a:ext cx="1689341"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23364D"/>
                </a:solidFill>
                <a:latin typeface="Arial"/>
                <a:ea typeface="Microsoft YaHei"/>
              </a:rPr>
              <a:t>Analyses</a:t>
            </a:r>
            <a:r>
              <a:rPr sz="1100" b="0">
                <a:solidFill>
                  <a:srgbClr val="23364D"/>
                </a:solidFill>
                <a:latin typeface="Microsoft YaHei"/>
                <a:ea typeface="Microsoft YaHei"/>
              </a:rPr>
              <a:t> </a:t>
            </a:r>
            <a:r>
              <a:rPr sz="1100" b="0">
                <a:solidFill>
                  <a:srgbClr val="23364D"/>
                </a:solidFill>
                <a:latin typeface="Arial"/>
                <a:ea typeface="Microsoft YaHei"/>
              </a:rPr>
              <a:t>+</a:t>
            </a:r>
            <a:r>
              <a:rPr sz="1100" b="0">
                <a:solidFill>
                  <a:srgbClr val="23364D"/>
                </a:solidFill>
                <a:latin typeface="Microsoft YaHei"/>
                <a:ea typeface="Microsoft YaHei"/>
              </a:rPr>
              <a:t> </a:t>
            </a:r>
            <a:r>
              <a:rPr sz="1100" b="0">
                <a:solidFill>
                  <a:srgbClr val="23364D"/>
                </a:solidFill>
                <a:latin typeface="Arial"/>
                <a:ea typeface="Microsoft YaHei"/>
              </a:rPr>
              <a:t>provenance</a:t>
            </a:r>
          </a:p>
        </p:txBody>
      </p:sp>
      <p:sp>
        <p:nvSpPr>
          <p:cNvPr id="50" name="TextBox 49"/>
          <p:cNvSpPr txBox="1"/>
          <p:nvPr/>
        </p:nvSpPr>
        <p:spPr>
          <a:xfrm>
            <a:off x="762000" y="4289425"/>
            <a:ext cx="2210420"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23364D"/>
                </a:solidFill>
                <a:latin typeface="Arial"/>
                <a:ea typeface="Microsoft YaHei"/>
              </a:rPr>
              <a:t>Run</a:t>
            </a:r>
            <a:r>
              <a:rPr sz="1100" b="0">
                <a:solidFill>
                  <a:srgbClr val="23364D"/>
                </a:solidFill>
                <a:latin typeface="Microsoft YaHei"/>
                <a:ea typeface="Microsoft YaHei"/>
              </a:rPr>
              <a:t> </a:t>
            </a:r>
            <a:r>
              <a:rPr sz="1100" b="0">
                <a:solidFill>
                  <a:srgbClr val="23364D"/>
                </a:solidFill>
                <a:latin typeface="Arial"/>
                <a:ea typeface="Microsoft YaHei"/>
              </a:rPr>
              <a:t>/</a:t>
            </a:r>
            <a:r>
              <a:rPr sz="1100" b="0">
                <a:solidFill>
                  <a:srgbClr val="23364D"/>
                </a:solidFill>
                <a:latin typeface="Microsoft YaHei"/>
                <a:ea typeface="Microsoft YaHei"/>
              </a:rPr>
              <a:t> </a:t>
            </a:r>
            <a:r>
              <a:rPr sz="1100" b="0">
                <a:solidFill>
                  <a:srgbClr val="23364D"/>
                </a:solidFill>
                <a:latin typeface="Arial"/>
                <a:ea typeface="Microsoft YaHei"/>
              </a:rPr>
              <a:t>setup</a:t>
            </a:r>
            <a:r>
              <a:rPr sz="1100" b="0">
                <a:solidFill>
                  <a:srgbClr val="23364D"/>
                </a:solidFill>
                <a:latin typeface="Microsoft YaHei"/>
                <a:ea typeface="Microsoft YaHei"/>
              </a:rPr>
              <a:t> </a:t>
            </a:r>
            <a:r>
              <a:rPr sz="1100" b="0">
                <a:solidFill>
                  <a:srgbClr val="23364D"/>
                </a:solidFill>
                <a:latin typeface="Arial"/>
                <a:ea typeface="Microsoft YaHei"/>
              </a:rPr>
              <a:t>/</a:t>
            </a:r>
            <a:r>
              <a:rPr sz="1100" b="0">
                <a:solidFill>
                  <a:srgbClr val="23364D"/>
                </a:solidFill>
                <a:latin typeface="Microsoft YaHei"/>
                <a:ea typeface="Microsoft YaHei"/>
              </a:rPr>
              <a:t> </a:t>
            </a:r>
            <a:r>
              <a:rPr sz="1100" b="0">
                <a:solidFill>
                  <a:srgbClr val="23364D"/>
                </a:solidFill>
                <a:latin typeface="Arial"/>
                <a:ea typeface="Microsoft YaHei"/>
              </a:rPr>
              <a:t>capability</a:t>
            </a:r>
            <a:r>
              <a:rPr sz="1100" b="0">
                <a:solidFill>
                  <a:srgbClr val="23364D"/>
                </a:solidFill>
                <a:latin typeface="Microsoft YaHei"/>
                <a:ea typeface="Microsoft YaHei"/>
              </a:rPr>
              <a:t> </a:t>
            </a:r>
            <a:r>
              <a:rPr sz="1100" b="0">
                <a:solidFill>
                  <a:srgbClr val="23364D"/>
                </a:solidFill>
                <a:latin typeface="Arial"/>
                <a:ea typeface="Microsoft YaHei"/>
              </a:rPr>
              <a:t>registry</a:t>
            </a:r>
          </a:p>
        </p:txBody>
      </p:sp>
      <p:sp>
        <p:nvSpPr>
          <p:cNvPr id="51" name="Rounded Rectangle 50"/>
          <p:cNvSpPr/>
          <p:nvPr/>
        </p:nvSpPr>
        <p:spPr>
          <a:xfrm>
            <a:off x="742950" y="4565650"/>
            <a:ext cx="3276600" cy="406400"/>
          </a:xfrm>
          <a:prstGeom prst="roundRect">
            <a:avLst>
              <a:gd name="adj" fmla="val 10937"/>
            </a:avLst>
          </a:prstGeom>
          <a:solidFill>
            <a:srgbClr val="FFFFFF"/>
          </a:solidFill>
          <a:ln w="6350">
            <a:solidFill>
              <a:srgbClr val="BFDC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8200" y="4629150"/>
            <a:ext cx="1668995"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278565"/>
                </a:solidFill>
                <a:latin typeface="Arial"/>
                <a:ea typeface="Microsoft YaHei"/>
              </a:rPr>
              <a:t>Retrieve</a:t>
            </a:r>
            <a:r>
              <a:rPr sz="1000" b="1">
                <a:solidFill>
                  <a:srgbClr val="278565"/>
                </a:solidFill>
                <a:latin typeface="Microsoft YaHei"/>
                <a:ea typeface="Microsoft YaHei"/>
              </a:rPr>
              <a:t> </a:t>
            </a:r>
            <a:r>
              <a:rPr sz="1000" b="1">
                <a:solidFill>
                  <a:srgbClr val="278565"/>
                </a:solidFill>
                <a:latin typeface="Arial"/>
                <a:ea typeface="Microsoft YaHei"/>
              </a:rPr>
              <a:t>→</a:t>
            </a:r>
            <a:r>
              <a:rPr sz="1000" b="1">
                <a:solidFill>
                  <a:srgbClr val="278565"/>
                </a:solidFill>
                <a:latin typeface="Microsoft YaHei"/>
                <a:ea typeface="Microsoft YaHei"/>
              </a:rPr>
              <a:t> </a:t>
            </a:r>
            <a:r>
              <a:rPr sz="1000" b="1">
                <a:solidFill>
                  <a:srgbClr val="278565"/>
                </a:solidFill>
                <a:latin typeface="Arial"/>
                <a:ea typeface="Microsoft YaHei"/>
              </a:rPr>
              <a:t>cite</a:t>
            </a:r>
            <a:r>
              <a:rPr sz="1000" b="1">
                <a:solidFill>
                  <a:srgbClr val="278565"/>
                </a:solidFill>
                <a:latin typeface="Microsoft YaHei"/>
                <a:ea typeface="Microsoft YaHei"/>
              </a:rPr>
              <a:t> </a:t>
            </a:r>
            <a:r>
              <a:rPr sz="1000" b="1">
                <a:solidFill>
                  <a:srgbClr val="278565"/>
                </a:solidFill>
                <a:latin typeface="Arial"/>
                <a:ea typeface="Microsoft YaHei"/>
              </a:rPr>
              <a:t>→</a:t>
            </a:r>
            <a:r>
              <a:rPr sz="1000" b="1">
                <a:solidFill>
                  <a:srgbClr val="278565"/>
                </a:solidFill>
                <a:latin typeface="Microsoft YaHei"/>
                <a:ea typeface="Microsoft YaHei"/>
              </a:rPr>
              <a:t> </a:t>
            </a:r>
            <a:r>
              <a:rPr sz="1000" b="1">
                <a:solidFill>
                  <a:srgbClr val="278565"/>
                </a:solidFill>
                <a:latin typeface="Arial"/>
                <a:ea typeface="Microsoft YaHei"/>
              </a:rPr>
              <a:t>reuse</a:t>
            </a:r>
          </a:p>
        </p:txBody>
      </p:sp>
      <p:sp>
        <p:nvSpPr>
          <p:cNvPr id="53" name="TextBox 52"/>
          <p:cNvSpPr txBox="1"/>
          <p:nvPr/>
        </p:nvSpPr>
        <p:spPr>
          <a:xfrm>
            <a:off x="838200" y="4813300"/>
            <a:ext cx="2297825"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Versioned</a:t>
            </a:r>
            <a:r>
              <a:rPr sz="850" b="0">
                <a:solidFill>
                  <a:srgbClr val="62758C"/>
                </a:solidFill>
                <a:latin typeface="Microsoft YaHei"/>
                <a:ea typeface="Microsoft YaHei"/>
              </a:rPr>
              <a:t> </a:t>
            </a:r>
            <a:r>
              <a:rPr sz="850" b="0">
                <a:solidFill>
                  <a:srgbClr val="62758C"/>
                </a:solidFill>
                <a:latin typeface="Arial"/>
                <a:ea typeface="Microsoft YaHei"/>
              </a:rPr>
              <a:t>records</a:t>
            </a:r>
            <a:r>
              <a:rPr sz="850" b="0">
                <a:solidFill>
                  <a:srgbClr val="62758C"/>
                </a:solidFill>
                <a:latin typeface="Microsoft YaHei"/>
                <a:ea typeface="Microsoft YaHei"/>
              </a:rPr>
              <a:t> </a:t>
            </a:r>
            <a:r>
              <a:rPr sz="850" b="0">
                <a:solidFill>
                  <a:srgbClr val="62758C"/>
                </a:solidFill>
                <a:latin typeface="Arial"/>
                <a:ea typeface="Microsoft YaHei"/>
              </a:rPr>
              <a:t>+</a:t>
            </a:r>
            <a:r>
              <a:rPr sz="850" b="0">
                <a:solidFill>
                  <a:srgbClr val="62758C"/>
                </a:solidFill>
                <a:latin typeface="Microsoft YaHei"/>
                <a:ea typeface="Microsoft YaHei"/>
              </a:rPr>
              <a:t> </a:t>
            </a:r>
            <a:r>
              <a:rPr sz="850" b="0">
                <a:solidFill>
                  <a:srgbClr val="62758C"/>
                </a:solidFill>
                <a:latin typeface="Arial"/>
                <a:ea typeface="Microsoft YaHei"/>
              </a:rPr>
              <a:t>configuration</a:t>
            </a:r>
            <a:r>
              <a:rPr sz="850" b="0">
                <a:solidFill>
                  <a:srgbClr val="62758C"/>
                </a:solidFill>
                <a:latin typeface="Microsoft YaHei"/>
                <a:ea typeface="Microsoft YaHei"/>
              </a:rPr>
              <a:t> </a:t>
            </a:r>
            <a:r>
              <a:rPr sz="850" b="0">
                <a:solidFill>
                  <a:srgbClr val="62758C"/>
                </a:solidFill>
                <a:latin typeface="Arial"/>
                <a:ea typeface="Microsoft YaHei"/>
              </a:rPr>
              <a:t>hashes</a:t>
            </a:r>
          </a:p>
        </p:txBody>
      </p:sp>
      <p:sp>
        <p:nvSpPr>
          <p:cNvPr id="54" name="Rounded Rectangle 53"/>
          <p:cNvSpPr/>
          <p:nvPr/>
        </p:nvSpPr>
        <p:spPr>
          <a:xfrm>
            <a:off x="4572000" y="1968500"/>
            <a:ext cx="7620000" cy="1682750"/>
          </a:xfrm>
          <a:prstGeom prst="roundRect">
            <a:avLst>
              <a:gd name="adj" fmla="val 5660"/>
            </a:avLst>
          </a:prstGeom>
          <a:solidFill>
            <a:srgbClr val="F1ECFC"/>
          </a:solidFill>
          <a:ln w="11430">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11700" y="2082800"/>
            <a:ext cx="3471961" cy="284480"/>
          </a:xfrm>
          <a:prstGeom prst="rect">
            <a:avLst/>
          </a:prstGeom>
          <a:noFill/>
        </p:spPr>
        <p:txBody>
          <a:bodyPr wrap="none" lIns="0" rIns="0" tIns="0" bIns="0">
            <a:spAutoFit/>
          </a:bodyPr>
          <a:lstStyle/>
          <a:p>
            <a:pPr>
              <a:lnSpc>
                <a:spcPts val="2000"/>
              </a:lnSpc>
              <a:spcBef>
                <a:spcPts val="0"/>
              </a:spcBef>
              <a:spcAft>
                <a:spcPts val="0"/>
              </a:spcAft>
            </a:pPr>
            <a:r>
              <a:rPr sz="1600" b="1">
                <a:solidFill>
                  <a:srgbClr val="7653CF"/>
                </a:solidFill>
                <a:latin typeface="Arial"/>
                <a:ea typeface="Microsoft YaHei"/>
              </a:rPr>
              <a:t>Main</a:t>
            </a:r>
            <a:r>
              <a:rPr sz="1600" b="1">
                <a:solidFill>
                  <a:srgbClr val="7653CF"/>
                </a:solidFill>
                <a:latin typeface="Microsoft YaHei"/>
                <a:ea typeface="Microsoft YaHei"/>
              </a:rPr>
              <a:t> </a:t>
            </a:r>
            <a:r>
              <a:rPr sz="1600" b="1">
                <a:solidFill>
                  <a:srgbClr val="7653CF"/>
                </a:solidFill>
                <a:latin typeface="Arial"/>
                <a:ea typeface="Microsoft YaHei"/>
              </a:rPr>
              <a:t>AI</a:t>
            </a:r>
            <a:r>
              <a:rPr sz="1600" b="1">
                <a:solidFill>
                  <a:srgbClr val="7653CF"/>
                </a:solidFill>
                <a:latin typeface="Microsoft YaHei"/>
                <a:ea typeface="Microsoft YaHei"/>
              </a:rPr>
              <a:t> </a:t>
            </a:r>
            <a:r>
              <a:rPr sz="1600" b="1">
                <a:solidFill>
                  <a:srgbClr val="7653CF"/>
                </a:solidFill>
                <a:latin typeface="Arial"/>
                <a:ea typeface="Microsoft YaHei"/>
              </a:rPr>
              <a:t>agent</a:t>
            </a:r>
            <a:r>
              <a:rPr sz="1600" b="1">
                <a:solidFill>
                  <a:srgbClr val="7653CF"/>
                </a:solidFill>
                <a:latin typeface="Microsoft YaHei"/>
                <a:ea typeface="Microsoft YaHei"/>
              </a:rPr>
              <a:t> </a:t>
            </a:r>
            <a:r>
              <a:rPr sz="1600" b="1">
                <a:solidFill>
                  <a:srgbClr val="7653CF"/>
                </a:solidFill>
                <a:latin typeface="Arial"/>
                <a:ea typeface="Microsoft YaHei"/>
              </a:rPr>
              <a:t>/</a:t>
            </a:r>
            <a:r>
              <a:rPr sz="1600" b="1">
                <a:solidFill>
                  <a:srgbClr val="7653CF"/>
                </a:solidFill>
                <a:latin typeface="Microsoft YaHei"/>
                <a:ea typeface="Microsoft YaHei"/>
              </a:rPr>
              <a:t> </a:t>
            </a:r>
            <a:r>
              <a:rPr sz="1600" b="1">
                <a:solidFill>
                  <a:srgbClr val="7653CF"/>
                </a:solidFill>
                <a:latin typeface="Arial"/>
                <a:ea typeface="Microsoft YaHei"/>
              </a:rPr>
              <a:t>control</a:t>
            </a:r>
            <a:r>
              <a:rPr sz="1600" b="1">
                <a:solidFill>
                  <a:srgbClr val="7653CF"/>
                </a:solidFill>
                <a:latin typeface="Microsoft YaHei"/>
                <a:ea typeface="Microsoft YaHei"/>
              </a:rPr>
              <a:t> </a:t>
            </a:r>
            <a:r>
              <a:rPr sz="1600" b="1">
                <a:solidFill>
                  <a:srgbClr val="7653CF"/>
                </a:solidFill>
                <a:latin typeface="Arial"/>
                <a:ea typeface="Microsoft YaHei"/>
              </a:rPr>
              <a:t>system</a:t>
            </a:r>
          </a:p>
        </p:txBody>
      </p:sp>
      <p:sp>
        <p:nvSpPr>
          <p:cNvPr id="56" name="TextBox 55"/>
          <p:cNvSpPr txBox="1"/>
          <p:nvPr/>
        </p:nvSpPr>
        <p:spPr>
          <a:xfrm>
            <a:off x="4724400" y="2330450"/>
            <a:ext cx="5132455" cy="195579"/>
          </a:xfrm>
          <a:prstGeom prst="rect">
            <a:avLst/>
          </a:prstGeom>
          <a:noFill/>
        </p:spPr>
        <p:txBody>
          <a:bodyPr wrap="none" lIns="0" rIns="0" tIns="0" bIns="0">
            <a:spAutoFit/>
          </a:bodyPr>
          <a:lstStyle/>
          <a:p>
            <a:pPr>
              <a:lnSpc>
                <a:spcPts val="1375"/>
              </a:lnSpc>
              <a:spcBef>
                <a:spcPts val="0"/>
              </a:spcBef>
              <a:spcAft>
                <a:spcPts val="0"/>
              </a:spcAft>
            </a:pPr>
            <a:r>
              <a:rPr sz="1100" b="0">
                <a:solidFill>
                  <a:srgbClr val="7653CF"/>
                </a:solidFill>
                <a:latin typeface="Arial"/>
                <a:ea typeface="Microsoft YaHei"/>
              </a:rPr>
              <a:t>Scientific</a:t>
            </a:r>
            <a:r>
              <a:rPr sz="1100" b="0">
                <a:solidFill>
                  <a:srgbClr val="7653CF"/>
                </a:solidFill>
                <a:latin typeface="Microsoft YaHei"/>
                <a:ea typeface="Microsoft YaHei"/>
              </a:rPr>
              <a:t> </a:t>
            </a:r>
            <a:r>
              <a:rPr sz="1100" b="0">
                <a:solidFill>
                  <a:srgbClr val="7653CF"/>
                </a:solidFill>
                <a:latin typeface="Arial"/>
                <a:ea typeface="Microsoft YaHei"/>
              </a:rPr>
              <a:t>objective</a:t>
            </a:r>
            <a:r>
              <a:rPr sz="1100" b="0">
                <a:solidFill>
                  <a:srgbClr val="7653CF"/>
                </a:solidFill>
                <a:latin typeface="Microsoft YaHei"/>
                <a:ea typeface="Microsoft YaHei"/>
              </a:rPr>
              <a:t> </a:t>
            </a:r>
            <a:r>
              <a:rPr sz="1100" b="0">
                <a:solidFill>
                  <a:srgbClr val="7653CF"/>
                </a:solidFill>
                <a:latin typeface="Arial"/>
                <a:ea typeface="Microsoft YaHei"/>
              </a:rPr>
              <a:t>→</a:t>
            </a:r>
            <a:r>
              <a:rPr sz="1100" b="0">
                <a:solidFill>
                  <a:srgbClr val="7653CF"/>
                </a:solidFill>
                <a:latin typeface="Microsoft YaHei"/>
                <a:ea typeface="Microsoft YaHei"/>
              </a:rPr>
              <a:t> </a:t>
            </a:r>
            <a:r>
              <a:rPr sz="1100" b="0">
                <a:solidFill>
                  <a:srgbClr val="7653CF"/>
                </a:solidFill>
                <a:latin typeface="Arial"/>
                <a:ea typeface="Microsoft YaHei"/>
              </a:rPr>
              <a:t>measurement</a:t>
            </a:r>
            <a:r>
              <a:rPr sz="1100" b="0">
                <a:solidFill>
                  <a:srgbClr val="7653CF"/>
                </a:solidFill>
                <a:latin typeface="Microsoft YaHei"/>
                <a:ea typeface="Microsoft YaHei"/>
              </a:rPr>
              <a:t> </a:t>
            </a:r>
            <a:r>
              <a:rPr sz="1100" b="0">
                <a:solidFill>
                  <a:srgbClr val="7653CF"/>
                </a:solidFill>
                <a:latin typeface="Arial"/>
                <a:ea typeface="Microsoft YaHei"/>
              </a:rPr>
              <a:t>strategy</a:t>
            </a:r>
            <a:r>
              <a:rPr sz="1100" b="0">
                <a:solidFill>
                  <a:srgbClr val="7653CF"/>
                </a:solidFill>
                <a:latin typeface="Microsoft YaHei"/>
                <a:ea typeface="Microsoft YaHei"/>
              </a:rPr>
              <a:t> </a:t>
            </a:r>
            <a:r>
              <a:rPr sz="1100" b="0">
                <a:solidFill>
                  <a:srgbClr val="7653CF"/>
                </a:solidFill>
                <a:latin typeface="Arial"/>
                <a:ea typeface="Microsoft YaHei"/>
              </a:rPr>
              <a:t>→</a:t>
            </a:r>
            <a:r>
              <a:rPr sz="1100" b="0">
                <a:solidFill>
                  <a:srgbClr val="7653CF"/>
                </a:solidFill>
                <a:latin typeface="Microsoft YaHei"/>
                <a:ea typeface="Microsoft YaHei"/>
              </a:rPr>
              <a:t> </a:t>
            </a:r>
            <a:r>
              <a:rPr sz="1100" b="0">
                <a:solidFill>
                  <a:srgbClr val="7653CF"/>
                </a:solidFill>
                <a:latin typeface="Arial"/>
                <a:ea typeface="Microsoft YaHei"/>
              </a:rPr>
              <a:t>evidence-based</a:t>
            </a:r>
            <a:r>
              <a:rPr sz="1100" b="0">
                <a:solidFill>
                  <a:srgbClr val="7653CF"/>
                </a:solidFill>
                <a:latin typeface="Microsoft YaHei"/>
                <a:ea typeface="Microsoft YaHei"/>
              </a:rPr>
              <a:t> </a:t>
            </a:r>
            <a:r>
              <a:rPr sz="1100" b="0">
                <a:solidFill>
                  <a:srgbClr val="7653CF"/>
                </a:solidFill>
                <a:latin typeface="Arial"/>
                <a:ea typeface="Microsoft YaHei"/>
              </a:rPr>
              <a:t>next</a:t>
            </a:r>
            <a:r>
              <a:rPr sz="1100" b="0">
                <a:solidFill>
                  <a:srgbClr val="7653CF"/>
                </a:solidFill>
                <a:latin typeface="Microsoft YaHei"/>
                <a:ea typeface="Microsoft YaHei"/>
              </a:rPr>
              <a:t> </a:t>
            </a:r>
            <a:r>
              <a:rPr sz="1100" b="0">
                <a:solidFill>
                  <a:srgbClr val="7653CF"/>
                </a:solidFill>
                <a:latin typeface="Arial"/>
                <a:ea typeface="Microsoft YaHei"/>
              </a:rPr>
              <a:t>step</a:t>
            </a:r>
          </a:p>
        </p:txBody>
      </p:sp>
      <p:sp>
        <p:nvSpPr>
          <p:cNvPr id="57" name="Rounded Rectangle 56"/>
          <p:cNvSpPr/>
          <p:nvPr/>
        </p:nvSpPr>
        <p:spPr>
          <a:xfrm>
            <a:off x="4730750" y="2692400"/>
            <a:ext cx="1682750" cy="419100"/>
          </a:xfrm>
          <a:prstGeom prst="roundRect">
            <a:avLst>
              <a:gd name="adj" fmla="val 13636"/>
            </a:avLst>
          </a:prstGeom>
          <a:solidFill>
            <a:srgbClr val="FFFFFF"/>
          </a:solidFill>
          <a:ln w="9525">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825603" y="2819400"/>
            <a:ext cx="1543843" cy="195579"/>
          </a:xfrm>
          <a:prstGeom prst="rect">
            <a:avLst/>
          </a:prstGeom>
          <a:noFill/>
        </p:spPr>
        <p:txBody>
          <a:bodyPr wrap="none" lIns="0" rIns="0" tIns="0" bIns="0">
            <a:spAutoFit/>
          </a:bodyPr>
          <a:lstStyle/>
          <a:p>
            <a:pPr>
              <a:lnSpc>
                <a:spcPts val="1375"/>
              </a:lnSpc>
              <a:spcBef>
                <a:spcPts val="0"/>
              </a:spcBef>
              <a:spcAft>
                <a:spcPts val="0"/>
              </a:spcAft>
            </a:pPr>
            <a:r>
              <a:rPr sz="1100" b="1">
                <a:solidFill>
                  <a:srgbClr val="7653CF"/>
                </a:solidFill>
                <a:latin typeface="Arial"/>
                <a:ea typeface="Microsoft YaHei"/>
              </a:rPr>
              <a:t>Question</a:t>
            </a:r>
            <a:r>
              <a:rPr sz="1100" b="1">
                <a:solidFill>
                  <a:srgbClr val="7653CF"/>
                </a:solidFill>
                <a:latin typeface="Microsoft YaHei"/>
                <a:ea typeface="Microsoft YaHei"/>
              </a:rPr>
              <a:t> </a:t>
            </a:r>
            <a:r>
              <a:rPr sz="1100" b="1">
                <a:solidFill>
                  <a:srgbClr val="7653CF"/>
                </a:solidFill>
                <a:latin typeface="Arial"/>
                <a:ea typeface="Microsoft YaHei"/>
              </a:rPr>
              <a:t>+</a:t>
            </a:r>
            <a:r>
              <a:rPr sz="1100" b="1">
                <a:solidFill>
                  <a:srgbClr val="7653CF"/>
                </a:solidFill>
                <a:latin typeface="Microsoft YaHei"/>
                <a:ea typeface="Microsoft YaHei"/>
              </a:rPr>
              <a:t> </a:t>
            </a:r>
            <a:r>
              <a:rPr sz="1100" b="1">
                <a:solidFill>
                  <a:srgbClr val="7653CF"/>
                </a:solidFill>
                <a:latin typeface="Arial"/>
                <a:ea typeface="Microsoft YaHei"/>
              </a:rPr>
              <a:t>context</a:t>
            </a:r>
          </a:p>
        </p:txBody>
      </p:sp>
      <p:cxnSp>
        <p:nvCxnSpPr>
          <p:cNvPr id="59" name="Connector 58"/>
          <p:cNvCxnSpPr/>
          <p:nvPr/>
        </p:nvCxnSpPr>
        <p:spPr>
          <a:xfrm>
            <a:off x="6413500" y="2901950"/>
            <a:ext cx="114300" cy="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6477000" y="2882900"/>
            <a:ext cx="50800" cy="38100"/>
          </a:xfrm>
          <a:custGeom>
            <a:avLst/>
            <a:gdLst/>
            <a:ahLst/>
            <a:cxnLst/>
            <a:rect l="l" t="t" r="r" b="b"/>
            <a:pathLst>
              <a:path w="4" h="3">
                <a:moveTo>
                  <a:pt x="4" y="1"/>
                </a:moveTo>
                <a:lnTo>
                  <a:pt x="0" y="0"/>
                </a:lnTo>
                <a:lnTo>
                  <a:pt x="0" y="3"/>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559550" y="2692400"/>
            <a:ext cx="1682750" cy="419100"/>
          </a:xfrm>
          <a:prstGeom prst="roundRect">
            <a:avLst>
              <a:gd name="adj" fmla="val 13636"/>
            </a:avLst>
          </a:prstGeom>
          <a:solidFill>
            <a:srgbClr val="FFFFFF"/>
          </a:solidFill>
          <a:ln w="9525">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47377" y="2819400"/>
            <a:ext cx="1357895" cy="195579"/>
          </a:xfrm>
          <a:prstGeom prst="rect">
            <a:avLst/>
          </a:prstGeom>
          <a:noFill/>
        </p:spPr>
        <p:txBody>
          <a:bodyPr wrap="none" lIns="0" rIns="0" tIns="0" bIns="0">
            <a:spAutoFit/>
          </a:bodyPr>
          <a:lstStyle/>
          <a:p>
            <a:pPr>
              <a:lnSpc>
                <a:spcPts val="1375"/>
              </a:lnSpc>
              <a:spcBef>
                <a:spcPts val="0"/>
              </a:spcBef>
              <a:spcAft>
                <a:spcPts val="0"/>
              </a:spcAft>
            </a:pPr>
            <a:r>
              <a:rPr sz="1100" b="1">
                <a:solidFill>
                  <a:srgbClr val="7653CF"/>
                </a:solidFill>
                <a:latin typeface="Arial"/>
                <a:ea typeface="Microsoft YaHei"/>
              </a:rPr>
              <a:t>Review</a:t>
            </a:r>
            <a:r>
              <a:rPr sz="1100" b="1">
                <a:solidFill>
                  <a:srgbClr val="7653CF"/>
                </a:solidFill>
                <a:latin typeface="Microsoft YaHei"/>
                <a:ea typeface="Microsoft YaHei"/>
              </a:rPr>
              <a:t> </a:t>
            </a:r>
            <a:r>
              <a:rPr sz="1100" b="1">
                <a:solidFill>
                  <a:srgbClr val="7653CF"/>
                </a:solidFill>
                <a:latin typeface="Arial"/>
                <a:ea typeface="Microsoft YaHei"/>
              </a:rPr>
              <a:t>evidence</a:t>
            </a:r>
          </a:p>
        </p:txBody>
      </p:sp>
      <p:cxnSp>
        <p:nvCxnSpPr>
          <p:cNvPr id="63" name="Connector 62"/>
          <p:cNvCxnSpPr/>
          <p:nvPr/>
        </p:nvCxnSpPr>
        <p:spPr>
          <a:xfrm>
            <a:off x="8242300" y="2901950"/>
            <a:ext cx="114300" cy="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64" name="Freeform 63"/>
          <p:cNvSpPr/>
          <p:nvPr/>
        </p:nvSpPr>
        <p:spPr>
          <a:xfrm>
            <a:off x="8305800" y="2882900"/>
            <a:ext cx="50800" cy="38100"/>
          </a:xfrm>
          <a:custGeom>
            <a:avLst/>
            <a:gdLst/>
            <a:ahLst/>
            <a:cxnLst/>
            <a:rect l="l" t="t" r="r" b="b"/>
            <a:pathLst>
              <a:path w="4" h="3">
                <a:moveTo>
                  <a:pt x="4" y="1"/>
                </a:moveTo>
                <a:lnTo>
                  <a:pt x="0" y="0"/>
                </a:lnTo>
                <a:lnTo>
                  <a:pt x="0" y="3"/>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8388350" y="2692400"/>
            <a:ext cx="1682750" cy="419100"/>
          </a:xfrm>
          <a:prstGeom prst="roundRect">
            <a:avLst>
              <a:gd name="adj" fmla="val 13636"/>
            </a:avLst>
          </a:prstGeom>
          <a:solidFill>
            <a:srgbClr val="FFFFFF"/>
          </a:solidFill>
          <a:ln w="9525">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602029" y="2819400"/>
            <a:ext cx="1306190" cy="195579"/>
          </a:xfrm>
          <a:prstGeom prst="rect">
            <a:avLst/>
          </a:prstGeom>
          <a:noFill/>
        </p:spPr>
        <p:txBody>
          <a:bodyPr wrap="none" lIns="0" rIns="0" tIns="0" bIns="0">
            <a:spAutoFit/>
          </a:bodyPr>
          <a:lstStyle/>
          <a:p>
            <a:pPr>
              <a:lnSpc>
                <a:spcPts val="1375"/>
              </a:lnSpc>
              <a:spcBef>
                <a:spcPts val="0"/>
              </a:spcBef>
              <a:spcAft>
                <a:spcPts val="0"/>
              </a:spcAft>
            </a:pPr>
            <a:r>
              <a:rPr sz="1100" b="1">
                <a:solidFill>
                  <a:srgbClr val="7653CF"/>
                </a:solidFill>
                <a:latin typeface="Arial"/>
                <a:ea typeface="Microsoft YaHei"/>
              </a:rPr>
              <a:t>Build</a:t>
            </a:r>
            <a:r>
              <a:rPr sz="1100" b="1">
                <a:solidFill>
                  <a:srgbClr val="7653CF"/>
                </a:solidFill>
                <a:latin typeface="Microsoft YaHei"/>
                <a:ea typeface="Microsoft YaHei"/>
              </a:rPr>
              <a:t> </a:t>
            </a:r>
            <a:r>
              <a:rPr sz="1100" b="1">
                <a:solidFill>
                  <a:srgbClr val="7653CF"/>
                </a:solidFill>
                <a:latin typeface="Arial"/>
                <a:ea typeface="Microsoft YaHei"/>
              </a:rPr>
              <a:t>stage</a:t>
            </a:r>
            <a:r>
              <a:rPr sz="1100" b="1">
                <a:solidFill>
                  <a:srgbClr val="7653CF"/>
                </a:solidFill>
                <a:latin typeface="Microsoft YaHei"/>
                <a:ea typeface="Microsoft YaHei"/>
              </a:rPr>
              <a:t> </a:t>
            </a:r>
            <a:r>
              <a:rPr sz="1100" b="1">
                <a:solidFill>
                  <a:srgbClr val="7653CF"/>
                </a:solidFill>
                <a:latin typeface="Arial"/>
                <a:ea typeface="Microsoft YaHei"/>
              </a:rPr>
              <a:t>plan</a:t>
            </a:r>
          </a:p>
        </p:txBody>
      </p:sp>
      <p:cxnSp>
        <p:nvCxnSpPr>
          <p:cNvPr id="67" name="Connector 66"/>
          <p:cNvCxnSpPr/>
          <p:nvPr/>
        </p:nvCxnSpPr>
        <p:spPr>
          <a:xfrm>
            <a:off x="10071100" y="2901950"/>
            <a:ext cx="114300" cy="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68" name="Freeform 67"/>
          <p:cNvSpPr/>
          <p:nvPr/>
        </p:nvSpPr>
        <p:spPr>
          <a:xfrm>
            <a:off x="10134600" y="2882900"/>
            <a:ext cx="50800" cy="38100"/>
          </a:xfrm>
          <a:custGeom>
            <a:avLst/>
            <a:gdLst/>
            <a:ahLst/>
            <a:cxnLst/>
            <a:rect l="l" t="t" r="r" b="b"/>
            <a:pathLst>
              <a:path w="4" h="3">
                <a:moveTo>
                  <a:pt x="4" y="1"/>
                </a:moveTo>
                <a:lnTo>
                  <a:pt x="0" y="0"/>
                </a:lnTo>
                <a:lnTo>
                  <a:pt x="0" y="3"/>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0217150" y="2692400"/>
            <a:ext cx="1682750" cy="419100"/>
          </a:xfrm>
          <a:prstGeom prst="roundRect">
            <a:avLst>
              <a:gd name="adj" fmla="val 13636"/>
            </a:avLst>
          </a:prstGeom>
          <a:solidFill>
            <a:srgbClr val="FFFFFF"/>
          </a:solidFill>
          <a:ln w="9525">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374042" y="2819400"/>
            <a:ext cx="1419764" cy="195579"/>
          </a:xfrm>
          <a:prstGeom prst="rect">
            <a:avLst/>
          </a:prstGeom>
          <a:noFill/>
        </p:spPr>
        <p:txBody>
          <a:bodyPr wrap="none" lIns="0" rIns="0" tIns="0" bIns="0">
            <a:spAutoFit/>
          </a:bodyPr>
          <a:lstStyle/>
          <a:p>
            <a:pPr>
              <a:lnSpc>
                <a:spcPts val="1375"/>
              </a:lnSpc>
              <a:spcBef>
                <a:spcPts val="0"/>
              </a:spcBef>
              <a:spcAft>
                <a:spcPts val="0"/>
              </a:spcAft>
            </a:pPr>
            <a:r>
              <a:rPr sz="1100" b="1">
                <a:solidFill>
                  <a:srgbClr val="7653CF"/>
                </a:solidFill>
                <a:latin typeface="Arial"/>
                <a:ea typeface="Microsoft YaHei"/>
              </a:rPr>
              <a:t>Interpret</a:t>
            </a:r>
            <a:r>
              <a:rPr sz="1100" b="1">
                <a:solidFill>
                  <a:srgbClr val="7653CF"/>
                </a:solidFill>
                <a:latin typeface="Microsoft YaHei"/>
                <a:ea typeface="Microsoft YaHei"/>
              </a:rPr>
              <a:t> </a:t>
            </a:r>
            <a:r>
              <a:rPr sz="1100" b="1">
                <a:solidFill>
                  <a:srgbClr val="7653CF"/>
                </a:solidFill>
                <a:latin typeface="Arial"/>
                <a:ea typeface="Microsoft YaHei"/>
              </a:rPr>
              <a:t>+</a:t>
            </a:r>
            <a:r>
              <a:rPr sz="1100" b="1">
                <a:solidFill>
                  <a:srgbClr val="7653CF"/>
                </a:solidFill>
                <a:latin typeface="Microsoft YaHei"/>
                <a:ea typeface="Microsoft YaHei"/>
              </a:rPr>
              <a:t> </a:t>
            </a:r>
            <a:r>
              <a:rPr sz="1100" b="1">
                <a:solidFill>
                  <a:srgbClr val="7653CF"/>
                </a:solidFill>
                <a:latin typeface="Arial"/>
                <a:ea typeface="Microsoft YaHei"/>
              </a:rPr>
              <a:t>refine</a:t>
            </a:r>
          </a:p>
        </p:txBody>
      </p:sp>
      <p:sp>
        <p:nvSpPr>
          <p:cNvPr id="71" name="TextBox 70"/>
          <p:cNvSpPr txBox="1"/>
          <p:nvPr/>
        </p:nvSpPr>
        <p:spPr>
          <a:xfrm>
            <a:off x="4737100" y="3302000"/>
            <a:ext cx="5284592" cy="186690"/>
          </a:xfrm>
          <a:prstGeom prst="rect">
            <a:avLst/>
          </a:prstGeom>
          <a:noFill/>
        </p:spPr>
        <p:txBody>
          <a:bodyPr wrap="none" lIns="0" rIns="0" tIns="0" bIns="0">
            <a:spAutoFit/>
          </a:bodyPr>
          <a:lstStyle/>
          <a:p>
            <a:pPr>
              <a:lnSpc>
                <a:spcPts val="1312"/>
              </a:lnSpc>
              <a:spcBef>
                <a:spcPts val="0"/>
              </a:spcBef>
              <a:spcAft>
                <a:spcPts val="0"/>
              </a:spcAft>
            </a:pPr>
            <a:r>
              <a:rPr sz="1050" b="0">
                <a:solidFill>
                  <a:srgbClr val="7653CF"/>
                </a:solidFill>
                <a:latin typeface="Arial"/>
                <a:ea typeface="Microsoft YaHei"/>
              </a:rPr>
              <a:t>Delegate</a:t>
            </a:r>
            <a:r>
              <a:rPr sz="1050" b="0">
                <a:solidFill>
                  <a:srgbClr val="7653CF"/>
                </a:solidFill>
                <a:latin typeface="Microsoft YaHei"/>
                <a:ea typeface="Microsoft YaHei"/>
              </a:rPr>
              <a:t> </a:t>
            </a:r>
            <a:r>
              <a:rPr sz="1050" b="0">
                <a:solidFill>
                  <a:srgbClr val="7653CF"/>
                </a:solidFill>
                <a:latin typeface="Arial"/>
                <a:ea typeface="Microsoft YaHei"/>
              </a:rPr>
              <a:t>specialist</a:t>
            </a:r>
            <a:r>
              <a:rPr sz="1050" b="0">
                <a:solidFill>
                  <a:srgbClr val="7653CF"/>
                </a:solidFill>
                <a:latin typeface="Microsoft YaHei"/>
                <a:ea typeface="Microsoft YaHei"/>
              </a:rPr>
              <a:t> </a:t>
            </a:r>
            <a:r>
              <a:rPr sz="1050" b="0">
                <a:solidFill>
                  <a:srgbClr val="7653CF"/>
                </a:solidFill>
                <a:latin typeface="Arial"/>
                <a:ea typeface="Microsoft YaHei"/>
              </a:rPr>
              <a:t>work</a:t>
            </a:r>
            <a:r>
              <a:rPr sz="1050" b="0">
                <a:solidFill>
                  <a:srgbClr val="7653CF"/>
                </a:solidFill>
                <a:latin typeface="Microsoft YaHei"/>
                <a:ea typeface="Microsoft YaHei"/>
              </a:rPr>
              <a:t> </a:t>
            </a:r>
            <a:r>
              <a:rPr sz="1050" b="0">
                <a:solidFill>
                  <a:srgbClr val="7653CF"/>
                </a:solidFill>
                <a:latin typeface="Arial"/>
                <a:ea typeface="Microsoft YaHei"/>
              </a:rPr>
              <a:t>•</a:t>
            </a:r>
            <a:r>
              <a:rPr sz="1050" b="0">
                <a:solidFill>
                  <a:srgbClr val="7653CF"/>
                </a:solidFill>
                <a:latin typeface="Microsoft YaHei"/>
                <a:ea typeface="Microsoft YaHei"/>
              </a:rPr>
              <a:t> </a:t>
            </a:r>
            <a:r>
              <a:rPr sz="1050" b="0">
                <a:solidFill>
                  <a:srgbClr val="7653CF"/>
                </a:solidFill>
                <a:latin typeface="Arial"/>
                <a:ea typeface="Microsoft YaHei"/>
              </a:rPr>
              <a:t>compare</a:t>
            </a:r>
            <a:r>
              <a:rPr sz="1050" b="0">
                <a:solidFill>
                  <a:srgbClr val="7653CF"/>
                </a:solidFill>
                <a:latin typeface="Microsoft YaHei"/>
                <a:ea typeface="Microsoft YaHei"/>
              </a:rPr>
              <a:t> </a:t>
            </a:r>
            <a:r>
              <a:rPr sz="1050" b="0">
                <a:solidFill>
                  <a:srgbClr val="7653CF"/>
                </a:solidFill>
                <a:latin typeface="Arial"/>
                <a:ea typeface="Microsoft YaHei"/>
              </a:rPr>
              <a:t>controls</a:t>
            </a:r>
            <a:r>
              <a:rPr sz="1050" b="0">
                <a:solidFill>
                  <a:srgbClr val="7653CF"/>
                </a:solidFill>
                <a:latin typeface="Microsoft YaHei"/>
                <a:ea typeface="Microsoft YaHei"/>
              </a:rPr>
              <a:t> </a:t>
            </a:r>
            <a:r>
              <a:rPr sz="1050" b="0">
                <a:solidFill>
                  <a:srgbClr val="7653CF"/>
                </a:solidFill>
                <a:latin typeface="Arial"/>
                <a:ea typeface="Microsoft YaHei"/>
              </a:rPr>
              <a:t>•</a:t>
            </a:r>
            <a:r>
              <a:rPr sz="1050" b="0">
                <a:solidFill>
                  <a:srgbClr val="7653CF"/>
                </a:solidFill>
                <a:latin typeface="Microsoft YaHei"/>
                <a:ea typeface="Microsoft YaHei"/>
              </a:rPr>
              <a:t> </a:t>
            </a:r>
            <a:r>
              <a:rPr sz="1050" b="0">
                <a:solidFill>
                  <a:srgbClr val="7653CF"/>
                </a:solidFill>
                <a:latin typeface="Arial"/>
                <a:ea typeface="Microsoft YaHei"/>
              </a:rPr>
              <a:t>propose</a:t>
            </a:r>
            <a:r>
              <a:rPr sz="1050" b="0">
                <a:solidFill>
                  <a:srgbClr val="7653CF"/>
                </a:solidFill>
                <a:latin typeface="Microsoft YaHei"/>
                <a:ea typeface="Microsoft YaHei"/>
              </a:rPr>
              <a:t> </a:t>
            </a:r>
            <a:r>
              <a:rPr sz="1050" b="0">
                <a:solidFill>
                  <a:srgbClr val="7653CF"/>
                </a:solidFill>
                <a:latin typeface="Arial"/>
                <a:ea typeface="Microsoft YaHei"/>
              </a:rPr>
              <a:t>the</a:t>
            </a:r>
            <a:r>
              <a:rPr sz="1050" b="0">
                <a:solidFill>
                  <a:srgbClr val="7653CF"/>
                </a:solidFill>
                <a:latin typeface="Microsoft YaHei"/>
                <a:ea typeface="Microsoft YaHei"/>
              </a:rPr>
              <a:t> </a:t>
            </a:r>
            <a:r>
              <a:rPr sz="1050" b="0">
                <a:solidFill>
                  <a:srgbClr val="7653CF"/>
                </a:solidFill>
                <a:latin typeface="Arial"/>
                <a:ea typeface="Microsoft YaHei"/>
              </a:rPr>
              <a:t>next</a:t>
            </a:r>
            <a:r>
              <a:rPr sz="1050" b="0">
                <a:solidFill>
                  <a:srgbClr val="7653CF"/>
                </a:solidFill>
                <a:latin typeface="Microsoft YaHei"/>
                <a:ea typeface="Microsoft YaHei"/>
              </a:rPr>
              <a:t> </a:t>
            </a:r>
            <a:r>
              <a:rPr sz="1050" b="0">
                <a:solidFill>
                  <a:srgbClr val="7653CF"/>
                </a:solidFill>
                <a:latin typeface="Arial"/>
                <a:ea typeface="Microsoft YaHei"/>
              </a:rPr>
              <a:t>scientific</a:t>
            </a:r>
            <a:r>
              <a:rPr sz="1050" b="0">
                <a:solidFill>
                  <a:srgbClr val="7653CF"/>
                </a:solidFill>
                <a:latin typeface="Microsoft YaHei"/>
                <a:ea typeface="Microsoft YaHei"/>
              </a:rPr>
              <a:t> </a:t>
            </a:r>
            <a:r>
              <a:rPr sz="1050" b="0">
                <a:solidFill>
                  <a:srgbClr val="7653CF"/>
                </a:solidFill>
                <a:latin typeface="Arial"/>
                <a:ea typeface="Microsoft YaHei"/>
              </a:rPr>
              <a:t>stage</a:t>
            </a:r>
          </a:p>
        </p:txBody>
      </p:sp>
      <p:cxnSp>
        <p:nvCxnSpPr>
          <p:cNvPr id="72" name="Connector 71"/>
          <p:cNvCxnSpPr/>
          <p:nvPr/>
        </p:nvCxnSpPr>
        <p:spPr>
          <a:xfrm>
            <a:off x="4159250" y="2838450"/>
            <a:ext cx="412750" cy="0"/>
          </a:xfrm>
          <a:prstGeom prst="line">
            <a:avLst/>
          </a:prstGeom>
          <a:ln w="13970">
            <a:solidFill>
              <a:srgbClr val="278565"/>
            </a:solidFill>
          </a:ln>
        </p:spPr>
        <p:style>
          <a:lnRef idx="2">
            <a:schemeClr val="accent1"/>
          </a:lnRef>
          <a:fillRef idx="0">
            <a:schemeClr val="accent1"/>
          </a:fillRef>
          <a:effectRef idx="1">
            <a:schemeClr val="accent1"/>
          </a:effectRef>
          <a:fontRef idx="minor">
            <a:schemeClr val="tx1"/>
          </a:fontRef>
        </p:style>
      </p:cxnSp>
      <p:sp>
        <p:nvSpPr>
          <p:cNvPr id="73" name="Freeform 72"/>
          <p:cNvSpPr/>
          <p:nvPr/>
        </p:nvSpPr>
        <p:spPr>
          <a:xfrm>
            <a:off x="4521200" y="2819400"/>
            <a:ext cx="50800" cy="38100"/>
          </a:xfrm>
          <a:custGeom>
            <a:avLst/>
            <a:gdLst/>
            <a:ahLst/>
            <a:cxnLst/>
            <a:rect l="l" t="t" r="r" b="b"/>
            <a:pathLst>
              <a:path w="4" h="3">
                <a:moveTo>
                  <a:pt x="4" y="2"/>
                </a:moveTo>
                <a:lnTo>
                  <a:pt x="0" y="0"/>
                </a:lnTo>
                <a:lnTo>
                  <a:pt x="0" y="3"/>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flipH="1">
            <a:off x="4159250" y="2946400"/>
            <a:ext cx="412750" cy="0"/>
          </a:xfrm>
          <a:prstGeom prst="line">
            <a:avLst/>
          </a:prstGeom>
          <a:ln w="13970">
            <a:solidFill>
              <a:srgbClr val="278565"/>
            </a:solidFill>
          </a:ln>
        </p:spPr>
        <p:style>
          <a:lnRef idx="2">
            <a:schemeClr val="accent1"/>
          </a:lnRef>
          <a:fillRef idx="0">
            <a:schemeClr val="accent1"/>
          </a:fillRef>
          <a:effectRef idx="1">
            <a:schemeClr val="accent1"/>
          </a:effectRef>
          <a:fontRef idx="minor">
            <a:schemeClr val="tx1"/>
          </a:fontRef>
        </p:style>
      </p:cxnSp>
      <p:sp>
        <p:nvSpPr>
          <p:cNvPr id="75" name="Freeform 74"/>
          <p:cNvSpPr/>
          <p:nvPr/>
        </p:nvSpPr>
        <p:spPr>
          <a:xfrm>
            <a:off x="4165600" y="2921000"/>
            <a:ext cx="50800" cy="50800"/>
          </a:xfrm>
          <a:custGeom>
            <a:avLst/>
            <a:gdLst/>
            <a:ahLst/>
            <a:cxnLst/>
            <a:rect l="l" t="t" r="r" b="b"/>
            <a:pathLst>
              <a:path w="4" h="4">
                <a:moveTo>
                  <a:pt x="0" y="2"/>
                </a:moveTo>
                <a:lnTo>
                  <a:pt x="4" y="4"/>
                </a:lnTo>
                <a:lnTo>
                  <a:pt x="4" y="0"/>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233654" y="2616200"/>
            <a:ext cx="321090"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278565"/>
                </a:solidFill>
                <a:latin typeface="Arial"/>
                <a:ea typeface="Microsoft YaHei"/>
              </a:rPr>
              <a:t>RAG</a:t>
            </a:r>
          </a:p>
        </p:txBody>
      </p:sp>
      <p:sp>
        <p:nvSpPr>
          <p:cNvPr id="77" name="Rounded Rectangle 76"/>
          <p:cNvSpPr/>
          <p:nvPr/>
        </p:nvSpPr>
        <p:spPr>
          <a:xfrm>
            <a:off x="12509500" y="1968500"/>
            <a:ext cx="3143250" cy="1682750"/>
          </a:xfrm>
          <a:prstGeom prst="roundRect">
            <a:avLst>
              <a:gd name="adj" fmla="val 5660"/>
            </a:avLst>
          </a:prstGeom>
          <a:solidFill>
            <a:srgbClr val="F1ECFC"/>
          </a:solidFill>
          <a:ln w="11430">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2649200" y="2082800"/>
            <a:ext cx="2114562" cy="240029"/>
          </a:xfrm>
          <a:prstGeom prst="rect">
            <a:avLst/>
          </a:prstGeom>
          <a:noFill/>
        </p:spPr>
        <p:txBody>
          <a:bodyPr wrap="none" lIns="0" rIns="0" tIns="0" bIns="0">
            <a:spAutoFit/>
          </a:bodyPr>
          <a:lstStyle/>
          <a:p>
            <a:pPr>
              <a:lnSpc>
                <a:spcPts val="1687"/>
              </a:lnSpc>
              <a:spcBef>
                <a:spcPts val="0"/>
              </a:spcBef>
              <a:spcAft>
                <a:spcPts val="0"/>
              </a:spcAft>
            </a:pPr>
            <a:r>
              <a:rPr sz="1350" b="1">
                <a:solidFill>
                  <a:srgbClr val="7653CF"/>
                </a:solidFill>
                <a:latin typeface="Arial"/>
                <a:ea typeface="Microsoft YaHei"/>
              </a:rPr>
              <a:t>Specialist</a:t>
            </a:r>
            <a:r>
              <a:rPr sz="1350" b="1">
                <a:solidFill>
                  <a:srgbClr val="7653CF"/>
                </a:solidFill>
                <a:latin typeface="Microsoft YaHei"/>
                <a:ea typeface="Microsoft YaHei"/>
              </a:rPr>
              <a:t> </a:t>
            </a:r>
            <a:r>
              <a:rPr sz="1350" b="1">
                <a:solidFill>
                  <a:srgbClr val="7653CF"/>
                </a:solidFill>
                <a:latin typeface="Arial"/>
                <a:ea typeface="Microsoft YaHei"/>
              </a:rPr>
              <a:t>sub-agents</a:t>
            </a:r>
          </a:p>
        </p:txBody>
      </p:sp>
      <p:sp>
        <p:nvSpPr>
          <p:cNvPr id="79" name="Rounded Rectangle 78"/>
          <p:cNvSpPr/>
          <p:nvPr/>
        </p:nvSpPr>
        <p:spPr>
          <a:xfrm>
            <a:off x="12649200" y="2330450"/>
            <a:ext cx="2863850" cy="165100"/>
          </a:xfrm>
          <a:prstGeom prst="roundRect">
            <a:avLst>
              <a:gd name="adj" fmla="val 19230"/>
            </a:avLst>
          </a:prstGeom>
          <a:solidFill>
            <a:srgbClr val="FFFFFF"/>
          </a:solidFill>
          <a:ln w="6350">
            <a:solidFill>
              <a:srgbClr val="C9B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2738100" y="2343150"/>
            <a:ext cx="1239620"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7653CF"/>
                </a:solidFill>
                <a:latin typeface="Arial"/>
                <a:ea typeface="Microsoft YaHei"/>
              </a:rPr>
              <a:t>Literature</a:t>
            </a:r>
            <a:r>
              <a:rPr sz="900" b="0">
                <a:solidFill>
                  <a:srgbClr val="7653CF"/>
                </a:solidFill>
                <a:latin typeface="Microsoft YaHei"/>
                <a:ea typeface="Microsoft YaHei"/>
              </a:rPr>
              <a:t> </a:t>
            </a:r>
            <a:r>
              <a:rPr sz="900" b="0">
                <a:solidFill>
                  <a:srgbClr val="7653CF"/>
                </a:solidFill>
                <a:latin typeface="Arial"/>
                <a:ea typeface="Microsoft YaHei"/>
              </a:rPr>
              <a:t>/</a:t>
            </a:r>
            <a:r>
              <a:rPr sz="900" b="0">
                <a:solidFill>
                  <a:srgbClr val="7653CF"/>
                </a:solidFill>
                <a:latin typeface="Microsoft YaHei"/>
                <a:ea typeface="Microsoft YaHei"/>
              </a:rPr>
              <a:t> </a:t>
            </a:r>
            <a:r>
              <a:rPr sz="900" b="0">
                <a:solidFill>
                  <a:srgbClr val="7653CF"/>
                </a:solidFill>
                <a:latin typeface="Arial"/>
                <a:ea typeface="Microsoft YaHei"/>
              </a:rPr>
              <a:t>protocols</a:t>
            </a:r>
          </a:p>
        </p:txBody>
      </p:sp>
      <p:sp>
        <p:nvSpPr>
          <p:cNvPr id="81" name="Rounded Rectangle 80"/>
          <p:cNvSpPr/>
          <p:nvPr/>
        </p:nvSpPr>
        <p:spPr>
          <a:xfrm>
            <a:off x="12649200" y="2527300"/>
            <a:ext cx="2863850" cy="165100"/>
          </a:xfrm>
          <a:prstGeom prst="roundRect">
            <a:avLst>
              <a:gd name="adj" fmla="val 19230"/>
            </a:avLst>
          </a:prstGeom>
          <a:solidFill>
            <a:srgbClr val="FFFFFF"/>
          </a:solidFill>
          <a:ln w="6350">
            <a:solidFill>
              <a:srgbClr val="C9B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2738100" y="2540000"/>
            <a:ext cx="1298723"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7653CF"/>
                </a:solidFill>
                <a:latin typeface="Arial"/>
                <a:ea typeface="Microsoft YaHei"/>
              </a:rPr>
              <a:t>Planning</a:t>
            </a:r>
            <a:r>
              <a:rPr sz="900" b="0">
                <a:solidFill>
                  <a:srgbClr val="7653CF"/>
                </a:solidFill>
                <a:latin typeface="Microsoft YaHei"/>
                <a:ea typeface="Microsoft YaHei"/>
              </a:rPr>
              <a:t> </a:t>
            </a:r>
            <a:r>
              <a:rPr sz="900" b="0">
                <a:solidFill>
                  <a:srgbClr val="7653CF"/>
                </a:solidFill>
                <a:latin typeface="Arial"/>
                <a:ea typeface="Microsoft YaHei"/>
              </a:rPr>
              <a:t>/</a:t>
            </a:r>
            <a:r>
              <a:rPr sz="900" b="0">
                <a:solidFill>
                  <a:srgbClr val="7653CF"/>
                </a:solidFill>
                <a:latin typeface="Microsoft YaHei"/>
                <a:ea typeface="Microsoft YaHei"/>
              </a:rPr>
              <a:t> </a:t>
            </a:r>
            <a:r>
              <a:rPr sz="900" b="0">
                <a:solidFill>
                  <a:srgbClr val="7653CF"/>
                </a:solidFill>
                <a:latin typeface="Arial"/>
                <a:ea typeface="Microsoft YaHei"/>
              </a:rPr>
              <a:t>sequencing</a:t>
            </a:r>
          </a:p>
        </p:txBody>
      </p:sp>
      <p:sp>
        <p:nvSpPr>
          <p:cNvPr id="83" name="Rounded Rectangle 82"/>
          <p:cNvSpPr/>
          <p:nvPr/>
        </p:nvSpPr>
        <p:spPr>
          <a:xfrm>
            <a:off x="12649200" y="2724150"/>
            <a:ext cx="2863850" cy="165100"/>
          </a:xfrm>
          <a:prstGeom prst="roundRect">
            <a:avLst>
              <a:gd name="adj" fmla="val 19230"/>
            </a:avLst>
          </a:prstGeom>
          <a:solidFill>
            <a:srgbClr val="FFFFFF"/>
          </a:solidFill>
          <a:ln w="6350">
            <a:solidFill>
              <a:srgbClr val="C9B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2738100" y="2736850"/>
            <a:ext cx="958446"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7653CF"/>
                </a:solidFill>
                <a:latin typeface="Arial"/>
                <a:ea typeface="Microsoft YaHei"/>
              </a:rPr>
              <a:t>Analysis</a:t>
            </a:r>
            <a:r>
              <a:rPr sz="900" b="0">
                <a:solidFill>
                  <a:srgbClr val="7653CF"/>
                </a:solidFill>
                <a:latin typeface="Microsoft YaHei"/>
                <a:ea typeface="Microsoft YaHei"/>
              </a:rPr>
              <a:t> </a:t>
            </a:r>
            <a:r>
              <a:rPr sz="900" b="0">
                <a:solidFill>
                  <a:srgbClr val="7653CF"/>
                </a:solidFill>
                <a:latin typeface="Arial"/>
                <a:ea typeface="Microsoft YaHei"/>
              </a:rPr>
              <a:t>/</a:t>
            </a:r>
            <a:r>
              <a:rPr sz="900" b="0">
                <a:solidFill>
                  <a:srgbClr val="7653CF"/>
                </a:solidFill>
                <a:latin typeface="Microsoft YaHei"/>
                <a:ea typeface="Microsoft YaHei"/>
              </a:rPr>
              <a:t> </a:t>
            </a:r>
            <a:r>
              <a:rPr sz="900" b="0">
                <a:solidFill>
                  <a:srgbClr val="7653CF"/>
                </a:solidFill>
                <a:latin typeface="Arial"/>
                <a:ea typeface="Microsoft YaHei"/>
              </a:rPr>
              <a:t>fitting</a:t>
            </a:r>
          </a:p>
        </p:txBody>
      </p:sp>
      <p:sp>
        <p:nvSpPr>
          <p:cNvPr id="85" name="Rounded Rectangle 84"/>
          <p:cNvSpPr/>
          <p:nvPr/>
        </p:nvSpPr>
        <p:spPr>
          <a:xfrm>
            <a:off x="12649200" y="2921000"/>
            <a:ext cx="2863850" cy="165100"/>
          </a:xfrm>
          <a:prstGeom prst="roundRect">
            <a:avLst>
              <a:gd name="adj" fmla="val 19230"/>
            </a:avLst>
          </a:prstGeom>
          <a:solidFill>
            <a:srgbClr val="FFFFFF"/>
          </a:solidFill>
          <a:ln w="6350">
            <a:solidFill>
              <a:srgbClr val="C9B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2738100" y="2933700"/>
            <a:ext cx="1399350"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7653CF"/>
                </a:solidFill>
                <a:latin typeface="Arial"/>
                <a:ea typeface="Microsoft YaHei"/>
              </a:rPr>
              <a:t>Interpretation</a:t>
            </a:r>
            <a:r>
              <a:rPr sz="900" b="0">
                <a:solidFill>
                  <a:srgbClr val="7653CF"/>
                </a:solidFill>
                <a:latin typeface="Microsoft YaHei"/>
                <a:ea typeface="Microsoft YaHei"/>
              </a:rPr>
              <a:t> </a:t>
            </a:r>
            <a:r>
              <a:rPr sz="900" b="0">
                <a:solidFill>
                  <a:srgbClr val="7653CF"/>
                </a:solidFill>
                <a:latin typeface="Arial"/>
                <a:ea typeface="Microsoft YaHei"/>
              </a:rPr>
              <a:t>/</a:t>
            </a:r>
            <a:r>
              <a:rPr sz="900" b="0">
                <a:solidFill>
                  <a:srgbClr val="7653CF"/>
                </a:solidFill>
                <a:latin typeface="Microsoft YaHei"/>
                <a:ea typeface="Microsoft YaHei"/>
              </a:rPr>
              <a:t> </a:t>
            </a:r>
            <a:r>
              <a:rPr sz="900" b="0">
                <a:solidFill>
                  <a:srgbClr val="7653CF"/>
                </a:solidFill>
                <a:latin typeface="Arial"/>
                <a:ea typeface="Microsoft YaHei"/>
              </a:rPr>
              <a:t>controls</a:t>
            </a:r>
          </a:p>
        </p:txBody>
      </p:sp>
      <p:sp>
        <p:nvSpPr>
          <p:cNvPr id="87" name="Rounded Rectangle 86"/>
          <p:cNvSpPr/>
          <p:nvPr/>
        </p:nvSpPr>
        <p:spPr>
          <a:xfrm>
            <a:off x="12649200" y="3117850"/>
            <a:ext cx="2863850" cy="165100"/>
          </a:xfrm>
          <a:prstGeom prst="roundRect">
            <a:avLst>
              <a:gd name="adj" fmla="val 19230"/>
            </a:avLst>
          </a:prstGeom>
          <a:solidFill>
            <a:srgbClr val="FFFFFF"/>
          </a:solidFill>
          <a:ln w="6350">
            <a:solidFill>
              <a:srgbClr val="C9B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2738100" y="3130550"/>
            <a:ext cx="978036"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7653CF"/>
                </a:solidFill>
                <a:latin typeface="Arial"/>
                <a:ea typeface="Microsoft YaHei"/>
              </a:rPr>
              <a:t>Troubleshooting</a:t>
            </a:r>
          </a:p>
        </p:txBody>
      </p:sp>
      <p:sp>
        <p:nvSpPr>
          <p:cNvPr id="89" name="Rounded Rectangle 88"/>
          <p:cNvSpPr/>
          <p:nvPr/>
        </p:nvSpPr>
        <p:spPr>
          <a:xfrm>
            <a:off x="12649200" y="3314700"/>
            <a:ext cx="2863850" cy="165100"/>
          </a:xfrm>
          <a:prstGeom prst="roundRect">
            <a:avLst>
              <a:gd name="adj" fmla="val 19230"/>
            </a:avLst>
          </a:prstGeom>
          <a:solidFill>
            <a:srgbClr val="FFFFFF"/>
          </a:solidFill>
          <a:ln w="6350">
            <a:solidFill>
              <a:srgbClr val="C9B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2738100" y="3327400"/>
            <a:ext cx="1299505"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7653CF"/>
                </a:solidFill>
                <a:latin typeface="Arial"/>
                <a:ea typeface="Microsoft YaHei"/>
              </a:rPr>
              <a:t>Code</a:t>
            </a:r>
            <a:r>
              <a:rPr sz="900" b="0">
                <a:solidFill>
                  <a:srgbClr val="7653CF"/>
                </a:solidFill>
                <a:latin typeface="Microsoft YaHei"/>
                <a:ea typeface="Microsoft YaHei"/>
              </a:rPr>
              <a:t> </a:t>
            </a:r>
            <a:r>
              <a:rPr sz="900" b="0">
                <a:solidFill>
                  <a:srgbClr val="7653CF"/>
                </a:solidFill>
                <a:latin typeface="Arial"/>
                <a:ea typeface="Microsoft YaHei"/>
              </a:rPr>
              <a:t>/</a:t>
            </a:r>
            <a:r>
              <a:rPr sz="900" b="0">
                <a:solidFill>
                  <a:srgbClr val="7653CF"/>
                </a:solidFill>
                <a:latin typeface="Microsoft YaHei"/>
                <a:ea typeface="Microsoft YaHei"/>
              </a:rPr>
              <a:t> </a:t>
            </a:r>
            <a:r>
              <a:rPr sz="900" b="0">
                <a:solidFill>
                  <a:srgbClr val="7653CF"/>
                </a:solidFill>
                <a:latin typeface="Arial"/>
                <a:ea typeface="Microsoft YaHei"/>
              </a:rPr>
              <a:t>adapter</a:t>
            </a:r>
            <a:r>
              <a:rPr sz="900" b="0">
                <a:solidFill>
                  <a:srgbClr val="7653CF"/>
                </a:solidFill>
                <a:latin typeface="Microsoft YaHei"/>
                <a:ea typeface="Microsoft YaHei"/>
              </a:rPr>
              <a:t> </a:t>
            </a:r>
            <a:r>
              <a:rPr sz="900" b="0">
                <a:solidFill>
                  <a:srgbClr val="7653CF"/>
                </a:solidFill>
                <a:latin typeface="Arial"/>
                <a:ea typeface="Microsoft YaHei"/>
              </a:rPr>
              <a:t>review</a:t>
            </a:r>
          </a:p>
        </p:txBody>
      </p:sp>
      <p:cxnSp>
        <p:nvCxnSpPr>
          <p:cNvPr id="91" name="Connector 90"/>
          <p:cNvCxnSpPr/>
          <p:nvPr/>
        </p:nvCxnSpPr>
        <p:spPr>
          <a:xfrm>
            <a:off x="12192000" y="2717800"/>
            <a:ext cx="317500" cy="0"/>
          </a:xfrm>
          <a:prstGeom prst="line">
            <a:avLst/>
          </a:prstGeom>
          <a:ln w="13970">
            <a:solidFill>
              <a:srgbClr val="7653CF"/>
            </a:solidFill>
          </a:ln>
        </p:spPr>
        <p:style>
          <a:lnRef idx="2">
            <a:schemeClr val="accent1"/>
          </a:lnRef>
          <a:fillRef idx="0">
            <a:schemeClr val="accent1"/>
          </a:fillRef>
          <a:effectRef idx="1">
            <a:schemeClr val="accent1"/>
          </a:effectRef>
          <a:fontRef idx="minor">
            <a:schemeClr val="tx1"/>
          </a:fontRef>
        </p:style>
      </p:cxnSp>
      <p:sp>
        <p:nvSpPr>
          <p:cNvPr id="92" name="Freeform 91"/>
          <p:cNvSpPr/>
          <p:nvPr/>
        </p:nvSpPr>
        <p:spPr>
          <a:xfrm>
            <a:off x="12458700" y="2692400"/>
            <a:ext cx="50800" cy="50800"/>
          </a:xfrm>
          <a:custGeom>
            <a:avLst/>
            <a:gdLst/>
            <a:ahLst/>
            <a:cxnLst/>
            <a:rect l="l" t="t" r="r" b="b"/>
            <a:pathLst>
              <a:path w="4" h="4">
                <a:moveTo>
                  <a:pt x="4" y="2"/>
                </a:moveTo>
                <a:lnTo>
                  <a:pt x="0" y="0"/>
                </a:lnTo>
                <a:lnTo>
                  <a:pt x="0" y="4"/>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flipH="1">
            <a:off x="12192000" y="2844800"/>
            <a:ext cx="317500" cy="0"/>
          </a:xfrm>
          <a:prstGeom prst="line">
            <a:avLst/>
          </a:prstGeom>
          <a:ln w="13970">
            <a:solidFill>
              <a:srgbClr val="7653CF"/>
            </a:solidFill>
          </a:ln>
        </p:spPr>
        <p:style>
          <a:lnRef idx="2">
            <a:schemeClr val="accent1"/>
          </a:lnRef>
          <a:fillRef idx="0">
            <a:schemeClr val="accent1"/>
          </a:fillRef>
          <a:effectRef idx="1">
            <a:schemeClr val="accent1"/>
          </a:effectRef>
          <a:fontRef idx="minor">
            <a:schemeClr val="tx1"/>
          </a:fontRef>
        </p:style>
      </p:cxnSp>
      <p:sp>
        <p:nvSpPr>
          <p:cNvPr id="94" name="Freeform 93"/>
          <p:cNvSpPr/>
          <p:nvPr/>
        </p:nvSpPr>
        <p:spPr>
          <a:xfrm>
            <a:off x="12192000" y="2819400"/>
            <a:ext cx="50800" cy="50800"/>
          </a:xfrm>
          <a:custGeom>
            <a:avLst/>
            <a:gdLst/>
            <a:ahLst/>
            <a:cxnLst/>
            <a:rect l="l" t="t" r="r" b="b"/>
            <a:pathLst>
              <a:path w="4" h="4">
                <a:moveTo>
                  <a:pt x="0" y="2"/>
                </a:moveTo>
                <a:lnTo>
                  <a:pt x="4" y="4"/>
                </a:lnTo>
                <a:lnTo>
                  <a:pt x="4"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6604000" y="3651250"/>
            <a:ext cx="0" cy="412750"/>
          </a:xfrm>
          <a:prstGeom prst="line">
            <a:avLst/>
          </a:prstGeom>
          <a:ln w="17780">
            <a:solidFill>
              <a:srgbClr val="7653CF"/>
            </a:solidFill>
          </a:ln>
        </p:spPr>
        <p:style>
          <a:lnRef idx="2">
            <a:schemeClr val="accent1"/>
          </a:lnRef>
          <a:fillRef idx="0">
            <a:schemeClr val="accent1"/>
          </a:fillRef>
          <a:effectRef idx="1">
            <a:schemeClr val="accent1"/>
          </a:effectRef>
          <a:fontRef idx="minor">
            <a:schemeClr val="tx1"/>
          </a:fontRef>
        </p:style>
      </p:cxnSp>
      <p:sp>
        <p:nvSpPr>
          <p:cNvPr id="96" name="Freeform 95"/>
          <p:cNvSpPr/>
          <p:nvPr/>
        </p:nvSpPr>
        <p:spPr>
          <a:xfrm>
            <a:off x="6578600" y="3987800"/>
            <a:ext cx="50800" cy="76200"/>
          </a:xfrm>
          <a:custGeom>
            <a:avLst/>
            <a:gdLst/>
            <a:ahLst/>
            <a:cxnLst/>
            <a:rect l="l" t="t" r="r" b="b"/>
            <a:pathLst>
              <a:path w="4" h="6">
                <a:moveTo>
                  <a:pt x="2" y="6"/>
                </a:moveTo>
                <a:lnTo>
                  <a:pt x="4"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50050" y="3771900"/>
            <a:ext cx="1176331" cy="186690"/>
          </a:xfrm>
          <a:prstGeom prst="rect">
            <a:avLst/>
          </a:prstGeom>
          <a:noFill/>
        </p:spPr>
        <p:txBody>
          <a:bodyPr wrap="none" lIns="0" rIns="0" tIns="0" bIns="0">
            <a:spAutoFit/>
          </a:bodyPr>
          <a:lstStyle/>
          <a:p>
            <a:pPr>
              <a:lnSpc>
                <a:spcPts val="1312"/>
              </a:lnSpc>
              <a:spcBef>
                <a:spcPts val="0"/>
              </a:spcBef>
              <a:spcAft>
                <a:spcPts val="0"/>
              </a:spcAft>
            </a:pPr>
            <a:r>
              <a:rPr sz="1050" b="1">
                <a:solidFill>
                  <a:srgbClr val="7653CF"/>
                </a:solidFill>
                <a:latin typeface="Arial"/>
                <a:ea typeface="Microsoft YaHei"/>
              </a:rPr>
              <a:t>Stage</a:t>
            </a:r>
            <a:r>
              <a:rPr sz="1050" b="1">
                <a:solidFill>
                  <a:srgbClr val="7653CF"/>
                </a:solidFill>
                <a:latin typeface="Microsoft YaHei"/>
                <a:ea typeface="Microsoft YaHei"/>
              </a:rPr>
              <a:t> </a:t>
            </a:r>
            <a:r>
              <a:rPr sz="1050" b="1">
                <a:solidFill>
                  <a:srgbClr val="7653CF"/>
                </a:solidFill>
                <a:latin typeface="Arial"/>
                <a:ea typeface="Microsoft YaHei"/>
              </a:rPr>
              <a:t>proposal</a:t>
            </a:r>
          </a:p>
        </p:txBody>
      </p:sp>
      <p:cxnSp>
        <p:nvCxnSpPr>
          <p:cNvPr id="98" name="Connector 97"/>
          <p:cNvCxnSpPr/>
          <p:nvPr/>
        </p:nvCxnSpPr>
        <p:spPr>
          <a:xfrm flipV="1">
            <a:off x="9842500" y="3651250"/>
            <a:ext cx="0" cy="412750"/>
          </a:xfrm>
          <a:prstGeom prst="line">
            <a:avLst/>
          </a:prstGeom>
          <a:ln w="17780">
            <a:solidFill>
              <a:srgbClr val="278565"/>
            </a:solidFill>
          </a:ln>
        </p:spPr>
        <p:style>
          <a:lnRef idx="2">
            <a:schemeClr val="accent1"/>
          </a:lnRef>
          <a:fillRef idx="0">
            <a:schemeClr val="accent1"/>
          </a:fillRef>
          <a:effectRef idx="1">
            <a:schemeClr val="accent1"/>
          </a:effectRef>
          <a:fontRef idx="minor">
            <a:schemeClr val="tx1"/>
          </a:fontRef>
        </p:style>
      </p:cxnSp>
      <p:sp>
        <p:nvSpPr>
          <p:cNvPr id="99" name="Freeform 98"/>
          <p:cNvSpPr/>
          <p:nvPr/>
        </p:nvSpPr>
        <p:spPr>
          <a:xfrm>
            <a:off x="9817100" y="3657600"/>
            <a:ext cx="50800" cy="63500"/>
          </a:xfrm>
          <a:custGeom>
            <a:avLst/>
            <a:gdLst/>
            <a:ahLst/>
            <a:cxnLst/>
            <a:rect l="l" t="t" r="r" b="b"/>
            <a:pathLst>
              <a:path w="4" h="5">
                <a:moveTo>
                  <a:pt x="2" y="0"/>
                </a:moveTo>
                <a:lnTo>
                  <a:pt x="0" y="5"/>
                </a:lnTo>
                <a:lnTo>
                  <a:pt x="4" y="5"/>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988550" y="3771900"/>
            <a:ext cx="1438408" cy="186690"/>
          </a:xfrm>
          <a:prstGeom prst="rect">
            <a:avLst/>
          </a:prstGeom>
          <a:noFill/>
        </p:spPr>
        <p:txBody>
          <a:bodyPr wrap="none" lIns="0" rIns="0" tIns="0" bIns="0">
            <a:spAutoFit/>
          </a:bodyPr>
          <a:lstStyle/>
          <a:p>
            <a:pPr>
              <a:lnSpc>
                <a:spcPts val="1312"/>
              </a:lnSpc>
              <a:spcBef>
                <a:spcPts val="0"/>
              </a:spcBef>
              <a:spcAft>
                <a:spcPts val="0"/>
              </a:spcAft>
            </a:pPr>
            <a:r>
              <a:rPr sz="1050" b="1">
                <a:solidFill>
                  <a:srgbClr val="278565"/>
                </a:solidFill>
                <a:latin typeface="Arial"/>
                <a:ea typeface="Microsoft YaHei"/>
              </a:rPr>
              <a:t>Qualified</a:t>
            </a:r>
            <a:r>
              <a:rPr sz="1050" b="1">
                <a:solidFill>
                  <a:srgbClr val="278565"/>
                </a:solidFill>
                <a:latin typeface="Microsoft YaHei"/>
                <a:ea typeface="Microsoft YaHei"/>
              </a:rPr>
              <a:t> </a:t>
            </a:r>
            <a:r>
              <a:rPr sz="1050" b="1">
                <a:solidFill>
                  <a:srgbClr val="278565"/>
                </a:solidFill>
                <a:latin typeface="Arial"/>
                <a:ea typeface="Microsoft YaHei"/>
              </a:rPr>
              <a:t>evidence</a:t>
            </a:r>
          </a:p>
        </p:txBody>
      </p:sp>
      <p:sp>
        <p:nvSpPr>
          <p:cNvPr id="101" name="Rounded Rectangle 100"/>
          <p:cNvSpPr/>
          <p:nvPr/>
        </p:nvSpPr>
        <p:spPr>
          <a:xfrm>
            <a:off x="4572000" y="4064000"/>
            <a:ext cx="7620000" cy="1047750"/>
          </a:xfrm>
          <a:prstGeom prst="roundRect">
            <a:avLst>
              <a:gd name="adj" fmla="val 9090"/>
            </a:avLst>
          </a:prstGeom>
          <a:solidFill>
            <a:srgbClr val="E9F6F7"/>
          </a:solidFill>
          <a:ln w="1143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711700" y="4178300"/>
            <a:ext cx="3645693" cy="248919"/>
          </a:xfrm>
          <a:prstGeom prst="rect">
            <a:avLst/>
          </a:prstGeom>
          <a:noFill/>
        </p:spPr>
        <p:txBody>
          <a:bodyPr wrap="none" lIns="0" rIns="0" tIns="0" bIns="0">
            <a:spAutoFit/>
          </a:bodyPr>
          <a:lstStyle/>
          <a:p>
            <a:pPr>
              <a:lnSpc>
                <a:spcPts val="1750"/>
              </a:lnSpc>
              <a:spcBef>
                <a:spcPts val="0"/>
              </a:spcBef>
              <a:spcAft>
                <a:spcPts val="0"/>
              </a:spcAft>
            </a:pPr>
            <a:r>
              <a:rPr sz="1400" b="1">
                <a:solidFill>
                  <a:srgbClr val="168D9D"/>
                </a:solidFill>
                <a:latin typeface="Arial"/>
                <a:ea typeface="Microsoft YaHei"/>
              </a:rPr>
              <a:t>Deterministic</a:t>
            </a:r>
            <a:r>
              <a:rPr sz="1400" b="1">
                <a:solidFill>
                  <a:srgbClr val="168D9D"/>
                </a:solidFill>
                <a:latin typeface="Microsoft YaHei"/>
                <a:ea typeface="Microsoft YaHei"/>
              </a:rPr>
              <a:t> </a:t>
            </a:r>
            <a:r>
              <a:rPr sz="1400" b="1">
                <a:solidFill>
                  <a:srgbClr val="168D9D"/>
                </a:solidFill>
                <a:latin typeface="Arial"/>
                <a:ea typeface="Microsoft YaHei"/>
              </a:rPr>
              <a:t>execution</a:t>
            </a:r>
            <a:r>
              <a:rPr sz="1400" b="1">
                <a:solidFill>
                  <a:srgbClr val="168D9D"/>
                </a:solidFill>
                <a:latin typeface="Microsoft YaHei"/>
                <a:ea typeface="Microsoft YaHei"/>
              </a:rPr>
              <a:t> </a:t>
            </a:r>
            <a:r>
              <a:rPr sz="1400" b="1">
                <a:solidFill>
                  <a:srgbClr val="168D9D"/>
                </a:solidFill>
                <a:latin typeface="Arial"/>
                <a:ea typeface="Microsoft YaHei"/>
              </a:rPr>
              <a:t>coordinator</a:t>
            </a:r>
          </a:p>
        </p:txBody>
      </p:sp>
      <p:sp>
        <p:nvSpPr>
          <p:cNvPr id="103" name="Rounded Rectangle 102"/>
          <p:cNvSpPr/>
          <p:nvPr/>
        </p:nvSpPr>
        <p:spPr>
          <a:xfrm>
            <a:off x="4711700" y="4495800"/>
            <a:ext cx="1739900" cy="336550"/>
          </a:xfrm>
          <a:prstGeom prst="roundRect">
            <a:avLst>
              <a:gd name="adj" fmla="val 13207"/>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88954" y="4610100"/>
            <a:ext cx="1036191"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168D9D"/>
                </a:solidFill>
                <a:latin typeface="Arial"/>
                <a:ea typeface="Microsoft YaHei"/>
              </a:rPr>
              <a:t>Schema</a:t>
            </a:r>
            <a:r>
              <a:rPr sz="900" b="1">
                <a:solidFill>
                  <a:srgbClr val="168D9D"/>
                </a:solidFill>
                <a:latin typeface="Microsoft YaHei"/>
                <a:ea typeface="Microsoft YaHei"/>
              </a:rPr>
              <a:t> </a:t>
            </a:r>
            <a:r>
              <a:rPr sz="900" b="1">
                <a:solidFill>
                  <a:srgbClr val="168D9D"/>
                </a:solidFill>
                <a:latin typeface="Arial"/>
                <a:ea typeface="Microsoft YaHei"/>
              </a:rPr>
              <a:t>+</a:t>
            </a:r>
            <a:r>
              <a:rPr sz="900" b="1">
                <a:solidFill>
                  <a:srgbClr val="168D9D"/>
                </a:solidFill>
                <a:latin typeface="Microsoft YaHei"/>
                <a:ea typeface="Microsoft YaHei"/>
              </a:rPr>
              <a:t> </a:t>
            </a:r>
            <a:r>
              <a:rPr sz="900" b="1">
                <a:solidFill>
                  <a:srgbClr val="168D9D"/>
                </a:solidFill>
                <a:latin typeface="Arial"/>
                <a:ea typeface="Microsoft YaHei"/>
              </a:rPr>
              <a:t>units</a:t>
            </a:r>
          </a:p>
        </p:txBody>
      </p:sp>
      <p:sp>
        <p:nvSpPr>
          <p:cNvPr id="105" name="Rounded Rectangle 104"/>
          <p:cNvSpPr/>
          <p:nvPr/>
        </p:nvSpPr>
        <p:spPr>
          <a:xfrm>
            <a:off x="6553200" y="4495800"/>
            <a:ext cx="1739900" cy="336550"/>
          </a:xfrm>
          <a:prstGeom prst="roundRect">
            <a:avLst>
              <a:gd name="adj" fmla="val 13207"/>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687427" y="4610100"/>
            <a:ext cx="1522245"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168D9D"/>
                </a:solidFill>
                <a:latin typeface="Arial"/>
                <a:ea typeface="Microsoft YaHei"/>
              </a:rPr>
              <a:t>Limits</a:t>
            </a:r>
            <a:r>
              <a:rPr sz="900" b="1">
                <a:solidFill>
                  <a:srgbClr val="168D9D"/>
                </a:solidFill>
                <a:latin typeface="Microsoft YaHei"/>
                <a:ea typeface="Microsoft YaHei"/>
              </a:rPr>
              <a:t> </a:t>
            </a:r>
            <a:r>
              <a:rPr sz="900" b="1">
                <a:solidFill>
                  <a:srgbClr val="168D9D"/>
                </a:solidFill>
                <a:latin typeface="Arial"/>
                <a:ea typeface="Microsoft YaHei"/>
              </a:rPr>
              <a:t>+</a:t>
            </a:r>
            <a:r>
              <a:rPr sz="900" b="1">
                <a:solidFill>
                  <a:srgbClr val="168D9D"/>
                </a:solidFill>
                <a:latin typeface="Microsoft YaHei"/>
                <a:ea typeface="Microsoft YaHei"/>
              </a:rPr>
              <a:t> </a:t>
            </a:r>
            <a:r>
              <a:rPr sz="900" b="1">
                <a:solidFill>
                  <a:srgbClr val="168D9D"/>
                </a:solidFill>
                <a:latin typeface="Arial"/>
                <a:ea typeface="Microsoft YaHei"/>
              </a:rPr>
              <a:t>resource</a:t>
            </a:r>
            <a:r>
              <a:rPr sz="900" b="1">
                <a:solidFill>
                  <a:srgbClr val="168D9D"/>
                </a:solidFill>
                <a:latin typeface="Microsoft YaHei"/>
                <a:ea typeface="Microsoft YaHei"/>
              </a:rPr>
              <a:t> </a:t>
            </a:r>
            <a:r>
              <a:rPr sz="900" b="1">
                <a:solidFill>
                  <a:srgbClr val="168D9D"/>
                </a:solidFill>
                <a:latin typeface="Arial"/>
                <a:ea typeface="Microsoft YaHei"/>
              </a:rPr>
              <a:t>locks</a:t>
            </a:r>
          </a:p>
        </p:txBody>
      </p:sp>
      <p:sp>
        <p:nvSpPr>
          <p:cNvPr id="107" name="Rounded Rectangle 106"/>
          <p:cNvSpPr/>
          <p:nvPr/>
        </p:nvSpPr>
        <p:spPr>
          <a:xfrm>
            <a:off x="8394700" y="4495800"/>
            <a:ext cx="1739900" cy="336550"/>
          </a:xfrm>
          <a:prstGeom prst="roundRect">
            <a:avLst>
              <a:gd name="adj" fmla="val 13207"/>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588030" y="4610100"/>
            <a:ext cx="1404038"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168D9D"/>
                </a:solidFill>
                <a:latin typeface="Arial"/>
                <a:ea typeface="Microsoft YaHei"/>
              </a:rPr>
              <a:t>Stage</a:t>
            </a:r>
            <a:r>
              <a:rPr sz="900" b="1">
                <a:solidFill>
                  <a:srgbClr val="168D9D"/>
                </a:solidFill>
                <a:latin typeface="Microsoft YaHei"/>
                <a:ea typeface="Microsoft YaHei"/>
              </a:rPr>
              <a:t> </a:t>
            </a:r>
            <a:r>
              <a:rPr sz="900" b="1">
                <a:solidFill>
                  <a:srgbClr val="168D9D"/>
                </a:solidFill>
                <a:latin typeface="Arial"/>
                <a:ea typeface="Microsoft YaHei"/>
              </a:rPr>
              <a:t>/</a:t>
            </a:r>
            <a:r>
              <a:rPr sz="900" b="1">
                <a:solidFill>
                  <a:srgbClr val="168D9D"/>
                </a:solidFill>
                <a:latin typeface="Microsoft YaHei"/>
                <a:ea typeface="Microsoft YaHei"/>
              </a:rPr>
              <a:t> </a:t>
            </a:r>
            <a:r>
              <a:rPr sz="900" b="1">
                <a:solidFill>
                  <a:srgbClr val="168D9D"/>
                </a:solidFill>
                <a:latin typeface="Arial"/>
                <a:ea typeface="Microsoft YaHei"/>
              </a:rPr>
              <a:t>point</a:t>
            </a:r>
            <a:r>
              <a:rPr sz="900" b="1">
                <a:solidFill>
                  <a:srgbClr val="168D9D"/>
                </a:solidFill>
                <a:latin typeface="Microsoft YaHei"/>
                <a:ea typeface="Microsoft YaHei"/>
              </a:rPr>
              <a:t> </a:t>
            </a:r>
            <a:r>
              <a:rPr sz="900" b="1">
                <a:solidFill>
                  <a:srgbClr val="168D9D"/>
                </a:solidFill>
                <a:latin typeface="Arial"/>
                <a:ea typeface="Microsoft YaHei"/>
              </a:rPr>
              <a:t>barriers</a:t>
            </a:r>
          </a:p>
        </p:txBody>
      </p:sp>
      <p:sp>
        <p:nvSpPr>
          <p:cNvPr id="109" name="Rounded Rectangle 108"/>
          <p:cNvSpPr/>
          <p:nvPr/>
        </p:nvSpPr>
        <p:spPr>
          <a:xfrm>
            <a:off x="10236200" y="4495800"/>
            <a:ext cx="1739900" cy="336550"/>
          </a:xfrm>
          <a:prstGeom prst="roundRect">
            <a:avLst>
              <a:gd name="adj" fmla="val 13207"/>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367469" y="4610100"/>
            <a:ext cx="1528160"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168D9D"/>
                </a:solidFill>
                <a:latin typeface="Arial"/>
                <a:ea typeface="Microsoft YaHei"/>
              </a:rPr>
              <a:t>Command</a:t>
            </a:r>
            <a:r>
              <a:rPr sz="900" b="1">
                <a:solidFill>
                  <a:srgbClr val="168D9D"/>
                </a:solidFill>
                <a:latin typeface="Microsoft YaHei"/>
                <a:ea typeface="Microsoft YaHei"/>
              </a:rPr>
              <a:t> </a:t>
            </a:r>
            <a:r>
              <a:rPr sz="900" b="1">
                <a:solidFill>
                  <a:srgbClr val="168D9D"/>
                </a:solidFill>
                <a:latin typeface="Arial"/>
                <a:ea typeface="Microsoft YaHei"/>
              </a:rPr>
              <a:t>/</a:t>
            </a:r>
            <a:r>
              <a:rPr sz="900" b="1">
                <a:solidFill>
                  <a:srgbClr val="168D9D"/>
                </a:solidFill>
                <a:latin typeface="Microsoft YaHei"/>
                <a:ea typeface="Microsoft YaHei"/>
              </a:rPr>
              <a:t> </a:t>
            </a:r>
            <a:r>
              <a:rPr sz="900" b="1">
                <a:solidFill>
                  <a:srgbClr val="168D9D"/>
                </a:solidFill>
                <a:latin typeface="Arial"/>
                <a:ea typeface="Microsoft YaHei"/>
              </a:rPr>
              <a:t>data</a:t>
            </a:r>
            <a:r>
              <a:rPr sz="900" b="1">
                <a:solidFill>
                  <a:srgbClr val="168D9D"/>
                </a:solidFill>
                <a:latin typeface="Microsoft YaHei"/>
                <a:ea typeface="Microsoft YaHei"/>
              </a:rPr>
              <a:t> </a:t>
            </a:r>
            <a:r>
              <a:rPr sz="900" b="1">
                <a:solidFill>
                  <a:srgbClr val="168D9D"/>
                </a:solidFill>
                <a:latin typeface="Arial"/>
                <a:ea typeface="Microsoft YaHei"/>
              </a:rPr>
              <a:t>ledger</a:t>
            </a:r>
          </a:p>
        </p:txBody>
      </p:sp>
      <p:sp>
        <p:nvSpPr>
          <p:cNvPr id="111" name="TextBox 110"/>
          <p:cNvSpPr txBox="1"/>
          <p:nvPr/>
        </p:nvSpPr>
        <p:spPr>
          <a:xfrm>
            <a:off x="4724400" y="4927600"/>
            <a:ext cx="4905703"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168D9D"/>
                </a:solidFill>
                <a:latin typeface="Arial"/>
                <a:ea typeface="Microsoft YaHei"/>
              </a:rPr>
              <a:t>Per-PC</a:t>
            </a:r>
            <a:r>
              <a:rPr sz="900" b="0">
                <a:solidFill>
                  <a:srgbClr val="168D9D"/>
                </a:solidFill>
                <a:latin typeface="Microsoft YaHei"/>
                <a:ea typeface="Microsoft YaHei"/>
              </a:rPr>
              <a:t> </a:t>
            </a:r>
            <a:r>
              <a:rPr sz="900" b="0">
                <a:solidFill>
                  <a:srgbClr val="168D9D"/>
                </a:solidFill>
                <a:latin typeface="Arial"/>
                <a:ea typeface="Microsoft YaHei"/>
              </a:rPr>
              <a:t>identity</a:t>
            </a:r>
            <a:r>
              <a:rPr sz="900" b="0">
                <a:solidFill>
                  <a:srgbClr val="168D9D"/>
                </a:solidFill>
                <a:latin typeface="Microsoft YaHei"/>
                <a:ea typeface="Microsoft YaHei"/>
              </a:rPr>
              <a:t> </a:t>
            </a:r>
            <a:r>
              <a:rPr sz="900" b="0">
                <a:solidFill>
                  <a:srgbClr val="168D9D"/>
                </a:solidFill>
                <a:latin typeface="Arial"/>
                <a:ea typeface="Microsoft YaHei"/>
              </a:rPr>
              <a:t>•</a:t>
            </a:r>
            <a:r>
              <a:rPr sz="900" b="0">
                <a:solidFill>
                  <a:srgbClr val="168D9D"/>
                </a:solidFill>
                <a:latin typeface="Microsoft YaHei"/>
                <a:ea typeface="Microsoft YaHei"/>
              </a:rPr>
              <a:t> </a:t>
            </a:r>
            <a:r>
              <a:rPr sz="900" b="0">
                <a:solidFill>
                  <a:srgbClr val="168D9D"/>
                </a:solidFill>
                <a:latin typeface="Arial"/>
                <a:ea typeface="Microsoft YaHei"/>
              </a:rPr>
              <a:t>deadlines</a:t>
            </a:r>
            <a:r>
              <a:rPr sz="900" b="0">
                <a:solidFill>
                  <a:srgbClr val="168D9D"/>
                </a:solidFill>
                <a:latin typeface="Microsoft YaHei"/>
                <a:ea typeface="Microsoft YaHei"/>
              </a:rPr>
              <a:t> </a:t>
            </a:r>
            <a:r>
              <a:rPr sz="900" b="0">
                <a:solidFill>
                  <a:srgbClr val="168D9D"/>
                </a:solidFill>
                <a:latin typeface="Arial"/>
                <a:ea typeface="Microsoft YaHei"/>
              </a:rPr>
              <a:t>•</a:t>
            </a:r>
            <a:r>
              <a:rPr sz="900" b="0">
                <a:solidFill>
                  <a:srgbClr val="168D9D"/>
                </a:solidFill>
                <a:latin typeface="Microsoft YaHei"/>
                <a:ea typeface="Microsoft YaHei"/>
              </a:rPr>
              <a:t> </a:t>
            </a:r>
            <a:r>
              <a:rPr sz="900" b="0">
                <a:solidFill>
                  <a:srgbClr val="168D9D"/>
                </a:solidFill>
                <a:latin typeface="Arial"/>
                <a:ea typeface="Microsoft YaHei"/>
              </a:rPr>
              <a:t>cancellation</a:t>
            </a:r>
            <a:r>
              <a:rPr sz="900" b="0">
                <a:solidFill>
                  <a:srgbClr val="168D9D"/>
                </a:solidFill>
                <a:latin typeface="Microsoft YaHei"/>
                <a:ea typeface="Microsoft YaHei"/>
              </a:rPr>
              <a:t> </a:t>
            </a:r>
            <a:r>
              <a:rPr sz="900" b="0">
                <a:solidFill>
                  <a:srgbClr val="168D9D"/>
                </a:solidFill>
                <a:latin typeface="Arial"/>
                <a:ea typeface="Microsoft YaHei"/>
              </a:rPr>
              <a:t>•</a:t>
            </a:r>
            <a:r>
              <a:rPr sz="900" b="0">
                <a:solidFill>
                  <a:srgbClr val="168D9D"/>
                </a:solidFill>
                <a:latin typeface="Microsoft YaHei"/>
                <a:ea typeface="Microsoft YaHei"/>
              </a:rPr>
              <a:t> </a:t>
            </a:r>
            <a:r>
              <a:rPr sz="900" b="0">
                <a:solidFill>
                  <a:srgbClr val="168D9D"/>
                </a:solidFill>
                <a:latin typeface="Arial"/>
                <a:ea typeface="Microsoft YaHei"/>
              </a:rPr>
              <a:t>qualification</a:t>
            </a:r>
            <a:r>
              <a:rPr sz="900" b="0">
                <a:solidFill>
                  <a:srgbClr val="168D9D"/>
                </a:solidFill>
                <a:latin typeface="Microsoft YaHei"/>
                <a:ea typeface="Microsoft YaHei"/>
              </a:rPr>
              <a:t> </a:t>
            </a:r>
            <a:r>
              <a:rPr sz="900" b="0">
                <a:solidFill>
                  <a:srgbClr val="168D9D"/>
                </a:solidFill>
                <a:latin typeface="Arial"/>
                <a:ea typeface="Microsoft YaHei"/>
              </a:rPr>
              <a:t>•</a:t>
            </a:r>
            <a:r>
              <a:rPr sz="900" b="0">
                <a:solidFill>
                  <a:srgbClr val="168D9D"/>
                </a:solidFill>
                <a:latin typeface="Microsoft YaHei"/>
                <a:ea typeface="Microsoft YaHei"/>
              </a:rPr>
              <a:t> </a:t>
            </a:r>
            <a:r>
              <a:rPr sz="900" b="0">
                <a:solidFill>
                  <a:srgbClr val="168D9D"/>
                </a:solidFill>
                <a:latin typeface="Arial"/>
                <a:ea typeface="Microsoft YaHei"/>
              </a:rPr>
              <a:t>exclusive</a:t>
            </a:r>
            <a:r>
              <a:rPr sz="900" b="0">
                <a:solidFill>
                  <a:srgbClr val="168D9D"/>
                </a:solidFill>
                <a:latin typeface="Microsoft YaHei"/>
                <a:ea typeface="Microsoft YaHei"/>
              </a:rPr>
              <a:t> </a:t>
            </a:r>
            <a:r>
              <a:rPr sz="900" b="0">
                <a:solidFill>
                  <a:srgbClr val="168D9D"/>
                </a:solidFill>
                <a:latin typeface="Arial"/>
                <a:ea typeface="Microsoft YaHei"/>
              </a:rPr>
              <a:t>device</a:t>
            </a:r>
            <a:r>
              <a:rPr sz="900" b="0">
                <a:solidFill>
                  <a:srgbClr val="168D9D"/>
                </a:solidFill>
                <a:latin typeface="Microsoft YaHei"/>
                <a:ea typeface="Microsoft YaHei"/>
              </a:rPr>
              <a:t> </a:t>
            </a:r>
            <a:r>
              <a:rPr sz="900" b="0">
                <a:solidFill>
                  <a:srgbClr val="168D9D"/>
                </a:solidFill>
                <a:latin typeface="Arial"/>
                <a:ea typeface="Microsoft YaHei"/>
              </a:rPr>
              <a:t>ownership</a:t>
            </a:r>
          </a:p>
        </p:txBody>
      </p:sp>
      <p:cxnSp>
        <p:nvCxnSpPr>
          <p:cNvPr id="112" name="Connector 111"/>
          <p:cNvCxnSpPr/>
          <p:nvPr/>
        </p:nvCxnSpPr>
        <p:spPr>
          <a:xfrm flipH="1">
            <a:off x="4159250" y="4597400"/>
            <a:ext cx="412750" cy="0"/>
          </a:xfrm>
          <a:prstGeom prst="line">
            <a:avLst/>
          </a:prstGeom>
          <a:ln w="13970">
            <a:solidFill>
              <a:srgbClr val="278565"/>
            </a:solidFill>
          </a:ln>
        </p:spPr>
        <p:style>
          <a:lnRef idx="2">
            <a:schemeClr val="accent1"/>
          </a:lnRef>
          <a:fillRef idx="0">
            <a:schemeClr val="accent1"/>
          </a:fillRef>
          <a:effectRef idx="1">
            <a:schemeClr val="accent1"/>
          </a:effectRef>
          <a:fontRef idx="minor">
            <a:schemeClr val="tx1"/>
          </a:fontRef>
        </p:style>
      </p:cxnSp>
      <p:sp>
        <p:nvSpPr>
          <p:cNvPr id="113" name="Freeform 112"/>
          <p:cNvSpPr/>
          <p:nvPr/>
        </p:nvSpPr>
        <p:spPr>
          <a:xfrm>
            <a:off x="4165600" y="4572000"/>
            <a:ext cx="50800" cy="50800"/>
          </a:xfrm>
          <a:custGeom>
            <a:avLst/>
            <a:gdLst/>
            <a:ahLst/>
            <a:cxnLst/>
            <a:rect l="l" t="t" r="r" b="b"/>
            <a:pathLst>
              <a:path w="4" h="4">
                <a:moveTo>
                  <a:pt x="0" y="2"/>
                </a:moveTo>
                <a:lnTo>
                  <a:pt x="4" y="4"/>
                </a:lnTo>
                <a:lnTo>
                  <a:pt x="4" y="0"/>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221712" y="4362450"/>
            <a:ext cx="344974"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278565"/>
                </a:solidFill>
                <a:latin typeface="Arial"/>
                <a:ea typeface="Microsoft YaHei"/>
              </a:rPr>
              <a:t>Save</a:t>
            </a:r>
          </a:p>
        </p:txBody>
      </p:sp>
      <p:sp>
        <p:nvSpPr>
          <p:cNvPr id="115" name="Rounded Rectangle 114"/>
          <p:cNvSpPr/>
          <p:nvPr/>
        </p:nvSpPr>
        <p:spPr>
          <a:xfrm>
            <a:off x="12509500" y="4064000"/>
            <a:ext cx="3143250" cy="1047750"/>
          </a:xfrm>
          <a:prstGeom prst="roundRect">
            <a:avLst>
              <a:gd name="adj" fmla="val 9090"/>
            </a:avLst>
          </a:prstGeom>
          <a:solidFill>
            <a:srgbClr val="F1ECFC"/>
          </a:solidFill>
          <a:ln w="11430">
            <a:solidFill>
              <a:srgbClr val="765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2649200" y="4178300"/>
            <a:ext cx="2021919" cy="222250"/>
          </a:xfrm>
          <a:prstGeom prst="rect">
            <a:avLst/>
          </a:prstGeom>
          <a:noFill/>
        </p:spPr>
        <p:txBody>
          <a:bodyPr wrap="none" lIns="0" rIns="0" tIns="0" bIns="0">
            <a:spAutoFit/>
          </a:bodyPr>
          <a:lstStyle/>
          <a:p>
            <a:pPr>
              <a:lnSpc>
                <a:spcPts val="1562"/>
              </a:lnSpc>
              <a:spcBef>
                <a:spcPts val="0"/>
              </a:spcBef>
              <a:spcAft>
                <a:spcPts val="0"/>
              </a:spcAft>
            </a:pPr>
            <a:r>
              <a:rPr sz="1250" b="1">
                <a:solidFill>
                  <a:srgbClr val="7653CF"/>
                </a:solidFill>
                <a:latin typeface="Arial"/>
                <a:ea typeface="Microsoft YaHei"/>
              </a:rPr>
              <a:t>Model</a:t>
            </a:r>
            <a:r>
              <a:rPr sz="1250" b="1">
                <a:solidFill>
                  <a:srgbClr val="7653CF"/>
                </a:solidFill>
                <a:latin typeface="Microsoft YaHei"/>
                <a:ea typeface="Microsoft YaHei"/>
              </a:rPr>
              <a:t> </a:t>
            </a:r>
            <a:r>
              <a:rPr sz="1250" b="1">
                <a:solidFill>
                  <a:srgbClr val="7653CF"/>
                </a:solidFill>
                <a:latin typeface="Arial"/>
                <a:ea typeface="Microsoft YaHei"/>
              </a:rPr>
              <a:t>router</a:t>
            </a:r>
            <a:r>
              <a:rPr sz="1250" b="1">
                <a:solidFill>
                  <a:srgbClr val="7653CF"/>
                </a:solidFill>
                <a:latin typeface="Microsoft YaHei"/>
                <a:ea typeface="Microsoft YaHei"/>
              </a:rPr>
              <a:t> </a:t>
            </a:r>
            <a:r>
              <a:rPr sz="1250" b="1">
                <a:solidFill>
                  <a:srgbClr val="7653CF"/>
                </a:solidFill>
                <a:latin typeface="Arial"/>
                <a:ea typeface="Microsoft YaHei"/>
              </a:rPr>
              <a:t>/</a:t>
            </a:r>
            <a:r>
              <a:rPr sz="1250" b="1">
                <a:solidFill>
                  <a:srgbClr val="7653CF"/>
                </a:solidFill>
                <a:latin typeface="Microsoft YaHei"/>
                <a:ea typeface="Microsoft YaHei"/>
              </a:rPr>
              <a:t> </a:t>
            </a:r>
            <a:r>
              <a:rPr sz="1250" b="1">
                <a:solidFill>
                  <a:srgbClr val="7653CF"/>
                </a:solidFill>
                <a:latin typeface="Arial"/>
                <a:ea typeface="Microsoft YaHei"/>
              </a:rPr>
              <a:t>failover</a:t>
            </a:r>
          </a:p>
        </p:txBody>
      </p:sp>
      <p:sp>
        <p:nvSpPr>
          <p:cNvPr id="117" name="TextBox 116"/>
          <p:cNvSpPr txBox="1"/>
          <p:nvPr/>
        </p:nvSpPr>
        <p:spPr>
          <a:xfrm>
            <a:off x="12661900" y="4419600"/>
            <a:ext cx="1558968"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23364D"/>
                </a:solidFill>
                <a:latin typeface="Arial"/>
                <a:ea typeface="Microsoft YaHei"/>
              </a:rPr>
              <a:t>Preferred:</a:t>
            </a:r>
            <a:r>
              <a:rPr sz="900" b="0">
                <a:solidFill>
                  <a:srgbClr val="23364D"/>
                </a:solidFill>
                <a:latin typeface="Microsoft YaHei"/>
                <a:ea typeface="Microsoft YaHei"/>
              </a:rPr>
              <a:t> </a:t>
            </a:r>
            <a:r>
              <a:rPr sz="900" b="0">
                <a:solidFill>
                  <a:srgbClr val="23364D"/>
                </a:solidFill>
                <a:latin typeface="Arial"/>
                <a:ea typeface="Microsoft YaHei"/>
              </a:rPr>
              <a:t>cloud</a:t>
            </a:r>
            <a:r>
              <a:rPr sz="900" b="0">
                <a:solidFill>
                  <a:srgbClr val="23364D"/>
                </a:solidFill>
                <a:latin typeface="Microsoft YaHei"/>
                <a:ea typeface="Microsoft YaHei"/>
              </a:rPr>
              <a:t> </a:t>
            </a:r>
            <a:r>
              <a:rPr sz="900" b="0">
                <a:solidFill>
                  <a:srgbClr val="23364D"/>
                </a:solidFill>
                <a:latin typeface="Arial"/>
                <a:ea typeface="Microsoft YaHei"/>
              </a:rPr>
              <a:t>model</a:t>
            </a:r>
            <a:r>
              <a:rPr sz="900" b="0">
                <a:solidFill>
                  <a:srgbClr val="23364D"/>
                </a:solidFill>
                <a:latin typeface="Microsoft YaHei"/>
                <a:ea typeface="Microsoft YaHei"/>
              </a:rPr>
              <a:t> </a:t>
            </a:r>
            <a:r>
              <a:rPr sz="900" b="0">
                <a:solidFill>
                  <a:srgbClr val="23364D"/>
                </a:solidFill>
                <a:latin typeface="Arial"/>
                <a:ea typeface="Microsoft YaHei"/>
              </a:rPr>
              <a:t>API</a:t>
            </a:r>
          </a:p>
        </p:txBody>
      </p:sp>
      <p:sp>
        <p:nvSpPr>
          <p:cNvPr id="118" name="TextBox 117"/>
          <p:cNvSpPr txBox="1"/>
          <p:nvPr/>
        </p:nvSpPr>
        <p:spPr>
          <a:xfrm>
            <a:off x="12661900" y="4562475"/>
            <a:ext cx="1914872"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23364D"/>
                </a:solidFill>
                <a:latin typeface="Arial"/>
                <a:ea typeface="Microsoft YaHei"/>
              </a:rPr>
              <a:t>Fallback:</a:t>
            </a:r>
            <a:r>
              <a:rPr sz="900" b="0">
                <a:solidFill>
                  <a:srgbClr val="23364D"/>
                </a:solidFill>
                <a:latin typeface="Microsoft YaHei"/>
                <a:ea typeface="Microsoft YaHei"/>
              </a:rPr>
              <a:t> </a:t>
            </a:r>
            <a:r>
              <a:rPr sz="900" b="0">
                <a:solidFill>
                  <a:srgbClr val="23364D"/>
                </a:solidFill>
                <a:latin typeface="Arial"/>
                <a:ea typeface="Microsoft YaHei"/>
              </a:rPr>
              <a:t>local</a:t>
            </a:r>
            <a:r>
              <a:rPr sz="900" b="0">
                <a:solidFill>
                  <a:srgbClr val="23364D"/>
                </a:solidFill>
                <a:latin typeface="Microsoft YaHei"/>
                <a:ea typeface="Microsoft YaHei"/>
              </a:rPr>
              <a:t> </a:t>
            </a:r>
            <a:r>
              <a:rPr sz="900" b="0">
                <a:solidFill>
                  <a:srgbClr val="23364D"/>
                </a:solidFill>
                <a:latin typeface="Arial"/>
                <a:ea typeface="Microsoft YaHei"/>
              </a:rPr>
              <a:t>LLM</a:t>
            </a:r>
            <a:r>
              <a:rPr sz="900" b="0">
                <a:solidFill>
                  <a:srgbClr val="23364D"/>
                </a:solidFill>
                <a:latin typeface="Microsoft YaHei"/>
                <a:ea typeface="Microsoft YaHei"/>
              </a:rPr>
              <a:t> </a:t>
            </a:r>
            <a:r>
              <a:rPr sz="900" b="0">
                <a:solidFill>
                  <a:srgbClr val="23364D"/>
                </a:solidFill>
                <a:latin typeface="Arial"/>
                <a:ea typeface="Microsoft YaHei"/>
              </a:rPr>
              <a:t>on</a:t>
            </a:r>
            <a:r>
              <a:rPr sz="900" b="0">
                <a:solidFill>
                  <a:srgbClr val="23364D"/>
                </a:solidFill>
                <a:latin typeface="Microsoft YaHei"/>
                <a:ea typeface="Microsoft YaHei"/>
              </a:rPr>
              <a:t> </a:t>
            </a:r>
            <a:r>
              <a:rPr sz="900" b="0">
                <a:solidFill>
                  <a:srgbClr val="23364D"/>
                </a:solidFill>
                <a:latin typeface="Arial"/>
                <a:ea typeface="Microsoft YaHei"/>
              </a:rPr>
              <a:t>this</a:t>
            </a:r>
            <a:r>
              <a:rPr sz="900" b="0">
                <a:solidFill>
                  <a:srgbClr val="23364D"/>
                </a:solidFill>
                <a:latin typeface="Microsoft YaHei"/>
                <a:ea typeface="Microsoft YaHei"/>
              </a:rPr>
              <a:t> </a:t>
            </a:r>
            <a:r>
              <a:rPr sz="900" b="0">
                <a:solidFill>
                  <a:srgbClr val="23364D"/>
                </a:solidFill>
                <a:latin typeface="Arial"/>
                <a:ea typeface="Microsoft YaHei"/>
              </a:rPr>
              <a:t>server</a:t>
            </a:r>
          </a:p>
        </p:txBody>
      </p:sp>
      <p:sp>
        <p:nvSpPr>
          <p:cNvPr id="119" name="TextBox 118"/>
          <p:cNvSpPr txBox="1"/>
          <p:nvPr/>
        </p:nvSpPr>
        <p:spPr>
          <a:xfrm>
            <a:off x="12661900" y="4705350"/>
            <a:ext cx="1750956"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23364D"/>
                </a:solidFill>
                <a:latin typeface="Arial"/>
                <a:ea typeface="Microsoft YaHei"/>
              </a:rPr>
              <a:t>Triggers:</a:t>
            </a:r>
            <a:r>
              <a:rPr sz="900" b="0">
                <a:solidFill>
                  <a:srgbClr val="23364D"/>
                </a:solidFill>
                <a:latin typeface="Microsoft YaHei"/>
                <a:ea typeface="Microsoft YaHei"/>
              </a:rPr>
              <a:t> </a:t>
            </a:r>
            <a:r>
              <a:rPr sz="900" b="0">
                <a:solidFill>
                  <a:srgbClr val="23364D"/>
                </a:solidFill>
                <a:latin typeface="Arial"/>
                <a:ea typeface="Microsoft YaHei"/>
              </a:rPr>
              <a:t>API</a:t>
            </a:r>
            <a:r>
              <a:rPr sz="900" b="0">
                <a:solidFill>
                  <a:srgbClr val="23364D"/>
                </a:solidFill>
                <a:latin typeface="Microsoft YaHei"/>
                <a:ea typeface="Microsoft YaHei"/>
              </a:rPr>
              <a:t> </a:t>
            </a:r>
            <a:r>
              <a:rPr sz="900" b="0">
                <a:solidFill>
                  <a:srgbClr val="23364D"/>
                </a:solidFill>
                <a:latin typeface="Arial"/>
                <a:ea typeface="Microsoft YaHei"/>
              </a:rPr>
              <a:t>/</a:t>
            </a:r>
            <a:r>
              <a:rPr sz="900" b="0">
                <a:solidFill>
                  <a:srgbClr val="23364D"/>
                </a:solidFill>
                <a:latin typeface="Microsoft YaHei"/>
                <a:ea typeface="Microsoft YaHei"/>
              </a:rPr>
              <a:t> </a:t>
            </a:r>
            <a:r>
              <a:rPr sz="900" b="0">
                <a:solidFill>
                  <a:srgbClr val="23364D"/>
                </a:solidFill>
                <a:latin typeface="Arial"/>
                <a:ea typeface="Microsoft YaHei"/>
              </a:rPr>
              <a:t>internet</a:t>
            </a:r>
            <a:r>
              <a:rPr sz="900" b="0">
                <a:solidFill>
                  <a:srgbClr val="23364D"/>
                </a:solidFill>
                <a:latin typeface="Microsoft YaHei"/>
                <a:ea typeface="Microsoft YaHei"/>
              </a:rPr>
              <a:t> </a:t>
            </a:r>
            <a:r>
              <a:rPr sz="900" b="0">
                <a:solidFill>
                  <a:srgbClr val="23364D"/>
                </a:solidFill>
                <a:latin typeface="Arial"/>
                <a:ea typeface="Microsoft YaHei"/>
              </a:rPr>
              <a:t>/</a:t>
            </a:r>
            <a:r>
              <a:rPr sz="900" b="0">
                <a:solidFill>
                  <a:srgbClr val="23364D"/>
                </a:solidFill>
                <a:latin typeface="Microsoft YaHei"/>
                <a:ea typeface="Microsoft YaHei"/>
              </a:rPr>
              <a:t> </a:t>
            </a:r>
            <a:r>
              <a:rPr sz="900" b="0">
                <a:solidFill>
                  <a:srgbClr val="23364D"/>
                </a:solidFill>
                <a:latin typeface="Arial"/>
                <a:ea typeface="Microsoft YaHei"/>
              </a:rPr>
              <a:t>quota</a:t>
            </a:r>
          </a:p>
        </p:txBody>
      </p:sp>
      <p:sp>
        <p:nvSpPr>
          <p:cNvPr id="120" name="TextBox 119"/>
          <p:cNvSpPr txBox="1"/>
          <p:nvPr/>
        </p:nvSpPr>
        <p:spPr>
          <a:xfrm>
            <a:off x="12661900" y="4848225"/>
            <a:ext cx="1949084"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23364D"/>
                </a:solidFill>
                <a:latin typeface="Arial"/>
                <a:ea typeface="Microsoft YaHei"/>
              </a:rPr>
              <a:t>Context</a:t>
            </a:r>
            <a:r>
              <a:rPr sz="900" b="0">
                <a:solidFill>
                  <a:srgbClr val="23364D"/>
                </a:solidFill>
                <a:latin typeface="Microsoft YaHei"/>
                <a:ea typeface="Microsoft YaHei"/>
              </a:rPr>
              <a:t> </a:t>
            </a:r>
            <a:r>
              <a:rPr sz="900" b="0">
                <a:solidFill>
                  <a:srgbClr val="23364D"/>
                </a:solidFill>
                <a:latin typeface="Arial"/>
                <a:ea typeface="Microsoft YaHei"/>
              </a:rPr>
              <a:t>+</a:t>
            </a:r>
            <a:r>
              <a:rPr sz="900" b="0">
                <a:solidFill>
                  <a:srgbClr val="23364D"/>
                </a:solidFill>
                <a:latin typeface="Microsoft YaHei"/>
                <a:ea typeface="Microsoft YaHei"/>
              </a:rPr>
              <a:t> </a:t>
            </a:r>
            <a:r>
              <a:rPr sz="900" b="0">
                <a:solidFill>
                  <a:srgbClr val="23364D"/>
                </a:solidFill>
                <a:latin typeface="Arial"/>
                <a:ea typeface="Microsoft YaHei"/>
              </a:rPr>
              <a:t>permissions</a:t>
            </a:r>
            <a:r>
              <a:rPr sz="900" b="0">
                <a:solidFill>
                  <a:srgbClr val="23364D"/>
                </a:solidFill>
                <a:latin typeface="Microsoft YaHei"/>
                <a:ea typeface="Microsoft YaHei"/>
              </a:rPr>
              <a:t> </a:t>
            </a:r>
            <a:r>
              <a:rPr sz="900" b="0">
                <a:solidFill>
                  <a:srgbClr val="23364D"/>
                </a:solidFill>
                <a:latin typeface="Arial"/>
                <a:ea typeface="Microsoft YaHei"/>
              </a:rPr>
              <a:t>preserved</a:t>
            </a:r>
          </a:p>
        </p:txBody>
      </p:sp>
      <p:cxnSp>
        <p:nvCxnSpPr>
          <p:cNvPr id="121" name="Connector 120"/>
          <p:cNvCxnSpPr/>
          <p:nvPr/>
        </p:nvCxnSpPr>
        <p:spPr>
          <a:xfrm>
            <a:off x="12192000" y="3200400"/>
            <a:ext cx="127000" cy="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2319000" y="3200400"/>
            <a:ext cx="0" cy="7366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2319000" y="3937000"/>
            <a:ext cx="1016000" cy="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3335000" y="3937000"/>
            <a:ext cx="0" cy="1270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125" name="Freeform 124"/>
          <p:cNvSpPr/>
          <p:nvPr/>
        </p:nvSpPr>
        <p:spPr>
          <a:xfrm>
            <a:off x="13309600" y="4013200"/>
            <a:ext cx="50800" cy="50800"/>
          </a:xfrm>
          <a:custGeom>
            <a:avLst/>
            <a:gdLst/>
            <a:ahLst/>
            <a:cxnLst/>
            <a:rect l="l" t="t" r="r" b="b"/>
            <a:pathLst>
              <a:path w="4" h="4">
                <a:moveTo>
                  <a:pt x="2" y="4"/>
                </a:moveTo>
                <a:lnTo>
                  <a:pt x="4"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6" name="Connector 125"/>
          <p:cNvCxnSpPr/>
          <p:nvPr/>
        </p:nvCxnSpPr>
        <p:spPr>
          <a:xfrm flipV="1">
            <a:off x="14795500" y="3810000"/>
            <a:ext cx="0" cy="2540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a:off x="12414250" y="3810000"/>
            <a:ext cx="2381250" cy="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12414250" y="3048000"/>
            <a:ext cx="0" cy="7620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a:off x="12192000" y="3048000"/>
            <a:ext cx="222250" cy="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130" name="Freeform 129"/>
          <p:cNvSpPr/>
          <p:nvPr/>
        </p:nvSpPr>
        <p:spPr>
          <a:xfrm>
            <a:off x="12192000" y="3022600"/>
            <a:ext cx="50800" cy="50800"/>
          </a:xfrm>
          <a:custGeom>
            <a:avLst/>
            <a:gdLst/>
            <a:ahLst/>
            <a:cxnLst/>
            <a:rect l="l" t="t" r="r" b="b"/>
            <a:pathLst>
              <a:path w="4" h="4">
                <a:moveTo>
                  <a:pt x="0" y="2"/>
                </a:moveTo>
                <a:lnTo>
                  <a:pt x="4" y="4"/>
                </a:lnTo>
                <a:lnTo>
                  <a:pt x="4"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387350" y="5499100"/>
            <a:ext cx="3390208" cy="222250"/>
          </a:xfrm>
          <a:prstGeom prst="rect">
            <a:avLst/>
          </a:prstGeom>
          <a:noFill/>
        </p:spPr>
        <p:txBody>
          <a:bodyPr wrap="none" lIns="0" rIns="0" tIns="0" bIns="0">
            <a:spAutoFit/>
          </a:bodyPr>
          <a:lstStyle/>
          <a:p>
            <a:pPr>
              <a:lnSpc>
                <a:spcPts val="1562"/>
              </a:lnSpc>
              <a:spcBef>
                <a:spcPts val="0"/>
              </a:spcBef>
              <a:spcAft>
                <a:spcPts val="0"/>
              </a:spcAft>
            </a:pPr>
            <a:r>
              <a:rPr sz="1250" b="1">
                <a:solidFill>
                  <a:srgbClr val="11233E"/>
                </a:solidFill>
                <a:latin typeface="Arial"/>
                <a:ea typeface="Microsoft YaHei"/>
              </a:rPr>
              <a:t>NETWORK</a:t>
            </a:r>
            <a:r>
              <a:rPr sz="1250" b="1">
                <a:solidFill>
                  <a:srgbClr val="11233E"/>
                </a:solidFill>
                <a:latin typeface="Microsoft YaHei"/>
                <a:ea typeface="Microsoft YaHei"/>
              </a:rPr>
              <a:t>  </a:t>
            </a:r>
            <a:r>
              <a:rPr sz="1250" b="1">
                <a:solidFill>
                  <a:srgbClr val="11233E"/>
                </a:solidFill>
                <a:latin typeface="Arial"/>
                <a:ea typeface="Microsoft YaHei"/>
              </a:rPr>
              <a:t>•</a:t>
            </a:r>
            <a:r>
              <a:rPr sz="1250" b="1">
                <a:solidFill>
                  <a:srgbClr val="11233E"/>
                </a:solidFill>
                <a:latin typeface="Microsoft YaHei"/>
                <a:ea typeface="Microsoft YaHei"/>
              </a:rPr>
              <a:t>  </a:t>
            </a:r>
            <a:r>
              <a:rPr sz="1250" b="1">
                <a:solidFill>
                  <a:srgbClr val="11233E"/>
                </a:solidFill>
                <a:latin typeface="Arial"/>
                <a:ea typeface="Microsoft YaHei"/>
              </a:rPr>
              <a:t>HTTP(S)</a:t>
            </a:r>
            <a:r>
              <a:rPr sz="1250" b="1">
                <a:solidFill>
                  <a:srgbClr val="11233E"/>
                </a:solidFill>
                <a:latin typeface="Microsoft YaHei"/>
                <a:ea typeface="Microsoft YaHei"/>
              </a:rPr>
              <a:t> </a:t>
            </a:r>
            <a:r>
              <a:rPr sz="1250" b="1">
                <a:solidFill>
                  <a:srgbClr val="11233E"/>
                </a:solidFill>
                <a:latin typeface="Arial"/>
                <a:ea typeface="Microsoft YaHei"/>
              </a:rPr>
              <a:t>OVER</a:t>
            </a:r>
            <a:r>
              <a:rPr sz="1250" b="1">
                <a:solidFill>
                  <a:srgbClr val="11233E"/>
                </a:solidFill>
                <a:latin typeface="Microsoft YaHei"/>
                <a:ea typeface="Microsoft YaHei"/>
              </a:rPr>
              <a:t> </a:t>
            </a:r>
            <a:r>
              <a:rPr sz="1250" b="1">
                <a:solidFill>
                  <a:srgbClr val="11233E"/>
                </a:solidFill>
                <a:latin typeface="Arial"/>
                <a:ea typeface="Microsoft YaHei"/>
              </a:rPr>
              <a:t>LAN</a:t>
            </a:r>
            <a:r>
              <a:rPr sz="1250" b="1">
                <a:solidFill>
                  <a:srgbClr val="11233E"/>
                </a:solidFill>
                <a:latin typeface="Microsoft YaHei"/>
                <a:ea typeface="Microsoft YaHei"/>
              </a:rPr>
              <a:t> </a:t>
            </a:r>
            <a:r>
              <a:rPr sz="1250" b="1">
                <a:solidFill>
                  <a:srgbClr val="11233E"/>
                </a:solidFill>
                <a:latin typeface="Arial"/>
                <a:ea typeface="Microsoft YaHei"/>
              </a:rPr>
              <a:t>/</a:t>
            </a:r>
            <a:r>
              <a:rPr sz="1250" b="1">
                <a:solidFill>
                  <a:srgbClr val="11233E"/>
                </a:solidFill>
                <a:latin typeface="Microsoft YaHei"/>
                <a:ea typeface="Microsoft YaHei"/>
              </a:rPr>
              <a:t> </a:t>
            </a:r>
            <a:r>
              <a:rPr sz="1250" b="1">
                <a:solidFill>
                  <a:srgbClr val="11233E"/>
                </a:solidFill>
                <a:latin typeface="Arial"/>
                <a:ea typeface="Microsoft YaHei"/>
              </a:rPr>
              <a:t>VPN</a:t>
            </a:r>
          </a:p>
        </p:txBody>
      </p:sp>
      <p:sp>
        <p:nvSpPr>
          <p:cNvPr id="132" name="TextBox 131"/>
          <p:cNvSpPr txBox="1"/>
          <p:nvPr/>
        </p:nvSpPr>
        <p:spPr>
          <a:xfrm>
            <a:off x="12790369" y="5499100"/>
            <a:ext cx="3135430" cy="186690"/>
          </a:xfrm>
          <a:prstGeom prst="rect">
            <a:avLst/>
          </a:prstGeom>
          <a:noFill/>
        </p:spPr>
        <p:txBody>
          <a:bodyPr wrap="none" lIns="0" rIns="0" tIns="0" bIns="0">
            <a:spAutoFit/>
          </a:bodyPr>
          <a:lstStyle/>
          <a:p>
            <a:pPr>
              <a:lnSpc>
                <a:spcPts val="1312"/>
              </a:lnSpc>
              <a:spcBef>
                <a:spcPts val="0"/>
              </a:spcBef>
              <a:spcAft>
                <a:spcPts val="0"/>
              </a:spcAft>
            </a:pPr>
            <a:r>
              <a:rPr sz="1050" b="0">
                <a:solidFill>
                  <a:srgbClr val="62758C"/>
                </a:solidFill>
                <a:latin typeface="Arial"/>
                <a:ea typeface="Microsoft YaHei"/>
              </a:rPr>
              <a:t>PC-initiated</a:t>
            </a:r>
            <a:r>
              <a:rPr sz="1050" b="0">
                <a:solidFill>
                  <a:srgbClr val="62758C"/>
                </a:solidFill>
                <a:latin typeface="Microsoft YaHei"/>
                <a:ea typeface="Microsoft YaHei"/>
              </a:rPr>
              <a:t> </a:t>
            </a:r>
            <a:r>
              <a:rPr sz="1050" b="0">
                <a:solidFill>
                  <a:srgbClr val="62758C"/>
                </a:solidFill>
                <a:latin typeface="Arial"/>
                <a:ea typeface="Microsoft YaHei"/>
              </a:rPr>
              <a:t>connections</a:t>
            </a:r>
            <a:r>
              <a:rPr sz="1050" b="0">
                <a:solidFill>
                  <a:srgbClr val="62758C"/>
                </a:solidFill>
                <a:latin typeface="Microsoft YaHei"/>
                <a:ea typeface="Microsoft YaHei"/>
              </a:rPr>
              <a:t> </a:t>
            </a:r>
            <a:r>
              <a:rPr sz="1050" b="0">
                <a:solidFill>
                  <a:srgbClr val="62758C"/>
                </a:solidFill>
                <a:latin typeface="Arial"/>
                <a:ea typeface="Microsoft YaHei"/>
              </a:rPr>
              <a:t>•</a:t>
            </a:r>
            <a:r>
              <a:rPr sz="1050" b="0">
                <a:solidFill>
                  <a:srgbClr val="62758C"/>
                </a:solidFill>
                <a:latin typeface="Microsoft YaHei"/>
                <a:ea typeface="Microsoft YaHei"/>
              </a:rPr>
              <a:t> </a:t>
            </a:r>
            <a:r>
              <a:rPr sz="1050" b="0">
                <a:solidFill>
                  <a:srgbClr val="62758C"/>
                </a:solidFill>
                <a:latin typeface="Arial"/>
                <a:ea typeface="Microsoft YaHei"/>
              </a:rPr>
              <a:t>no</a:t>
            </a:r>
            <a:r>
              <a:rPr sz="1050" b="0">
                <a:solidFill>
                  <a:srgbClr val="62758C"/>
                </a:solidFill>
                <a:latin typeface="Microsoft YaHei"/>
                <a:ea typeface="Microsoft YaHei"/>
              </a:rPr>
              <a:t> </a:t>
            </a:r>
            <a:r>
              <a:rPr sz="1050" b="0">
                <a:solidFill>
                  <a:srgbClr val="62758C"/>
                </a:solidFill>
                <a:latin typeface="Arial"/>
                <a:ea typeface="Microsoft YaHei"/>
              </a:rPr>
              <a:t>SSH</a:t>
            </a:r>
            <a:r>
              <a:rPr sz="1050" b="0">
                <a:solidFill>
                  <a:srgbClr val="62758C"/>
                </a:solidFill>
                <a:latin typeface="Microsoft YaHei"/>
                <a:ea typeface="Microsoft YaHei"/>
              </a:rPr>
              <a:t> </a:t>
            </a:r>
            <a:r>
              <a:rPr sz="1050" b="0">
                <a:solidFill>
                  <a:srgbClr val="62758C"/>
                </a:solidFill>
                <a:latin typeface="Arial"/>
                <a:ea typeface="Microsoft YaHei"/>
              </a:rPr>
              <a:t>dependency</a:t>
            </a:r>
          </a:p>
        </p:txBody>
      </p:sp>
      <p:cxnSp>
        <p:nvCxnSpPr>
          <p:cNvPr id="133" name="Connector 132"/>
          <p:cNvCxnSpPr/>
          <p:nvPr/>
        </p:nvCxnSpPr>
        <p:spPr>
          <a:xfrm>
            <a:off x="7366000" y="5111750"/>
            <a:ext cx="0" cy="793750"/>
          </a:xfrm>
          <a:prstGeom prst="line">
            <a:avLst/>
          </a:prstGeom>
          <a:ln w="17780">
            <a:solidFill>
              <a:srgbClr val="7653CF"/>
            </a:solidFill>
          </a:ln>
        </p:spPr>
        <p:style>
          <a:lnRef idx="2">
            <a:schemeClr val="accent1"/>
          </a:lnRef>
          <a:fillRef idx="0">
            <a:schemeClr val="accent1"/>
          </a:fillRef>
          <a:effectRef idx="1">
            <a:schemeClr val="accent1"/>
          </a:effectRef>
          <a:fontRef idx="minor">
            <a:schemeClr val="tx1"/>
          </a:fontRef>
        </p:style>
      </p:cxnSp>
      <p:sp>
        <p:nvSpPr>
          <p:cNvPr id="134" name="Freeform 133"/>
          <p:cNvSpPr/>
          <p:nvPr/>
        </p:nvSpPr>
        <p:spPr>
          <a:xfrm>
            <a:off x="7340600" y="5842000"/>
            <a:ext cx="50800" cy="63500"/>
          </a:xfrm>
          <a:custGeom>
            <a:avLst/>
            <a:gdLst/>
            <a:ahLst/>
            <a:cxnLst/>
            <a:rect l="l" t="t" r="r" b="b"/>
            <a:pathLst>
              <a:path w="4" h="5">
                <a:moveTo>
                  <a:pt x="2" y="5"/>
                </a:moveTo>
                <a:lnTo>
                  <a:pt x="4"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5" name="Connector 134"/>
          <p:cNvCxnSpPr/>
          <p:nvPr/>
        </p:nvCxnSpPr>
        <p:spPr>
          <a:xfrm flipV="1">
            <a:off x="9906000" y="5111750"/>
            <a:ext cx="0" cy="1123950"/>
          </a:xfrm>
          <a:prstGeom prst="line">
            <a:avLst/>
          </a:prstGeom>
          <a:ln w="17780">
            <a:solidFill>
              <a:srgbClr val="278565"/>
            </a:solidFill>
          </a:ln>
        </p:spPr>
        <p:style>
          <a:lnRef idx="2">
            <a:schemeClr val="accent1"/>
          </a:lnRef>
          <a:fillRef idx="0">
            <a:schemeClr val="accent1"/>
          </a:fillRef>
          <a:effectRef idx="1">
            <a:schemeClr val="accent1"/>
          </a:effectRef>
          <a:fontRef idx="minor">
            <a:schemeClr val="tx1"/>
          </a:fontRef>
        </p:style>
      </p:cxnSp>
      <p:sp>
        <p:nvSpPr>
          <p:cNvPr id="136" name="Freeform 135"/>
          <p:cNvSpPr/>
          <p:nvPr/>
        </p:nvSpPr>
        <p:spPr>
          <a:xfrm>
            <a:off x="9880600" y="5105400"/>
            <a:ext cx="50800" cy="76200"/>
          </a:xfrm>
          <a:custGeom>
            <a:avLst/>
            <a:gdLst/>
            <a:ahLst/>
            <a:cxnLst/>
            <a:rect l="l" t="t" r="r" b="b"/>
            <a:pathLst>
              <a:path w="4" h="6">
                <a:moveTo>
                  <a:pt x="2" y="0"/>
                </a:moveTo>
                <a:lnTo>
                  <a:pt x="0" y="6"/>
                </a:lnTo>
                <a:lnTo>
                  <a:pt x="4" y="6"/>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7" name="Connector 136"/>
          <p:cNvCxnSpPr/>
          <p:nvPr/>
        </p:nvCxnSpPr>
        <p:spPr>
          <a:xfrm>
            <a:off x="1530350" y="5905500"/>
            <a:ext cx="13017500" cy="0"/>
          </a:xfrm>
          <a:prstGeom prst="line">
            <a:avLst/>
          </a:prstGeom>
          <a:ln w="19050">
            <a:solidFill>
              <a:srgbClr val="7653CF"/>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1708150" y="6235700"/>
            <a:ext cx="13017500" cy="0"/>
          </a:xfrm>
          <a:prstGeom prst="line">
            <a:avLst/>
          </a:prstGeom>
          <a:ln w="19050">
            <a:solidFill>
              <a:srgbClr val="278565"/>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387350" y="5803900"/>
            <a:ext cx="978185"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7653CF"/>
                </a:solidFill>
                <a:latin typeface="Arial"/>
                <a:ea typeface="Microsoft YaHei"/>
              </a:rPr>
              <a:t>Commands</a:t>
            </a:r>
            <a:r>
              <a:rPr sz="1000" b="1">
                <a:solidFill>
                  <a:srgbClr val="7653CF"/>
                </a:solidFill>
                <a:latin typeface="Microsoft YaHei"/>
                <a:ea typeface="Microsoft YaHei"/>
              </a:rPr>
              <a:t> </a:t>
            </a:r>
            <a:r>
              <a:rPr sz="1000" b="1">
                <a:solidFill>
                  <a:srgbClr val="7653CF"/>
                </a:solidFill>
                <a:latin typeface="Arial"/>
                <a:ea typeface="Microsoft YaHei"/>
              </a:rPr>
              <a:t>↓</a:t>
            </a:r>
          </a:p>
        </p:txBody>
      </p:sp>
      <p:sp>
        <p:nvSpPr>
          <p:cNvPr id="140" name="TextBox 139"/>
          <p:cNvSpPr txBox="1"/>
          <p:nvPr/>
        </p:nvSpPr>
        <p:spPr>
          <a:xfrm>
            <a:off x="387350" y="6146800"/>
            <a:ext cx="832395"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278565"/>
                </a:solidFill>
                <a:latin typeface="Arial"/>
                <a:ea typeface="Microsoft YaHei"/>
              </a:rPr>
              <a:t>Evidence</a:t>
            </a:r>
            <a:r>
              <a:rPr sz="1000" b="1">
                <a:solidFill>
                  <a:srgbClr val="278565"/>
                </a:solidFill>
                <a:latin typeface="Microsoft YaHei"/>
                <a:ea typeface="Microsoft YaHei"/>
              </a:rPr>
              <a:t> </a:t>
            </a:r>
            <a:r>
              <a:rPr sz="1000" b="1">
                <a:solidFill>
                  <a:srgbClr val="278565"/>
                </a:solidFill>
                <a:latin typeface="Arial"/>
                <a:ea typeface="Microsoft YaHei"/>
              </a:rPr>
              <a:t>↑</a:t>
            </a:r>
          </a:p>
        </p:txBody>
      </p:sp>
      <p:sp>
        <p:nvSpPr>
          <p:cNvPr id="141" name="TextBox 140"/>
          <p:cNvSpPr txBox="1"/>
          <p:nvPr/>
        </p:nvSpPr>
        <p:spPr>
          <a:xfrm>
            <a:off x="13381049" y="5683250"/>
            <a:ext cx="2544750"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62758C"/>
                </a:solidFill>
                <a:latin typeface="Arial"/>
                <a:ea typeface="Microsoft YaHei"/>
              </a:rPr>
              <a:t>Register</a:t>
            </a:r>
            <a:r>
              <a:rPr sz="900" b="0">
                <a:solidFill>
                  <a:srgbClr val="62758C"/>
                </a:solidFill>
                <a:latin typeface="Microsoft YaHei"/>
                <a:ea typeface="Microsoft YaHei"/>
              </a:rPr>
              <a:t> </a:t>
            </a:r>
            <a:r>
              <a:rPr sz="900" b="0">
                <a:solidFill>
                  <a:srgbClr val="62758C"/>
                </a:solidFill>
                <a:latin typeface="Arial"/>
                <a:ea typeface="Microsoft YaHei"/>
              </a:rPr>
              <a:t>/</a:t>
            </a:r>
            <a:r>
              <a:rPr sz="900" b="0">
                <a:solidFill>
                  <a:srgbClr val="62758C"/>
                </a:solidFill>
                <a:latin typeface="Microsoft YaHei"/>
                <a:ea typeface="Microsoft YaHei"/>
              </a:rPr>
              <a:t> </a:t>
            </a:r>
            <a:r>
              <a:rPr sz="900" b="0">
                <a:solidFill>
                  <a:srgbClr val="62758C"/>
                </a:solidFill>
                <a:latin typeface="Arial"/>
                <a:ea typeface="Microsoft YaHei"/>
              </a:rPr>
              <a:t>heartbeat</a:t>
            </a:r>
            <a:r>
              <a:rPr sz="900" b="0">
                <a:solidFill>
                  <a:srgbClr val="62758C"/>
                </a:solidFill>
                <a:latin typeface="Microsoft YaHei"/>
                <a:ea typeface="Microsoft YaHei"/>
              </a:rPr>
              <a:t> </a:t>
            </a:r>
            <a:r>
              <a:rPr sz="900" b="0">
                <a:solidFill>
                  <a:srgbClr val="62758C"/>
                </a:solidFill>
                <a:latin typeface="Arial"/>
                <a:ea typeface="Microsoft YaHei"/>
              </a:rPr>
              <a:t>/</a:t>
            </a:r>
            <a:r>
              <a:rPr sz="900" b="0">
                <a:solidFill>
                  <a:srgbClr val="62758C"/>
                </a:solidFill>
                <a:latin typeface="Microsoft YaHei"/>
                <a:ea typeface="Microsoft YaHei"/>
              </a:rPr>
              <a:t> </a:t>
            </a:r>
            <a:r>
              <a:rPr sz="900" b="0">
                <a:solidFill>
                  <a:srgbClr val="62758C"/>
                </a:solidFill>
                <a:latin typeface="Arial"/>
                <a:ea typeface="Microsoft YaHei"/>
              </a:rPr>
              <a:t>poll</a:t>
            </a:r>
            <a:r>
              <a:rPr sz="900" b="0">
                <a:solidFill>
                  <a:srgbClr val="62758C"/>
                </a:solidFill>
                <a:latin typeface="Microsoft YaHei"/>
                <a:ea typeface="Microsoft YaHei"/>
              </a:rPr>
              <a:t> </a:t>
            </a:r>
            <a:r>
              <a:rPr sz="900" b="0">
                <a:solidFill>
                  <a:srgbClr val="62758C"/>
                </a:solidFill>
                <a:latin typeface="Arial"/>
                <a:ea typeface="Microsoft YaHei"/>
              </a:rPr>
              <a:t>/</a:t>
            </a:r>
            <a:r>
              <a:rPr sz="900" b="0">
                <a:solidFill>
                  <a:srgbClr val="62758C"/>
                </a:solidFill>
                <a:latin typeface="Microsoft YaHei"/>
                <a:ea typeface="Microsoft YaHei"/>
              </a:rPr>
              <a:t> </a:t>
            </a:r>
            <a:r>
              <a:rPr sz="900" b="0">
                <a:solidFill>
                  <a:srgbClr val="62758C"/>
                </a:solidFill>
                <a:latin typeface="Arial"/>
                <a:ea typeface="Microsoft YaHei"/>
              </a:rPr>
              <a:t>results</a:t>
            </a:r>
            <a:r>
              <a:rPr sz="900" b="0">
                <a:solidFill>
                  <a:srgbClr val="62758C"/>
                </a:solidFill>
                <a:latin typeface="Microsoft YaHei"/>
                <a:ea typeface="Microsoft YaHei"/>
              </a:rPr>
              <a:t> </a:t>
            </a:r>
            <a:r>
              <a:rPr sz="900" b="0">
                <a:solidFill>
                  <a:srgbClr val="62758C"/>
                </a:solidFill>
                <a:latin typeface="Arial"/>
                <a:ea typeface="Microsoft YaHei"/>
              </a:rPr>
              <a:t>/</a:t>
            </a:r>
            <a:r>
              <a:rPr sz="900" b="0">
                <a:solidFill>
                  <a:srgbClr val="62758C"/>
                </a:solidFill>
                <a:latin typeface="Microsoft YaHei"/>
                <a:ea typeface="Microsoft YaHei"/>
              </a:rPr>
              <a:t> </a:t>
            </a:r>
            <a:r>
              <a:rPr sz="900" b="0">
                <a:solidFill>
                  <a:srgbClr val="62758C"/>
                </a:solidFill>
                <a:latin typeface="Arial"/>
                <a:ea typeface="Microsoft YaHei"/>
              </a:rPr>
              <a:t>artifacts</a:t>
            </a:r>
          </a:p>
        </p:txBody>
      </p:sp>
      <p:cxnSp>
        <p:nvCxnSpPr>
          <p:cNvPr id="142" name="Connector 141"/>
          <p:cNvCxnSpPr/>
          <p:nvPr/>
        </p:nvCxnSpPr>
        <p:spPr>
          <a:xfrm>
            <a:off x="1530350" y="5905500"/>
            <a:ext cx="0" cy="6985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143" name="Freeform 142"/>
          <p:cNvSpPr/>
          <p:nvPr/>
        </p:nvSpPr>
        <p:spPr>
          <a:xfrm>
            <a:off x="1511300" y="6553200"/>
            <a:ext cx="38100" cy="50800"/>
          </a:xfrm>
          <a:custGeom>
            <a:avLst/>
            <a:gdLst/>
            <a:ahLst/>
            <a:cxnLst/>
            <a:rect l="l" t="t" r="r" b="b"/>
            <a:pathLst>
              <a:path w="3" h="4">
                <a:moveTo>
                  <a:pt x="1" y="4"/>
                </a:moveTo>
                <a:lnTo>
                  <a:pt x="3"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4" name="Connector 143"/>
          <p:cNvCxnSpPr/>
          <p:nvPr/>
        </p:nvCxnSpPr>
        <p:spPr>
          <a:xfrm flipV="1">
            <a:off x="1708150" y="6235700"/>
            <a:ext cx="0" cy="368300"/>
          </a:xfrm>
          <a:prstGeom prst="line">
            <a:avLst/>
          </a:prstGeom>
          <a:ln w="12700">
            <a:solidFill>
              <a:srgbClr val="278565"/>
            </a:solidFill>
          </a:ln>
        </p:spPr>
        <p:style>
          <a:lnRef idx="2">
            <a:schemeClr val="accent1"/>
          </a:lnRef>
          <a:fillRef idx="0">
            <a:schemeClr val="accent1"/>
          </a:fillRef>
          <a:effectRef idx="1">
            <a:schemeClr val="accent1"/>
          </a:effectRef>
          <a:fontRef idx="minor">
            <a:schemeClr val="tx1"/>
          </a:fontRef>
        </p:style>
      </p:cxnSp>
      <p:sp>
        <p:nvSpPr>
          <p:cNvPr id="145" name="Freeform 144"/>
          <p:cNvSpPr/>
          <p:nvPr/>
        </p:nvSpPr>
        <p:spPr>
          <a:xfrm>
            <a:off x="1689100" y="6235700"/>
            <a:ext cx="38100" cy="50800"/>
          </a:xfrm>
          <a:custGeom>
            <a:avLst/>
            <a:gdLst/>
            <a:ahLst/>
            <a:cxnLst/>
            <a:rect l="l" t="t" r="r" b="b"/>
            <a:pathLst>
              <a:path w="3" h="4">
                <a:moveTo>
                  <a:pt x="1" y="0"/>
                </a:moveTo>
                <a:lnTo>
                  <a:pt x="0" y="4"/>
                </a:lnTo>
                <a:lnTo>
                  <a:pt x="3" y="4"/>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1506855" y="5882005"/>
            <a:ext cx="46990" cy="4699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684655" y="6212205"/>
            <a:ext cx="46990" cy="4699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381000" y="6604000"/>
            <a:ext cx="2476500" cy="1682750"/>
          </a:xfrm>
          <a:prstGeom prst="roundRect">
            <a:avLst>
              <a:gd name="adj" fmla="val 4905"/>
            </a:avLst>
          </a:prstGeom>
          <a:solidFill>
            <a:srgbClr val="E9F6F7"/>
          </a:solidFill>
          <a:ln w="1143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ounded Rectangle 148"/>
          <p:cNvSpPr/>
          <p:nvPr/>
        </p:nvSpPr>
        <p:spPr>
          <a:xfrm>
            <a:off x="495300" y="6711950"/>
            <a:ext cx="393700" cy="279400"/>
          </a:xfrm>
          <a:prstGeom prst="roundRect">
            <a:avLst>
              <a:gd name="adj" fmla="val 9090"/>
            </a:avLst>
          </a:prstGeom>
          <a:solidFill>
            <a:srgbClr val="EDF3FC"/>
          </a:solidFill>
          <a:ln w="1270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39750" y="6756400"/>
            <a:ext cx="304800"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1" name="Connector 150"/>
          <p:cNvCxnSpPr/>
          <p:nvPr/>
        </p:nvCxnSpPr>
        <p:spPr>
          <a:xfrm>
            <a:off x="692150" y="6991350"/>
            <a:ext cx="0" cy="63500"/>
          </a:xfrm>
          <a:prstGeom prst="line">
            <a:avLst/>
          </a:prstGeom>
          <a:ln w="127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577977" y="7067550"/>
            <a:ext cx="228346" cy="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96950" y="6718300"/>
            <a:ext cx="1421231"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A</a:t>
            </a:r>
            <a:r>
              <a:rPr sz="1150" b="1">
                <a:solidFill>
                  <a:srgbClr val="168D9D"/>
                </a:solidFill>
                <a:latin typeface="Microsoft YaHei"/>
                <a:ea typeface="Microsoft YaHei"/>
              </a:rPr>
              <a:t> </a:t>
            </a:r>
            <a:r>
              <a:rPr sz="1150" b="1">
                <a:solidFill>
                  <a:srgbClr val="168D9D"/>
                </a:solidFill>
                <a:latin typeface="Arial"/>
                <a:ea typeface="Microsoft YaHei"/>
              </a:rPr>
              <a:t>/</a:t>
            </a:r>
            <a:r>
              <a:rPr sz="1150" b="1">
                <a:solidFill>
                  <a:srgbClr val="168D9D"/>
                </a:solidFill>
                <a:latin typeface="Microsoft YaHei"/>
                <a:ea typeface="Microsoft YaHei"/>
              </a:rPr>
              <a:t> </a:t>
            </a:r>
            <a:r>
              <a:rPr sz="1150" b="1">
                <a:solidFill>
                  <a:srgbClr val="168D9D"/>
                </a:solidFill>
                <a:latin typeface="Arial"/>
                <a:ea typeface="Microsoft YaHei"/>
              </a:rPr>
              <a:t>Optical</a:t>
            </a:r>
            <a:r>
              <a:rPr sz="1150" b="1">
                <a:solidFill>
                  <a:srgbClr val="168D9D"/>
                </a:solidFill>
                <a:latin typeface="Microsoft YaHei"/>
                <a:ea typeface="Microsoft YaHei"/>
              </a:rPr>
              <a:t> </a:t>
            </a:r>
            <a:r>
              <a:rPr sz="1150" b="1">
                <a:solidFill>
                  <a:srgbClr val="168D9D"/>
                </a:solidFill>
                <a:latin typeface="Arial"/>
                <a:ea typeface="Microsoft YaHei"/>
              </a:rPr>
              <a:t>lab</a:t>
            </a:r>
          </a:p>
        </p:txBody>
      </p:sp>
      <p:sp>
        <p:nvSpPr>
          <p:cNvPr id="154" name="TextBox 153"/>
          <p:cNvSpPr txBox="1"/>
          <p:nvPr/>
        </p:nvSpPr>
        <p:spPr>
          <a:xfrm>
            <a:off x="996950" y="6972300"/>
            <a:ext cx="1355675"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62758C"/>
                </a:solidFill>
                <a:latin typeface="Arial"/>
                <a:ea typeface="Microsoft YaHei"/>
              </a:rPr>
              <a:t>SuperK</a:t>
            </a:r>
            <a:r>
              <a:rPr sz="800" b="0">
                <a:solidFill>
                  <a:srgbClr val="62758C"/>
                </a:solidFill>
                <a:latin typeface="Microsoft YaHei"/>
                <a:ea typeface="Microsoft YaHei"/>
              </a:rPr>
              <a:t> </a:t>
            </a:r>
            <a:r>
              <a:rPr sz="800" b="0">
                <a:solidFill>
                  <a:srgbClr val="62758C"/>
                </a:solidFill>
                <a:latin typeface="Arial"/>
                <a:ea typeface="Microsoft YaHei"/>
              </a:rPr>
              <a:t>+</a:t>
            </a:r>
            <a:r>
              <a:rPr sz="800" b="0">
                <a:solidFill>
                  <a:srgbClr val="62758C"/>
                </a:solidFill>
                <a:latin typeface="Microsoft YaHei"/>
                <a:ea typeface="Microsoft YaHei"/>
              </a:rPr>
              <a:t> </a:t>
            </a:r>
            <a:r>
              <a:rPr sz="800" b="0">
                <a:solidFill>
                  <a:srgbClr val="62758C"/>
                </a:solidFill>
                <a:latin typeface="Arial"/>
                <a:ea typeface="Microsoft YaHei"/>
              </a:rPr>
              <a:t>IR</a:t>
            </a:r>
            <a:r>
              <a:rPr sz="800" b="0">
                <a:solidFill>
                  <a:srgbClr val="62758C"/>
                </a:solidFill>
                <a:latin typeface="Microsoft YaHei"/>
                <a:ea typeface="Microsoft YaHei"/>
              </a:rPr>
              <a:t> </a:t>
            </a:r>
            <a:r>
              <a:rPr sz="800" b="0">
                <a:solidFill>
                  <a:srgbClr val="62758C"/>
                </a:solidFill>
                <a:latin typeface="Arial"/>
                <a:ea typeface="Microsoft YaHei"/>
              </a:rPr>
              <a:t>spectroscopy</a:t>
            </a:r>
          </a:p>
        </p:txBody>
      </p:sp>
      <p:sp>
        <p:nvSpPr>
          <p:cNvPr id="155" name="Rounded Rectangle 154"/>
          <p:cNvSpPr/>
          <p:nvPr/>
        </p:nvSpPr>
        <p:spPr>
          <a:xfrm>
            <a:off x="495300" y="7207250"/>
            <a:ext cx="2247900" cy="406400"/>
          </a:xfrm>
          <a:prstGeom prst="roundRect">
            <a:avLst>
              <a:gd name="adj" fmla="val 12500"/>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71500" y="7270750"/>
            <a:ext cx="1260490"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Local</a:t>
            </a:r>
            <a:r>
              <a:rPr sz="1150" b="1">
                <a:solidFill>
                  <a:srgbClr val="168D9D"/>
                </a:solidFill>
                <a:latin typeface="Microsoft YaHei"/>
                <a:ea typeface="Microsoft YaHei"/>
              </a:rPr>
              <a:t> </a:t>
            </a: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Agent</a:t>
            </a:r>
          </a:p>
        </p:txBody>
      </p:sp>
      <p:sp>
        <p:nvSpPr>
          <p:cNvPr id="157" name="TextBox 156"/>
          <p:cNvSpPr txBox="1"/>
          <p:nvPr/>
        </p:nvSpPr>
        <p:spPr>
          <a:xfrm>
            <a:off x="577850" y="7461250"/>
            <a:ext cx="1548448"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Persistent</a:t>
            </a:r>
            <a:r>
              <a:rPr sz="850" b="0">
                <a:solidFill>
                  <a:srgbClr val="62758C"/>
                </a:solidFill>
                <a:latin typeface="Microsoft YaHei"/>
                <a:ea typeface="Microsoft YaHei"/>
              </a:rPr>
              <a:t> </a:t>
            </a:r>
            <a:r>
              <a:rPr sz="850" b="0">
                <a:solidFill>
                  <a:srgbClr val="62758C"/>
                </a:solidFill>
                <a:latin typeface="Arial"/>
                <a:ea typeface="Microsoft YaHei"/>
              </a:rPr>
              <a:t>execution</a:t>
            </a:r>
            <a:r>
              <a:rPr sz="850" b="0">
                <a:solidFill>
                  <a:srgbClr val="62758C"/>
                </a:solidFill>
                <a:latin typeface="Microsoft YaHei"/>
                <a:ea typeface="Microsoft YaHei"/>
              </a:rPr>
              <a:t> </a:t>
            </a:r>
            <a:r>
              <a:rPr sz="850" b="0">
                <a:solidFill>
                  <a:srgbClr val="62758C"/>
                </a:solidFill>
                <a:latin typeface="Arial"/>
                <a:ea typeface="Microsoft YaHei"/>
              </a:rPr>
              <a:t>worker</a:t>
            </a:r>
          </a:p>
        </p:txBody>
      </p:sp>
      <p:cxnSp>
        <p:nvCxnSpPr>
          <p:cNvPr id="158" name="Connector 157"/>
          <p:cNvCxnSpPr/>
          <p:nvPr/>
        </p:nvCxnSpPr>
        <p:spPr>
          <a:xfrm>
            <a:off x="1619250" y="7613650"/>
            <a:ext cx="0" cy="114300"/>
          </a:xfrm>
          <a:prstGeom prst="line">
            <a:avLst/>
          </a:prstGeom>
          <a:ln w="11430">
            <a:solidFill>
              <a:srgbClr val="168D9D"/>
            </a:solidFill>
          </a:ln>
        </p:spPr>
        <p:style>
          <a:lnRef idx="2">
            <a:schemeClr val="accent1"/>
          </a:lnRef>
          <a:fillRef idx="0">
            <a:schemeClr val="accent1"/>
          </a:fillRef>
          <a:effectRef idx="1">
            <a:schemeClr val="accent1"/>
          </a:effectRef>
          <a:fontRef idx="minor">
            <a:schemeClr val="tx1"/>
          </a:fontRef>
        </p:style>
      </p:cxnSp>
      <p:sp>
        <p:nvSpPr>
          <p:cNvPr id="159" name="Freeform 158"/>
          <p:cNvSpPr/>
          <p:nvPr/>
        </p:nvSpPr>
        <p:spPr>
          <a:xfrm>
            <a:off x="1600200" y="7683500"/>
            <a:ext cx="38100" cy="38100"/>
          </a:xfrm>
          <a:custGeom>
            <a:avLst/>
            <a:gdLst/>
            <a:ahLst/>
            <a:cxnLst/>
            <a:rect l="l" t="t" r="r" b="b"/>
            <a:pathLst>
              <a:path w="3" h="3">
                <a:moveTo>
                  <a:pt x="2"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ounded Rectangle 159"/>
          <p:cNvSpPr/>
          <p:nvPr/>
        </p:nvSpPr>
        <p:spPr>
          <a:xfrm>
            <a:off x="495300" y="7727950"/>
            <a:ext cx="2247900" cy="431800"/>
          </a:xfrm>
          <a:prstGeom prst="roundRect">
            <a:avLst>
              <a:gd name="adj" fmla="val 11764"/>
            </a:avLst>
          </a:prstGeom>
          <a:solidFill>
            <a:srgbClr val="FFFFFF"/>
          </a:solidFill>
          <a:ln w="762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571500" y="7791450"/>
            <a:ext cx="1948048"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168D9D"/>
                </a:solidFill>
                <a:latin typeface="Arial"/>
                <a:ea typeface="Microsoft YaHei"/>
              </a:rPr>
              <a:t>Driver</a:t>
            </a:r>
            <a:r>
              <a:rPr sz="1000" b="1">
                <a:solidFill>
                  <a:srgbClr val="168D9D"/>
                </a:solidFill>
                <a:latin typeface="Microsoft YaHei"/>
                <a:ea typeface="Microsoft YaHei"/>
              </a:rPr>
              <a:t> </a:t>
            </a:r>
            <a:r>
              <a:rPr sz="1000" b="1">
                <a:solidFill>
                  <a:srgbClr val="168D9D"/>
                </a:solidFill>
                <a:latin typeface="Arial"/>
                <a:ea typeface="Microsoft YaHei"/>
              </a:rPr>
              <a:t>adapters</a:t>
            </a:r>
            <a:r>
              <a:rPr sz="1000" b="1">
                <a:solidFill>
                  <a:srgbClr val="168D9D"/>
                </a:solidFill>
                <a:latin typeface="Microsoft YaHei"/>
                <a:ea typeface="Microsoft YaHei"/>
              </a:rPr>
              <a:t> </a:t>
            </a:r>
            <a:r>
              <a:rPr sz="1000" b="1">
                <a:solidFill>
                  <a:srgbClr val="168D9D"/>
                </a:solidFill>
                <a:latin typeface="Arial"/>
                <a:ea typeface="Microsoft YaHei"/>
              </a:rPr>
              <a:t>+</a:t>
            </a:r>
            <a:r>
              <a:rPr sz="1000" b="1">
                <a:solidFill>
                  <a:srgbClr val="168D9D"/>
                </a:solidFill>
                <a:latin typeface="Microsoft YaHei"/>
                <a:ea typeface="Microsoft YaHei"/>
              </a:rPr>
              <a:t> </a:t>
            </a:r>
            <a:r>
              <a:rPr sz="1000" b="1">
                <a:solidFill>
                  <a:srgbClr val="168D9D"/>
                </a:solidFill>
                <a:latin typeface="Arial"/>
                <a:ea typeface="Microsoft YaHei"/>
              </a:rPr>
              <a:t>sessions</a:t>
            </a:r>
          </a:p>
        </p:txBody>
      </p:sp>
      <p:sp>
        <p:nvSpPr>
          <p:cNvPr id="162" name="TextBox 161"/>
          <p:cNvSpPr txBox="1"/>
          <p:nvPr/>
        </p:nvSpPr>
        <p:spPr>
          <a:xfrm>
            <a:off x="571500" y="8001000"/>
            <a:ext cx="1959173"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278565"/>
                </a:solidFill>
                <a:latin typeface="Arial"/>
                <a:ea typeface="Microsoft YaHei"/>
              </a:rPr>
              <a:t>Journal</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watchdog</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raw-data</a:t>
            </a:r>
            <a:r>
              <a:rPr sz="800" b="0">
                <a:solidFill>
                  <a:srgbClr val="278565"/>
                </a:solidFill>
                <a:latin typeface="Microsoft YaHei"/>
                <a:ea typeface="Microsoft YaHei"/>
              </a:rPr>
              <a:t> </a:t>
            </a:r>
            <a:r>
              <a:rPr sz="800" b="0">
                <a:solidFill>
                  <a:srgbClr val="278565"/>
                </a:solidFill>
                <a:latin typeface="Arial"/>
                <a:ea typeface="Microsoft YaHei"/>
              </a:rPr>
              <a:t>outbox</a:t>
            </a:r>
          </a:p>
        </p:txBody>
      </p:sp>
      <p:cxnSp>
        <p:nvCxnSpPr>
          <p:cNvPr id="163" name="Connector 162"/>
          <p:cNvCxnSpPr/>
          <p:nvPr/>
        </p:nvCxnSpPr>
        <p:spPr>
          <a:xfrm>
            <a:off x="5969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164" name="Freeform 163"/>
          <p:cNvSpPr/>
          <p:nvPr/>
        </p:nvSpPr>
        <p:spPr>
          <a:xfrm>
            <a:off x="571500" y="8585200"/>
            <a:ext cx="50800" cy="50800"/>
          </a:xfrm>
          <a:custGeom>
            <a:avLst/>
            <a:gdLst/>
            <a:ahLst/>
            <a:cxnLst/>
            <a:rect l="l" t="t" r="r" b="b"/>
            <a:pathLst>
              <a:path w="4" h="4">
                <a:moveTo>
                  <a:pt x="2" y="4"/>
                </a:moveTo>
                <a:lnTo>
                  <a:pt x="4" y="0"/>
                </a:lnTo>
                <a:lnTo>
                  <a:pt x="0"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5" name="Connector 164"/>
          <p:cNvCxnSpPr/>
          <p:nvPr/>
        </p:nvCxnSpPr>
        <p:spPr>
          <a:xfrm flipV="1">
            <a:off x="6858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166" name="Freeform 165"/>
          <p:cNvSpPr/>
          <p:nvPr/>
        </p:nvSpPr>
        <p:spPr>
          <a:xfrm>
            <a:off x="660400" y="8280400"/>
            <a:ext cx="50800" cy="63500"/>
          </a:xfrm>
          <a:custGeom>
            <a:avLst/>
            <a:gdLst/>
            <a:ahLst/>
            <a:cxnLst/>
            <a:rect l="l" t="t" r="r" b="b"/>
            <a:pathLst>
              <a:path w="4" h="5">
                <a:moveTo>
                  <a:pt x="2" y="0"/>
                </a:moveTo>
                <a:lnTo>
                  <a:pt x="0" y="5"/>
                </a:lnTo>
                <a:lnTo>
                  <a:pt x="4" y="5"/>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755650" y="8388350"/>
            <a:ext cx="1311200"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3B6CB0"/>
                </a:solidFill>
                <a:latin typeface="Arial"/>
                <a:ea typeface="Microsoft YaHei"/>
              </a:rPr>
              <a:t>Vendor</a:t>
            </a:r>
            <a:r>
              <a:rPr sz="850" b="0">
                <a:solidFill>
                  <a:srgbClr val="3B6CB0"/>
                </a:solidFill>
                <a:latin typeface="Microsoft YaHei"/>
                <a:ea typeface="Microsoft YaHei"/>
              </a:rPr>
              <a:t> </a:t>
            </a:r>
            <a:r>
              <a:rPr sz="850" b="0">
                <a:solidFill>
                  <a:srgbClr val="3B6CB0"/>
                </a:solidFill>
                <a:latin typeface="Arial"/>
                <a:ea typeface="Microsoft YaHei"/>
              </a:rPr>
              <a:t>SDK</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USB</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LAN</a:t>
            </a:r>
          </a:p>
        </p:txBody>
      </p:sp>
      <p:sp>
        <p:nvSpPr>
          <p:cNvPr id="168" name="Rounded Rectangle 167"/>
          <p:cNvSpPr/>
          <p:nvPr/>
        </p:nvSpPr>
        <p:spPr>
          <a:xfrm>
            <a:off x="381000" y="8636000"/>
            <a:ext cx="2476500" cy="1365250"/>
          </a:xfrm>
          <a:prstGeom prst="roundRect">
            <a:avLst>
              <a:gd name="adj" fmla="val 5116"/>
            </a:avLst>
          </a:prstGeom>
          <a:solidFill>
            <a:srgbClr val="F5F8FC"/>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495300" y="8718550"/>
            <a:ext cx="1261163"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3B6CB0"/>
                </a:solidFill>
                <a:latin typeface="Arial"/>
                <a:ea typeface="Microsoft YaHei"/>
              </a:rPr>
              <a:t>PHYSICAL</a:t>
            </a:r>
            <a:r>
              <a:rPr sz="900" b="1">
                <a:solidFill>
                  <a:srgbClr val="3B6CB0"/>
                </a:solidFill>
                <a:latin typeface="Microsoft YaHei"/>
                <a:ea typeface="Microsoft YaHei"/>
              </a:rPr>
              <a:t> </a:t>
            </a:r>
            <a:r>
              <a:rPr sz="900" b="1">
                <a:solidFill>
                  <a:srgbClr val="3B6CB0"/>
                </a:solidFill>
                <a:latin typeface="Arial"/>
                <a:ea typeface="Microsoft YaHei"/>
              </a:rPr>
              <a:t>DEVICES</a:t>
            </a:r>
          </a:p>
        </p:txBody>
      </p:sp>
      <p:sp>
        <p:nvSpPr>
          <p:cNvPr id="170" name="Rounded Rectangle 169"/>
          <p:cNvSpPr/>
          <p:nvPr/>
        </p:nvSpPr>
        <p:spPr>
          <a:xfrm>
            <a:off x="495300" y="8953500"/>
            <a:ext cx="2247900" cy="368300"/>
          </a:xfrm>
          <a:prstGeom prst="roundRect">
            <a:avLst>
              <a:gd name="adj" fmla="val 862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ounded Rectangle 170"/>
          <p:cNvSpPr/>
          <p:nvPr/>
        </p:nvSpPr>
        <p:spPr>
          <a:xfrm>
            <a:off x="552450" y="9004300"/>
            <a:ext cx="1835150" cy="266700"/>
          </a:xfrm>
          <a:prstGeom prst="roundRect">
            <a:avLst>
              <a:gd name="adj" fmla="val 7142"/>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03250" y="9036050"/>
            <a:ext cx="492773"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FFFFFF"/>
                </a:solidFill>
                <a:latin typeface="Arial"/>
                <a:ea typeface="Microsoft YaHei"/>
              </a:rPr>
              <a:t>SuperK</a:t>
            </a:r>
          </a:p>
        </p:txBody>
      </p:sp>
      <p:sp>
        <p:nvSpPr>
          <p:cNvPr id="173" name="Oval 172"/>
          <p:cNvSpPr/>
          <p:nvPr/>
        </p:nvSpPr>
        <p:spPr>
          <a:xfrm>
            <a:off x="2489200" y="907415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2655570" y="924052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ounded Rectangle 174"/>
          <p:cNvSpPr/>
          <p:nvPr/>
        </p:nvSpPr>
        <p:spPr>
          <a:xfrm>
            <a:off x="495300" y="9467850"/>
            <a:ext cx="2247900" cy="368300"/>
          </a:xfrm>
          <a:prstGeom prst="roundRect">
            <a:avLst>
              <a:gd name="adj" fmla="val 862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ounded Rectangle 175"/>
          <p:cNvSpPr/>
          <p:nvPr/>
        </p:nvSpPr>
        <p:spPr>
          <a:xfrm>
            <a:off x="552450" y="9518650"/>
            <a:ext cx="1835150" cy="266700"/>
          </a:xfrm>
          <a:prstGeom prst="roundRect">
            <a:avLst>
              <a:gd name="adj" fmla="val 7142"/>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03250" y="9550400"/>
            <a:ext cx="1023825"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FFFFFF"/>
                </a:solidFill>
                <a:latin typeface="Arial"/>
                <a:ea typeface="Microsoft YaHei"/>
              </a:rPr>
              <a:t>IR</a:t>
            </a:r>
            <a:r>
              <a:rPr sz="850" b="1">
                <a:solidFill>
                  <a:srgbClr val="FFFFFF"/>
                </a:solidFill>
                <a:latin typeface="Microsoft YaHei"/>
                <a:ea typeface="Microsoft YaHei"/>
              </a:rPr>
              <a:t> </a:t>
            </a:r>
            <a:r>
              <a:rPr sz="850" b="1">
                <a:solidFill>
                  <a:srgbClr val="FFFFFF"/>
                </a:solidFill>
                <a:latin typeface="Arial"/>
                <a:ea typeface="Microsoft YaHei"/>
              </a:rPr>
              <a:t>spectrometer</a:t>
            </a:r>
          </a:p>
        </p:txBody>
      </p:sp>
      <p:sp>
        <p:nvSpPr>
          <p:cNvPr id="178" name="Oval 177"/>
          <p:cNvSpPr/>
          <p:nvPr/>
        </p:nvSpPr>
        <p:spPr>
          <a:xfrm>
            <a:off x="2489200" y="958850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2655570" y="975487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0" name="Connector 179"/>
          <p:cNvCxnSpPr/>
          <p:nvPr/>
        </p:nvCxnSpPr>
        <p:spPr>
          <a:xfrm>
            <a:off x="4133850" y="5905500"/>
            <a:ext cx="0" cy="6985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181" name="Freeform 180"/>
          <p:cNvSpPr/>
          <p:nvPr/>
        </p:nvSpPr>
        <p:spPr>
          <a:xfrm>
            <a:off x="4114800" y="6553200"/>
            <a:ext cx="38100" cy="50800"/>
          </a:xfrm>
          <a:custGeom>
            <a:avLst/>
            <a:gdLst/>
            <a:ahLst/>
            <a:cxnLst/>
            <a:rect l="l" t="t" r="r" b="b"/>
            <a:pathLst>
              <a:path w="3" h="4">
                <a:moveTo>
                  <a:pt x="2" y="4"/>
                </a:moveTo>
                <a:lnTo>
                  <a:pt x="3"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2" name="Connector 181"/>
          <p:cNvCxnSpPr/>
          <p:nvPr/>
        </p:nvCxnSpPr>
        <p:spPr>
          <a:xfrm flipV="1">
            <a:off x="4311650" y="6235700"/>
            <a:ext cx="0" cy="368300"/>
          </a:xfrm>
          <a:prstGeom prst="line">
            <a:avLst/>
          </a:prstGeom>
          <a:ln w="12700">
            <a:solidFill>
              <a:srgbClr val="278565"/>
            </a:solidFill>
          </a:ln>
        </p:spPr>
        <p:style>
          <a:lnRef idx="2">
            <a:schemeClr val="accent1"/>
          </a:lnRef>
          <a:fillRef idx="0">
            <a:schemeClr val="accent1"/>
          </a:fillRef>
          <a:effectRef idx="1">
            <a:schemeClr val="accent1"/>
          </a:effectRef>
          <a:fontRef idx="minor">
            <a:schemeClr val="tx1"/>
          </a:fontRef>
        </p:style>
      </p:cxnSp>
      <p:sp>
        <p:nvSpPr>
          <p:cNvPr id="183" name="Freeform 182"/>
          <p:cNvSpPr/>
          <p:nvPr/>
        </p:nvSpPr>
        <p:spPr>
          <a:xfrm>
            <a:off x="4292600" y="6235700"/>
            <a:ext cx="38100" cy="50800"/>
          </a:xfrm>
          <a:custGeom>
            <a:avLst/>
            <a:gdLst/>
            <a:ahLst/>
            <a:cxnLst/>
            <a:rect l="l" t="t" r="r" b="b"/>
            <a:pathLst>
              <a:path w="3" h="4">
                <a:moveTo>
                  <a:pt x="2" y="0"/>
                </a:moveTo>
                <a:lnTo>
                  <a:pt x="0" y="4"/>
                </a:lnTo>
                <a:lnTo>
                  <a:pt x="3" y="4"/>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110354" y="5882005"/>
            <a:ext cx="46990" cy="4699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288155" y="6212205"/>
            <a:ext cx="46990" cy="4699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ounded Rectangle 185"/>
          <p:cNvSpPr/>
          <p:nvPr/>
        </p:nvSpPr>
        <p:spPr>
          <a:xfrm>
            <a:off x="2984500" y="6604000"/>
            <a:ext cx="2476500" cy="1682750"/>
          </a:xfrm>
          <a:prstGeom prst="roundRect">
            <a:avLst>
              <a:gd name="adj" fmla="val 4905"/>
            </a:avLst>
          </a:prstGeom>
          <a:solidFill>
            <a:srgbClr val="E9F6F7"/>
          </a:solidFill>
          <a:ln w="1143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ounded Rectangle 186"/>
          <p:cNvSpPr/>
          <p:nvPr/>
        </p:nvSpPr>
        <p:spPr>
          <a:xfrm>
            <a:off x="3098800" y="6711950"/>
            <a:ext cx="393700" cy="279400"/>
          </a:xfrm>
          <a:prstGeom prst="roundRect">
            <a:avLst>
              <a:gd name="adj" fmla="val 9090"/>
            </a:avLst>
          </a:prstGeom>
          <a:solidFill>
            <a:srgbClr val="EDF3FC"/>
          </a:solidFill>
          <a:ln w="1270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3143250" y="6756400"/>
            <a:ext cx="304800"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9" name="Connector 188"/>
          <p:cNvCxnSpPr/>
          <p:nvPr/>
        </p:nvCxnSpPr>
        <p:spPr>
          <a:xfrm>
            <a:off x="3295650" y="6991350"/>
            <a:ext cx="0" cy="63500"/>
          </a:xfrm>
          <a:prstGeom prst="line">
            <a:avLst/>
          </a:prstGeom>
          <a:ln w="127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3181477" y="7067550"/>
            <a:ext cx="228346" cy="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3600450" y="6718300"/>
            <a:ext cx="1445335"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B</a:t>
            </a:r>
            <a:r>
              <a:rPr sz="1150" b="1">
                <a:solidFill>
                  <a:srgbClr val="168D9D"/>
                </a:solidFill>
                <a:latin typeface="Microsoft YaHei"/>
                <a:ea typeface="Microsoft YaHei"/>
              </a:rPr>
              <a:t> </a:t>
            </a:r>
            <a:r>
              <a:rPr sz="1150" b="1">
                <a:solidFill>
                  <a:srgbClr val="168D9D"/>
                </a:solidFill>
                <a:latin typeface="Arial"/>
                <a:ea typeface="Microsoft YaHei"/>
              </a:rPr>
              <a:t>/</a:t>
            </a:r>
            <a:r>
              <a:rPr sz="1150" b="1">
                <a:solidFill>
                  <a:srgbClr val="168D9D"/>
                </a:solidFill>
                <a:latin typeface="Microsoft YaHei"/>
                <a:ea typeface="Microsoft YaHei"/>
              </a:rPr>
              <a:t> </a:t>
            </a:r>
            <a:r>
              <a:rPr sz="1150" b="1">
                <a:solidFill>
                  <a:srgbClr val="168D9D"/>
                </a:solidFill>
                <a:latin typeface="Arial"/>
                <a:ea typeface="Microsoft YaHei"/>
              </a:rPr>
              <a:t>Sample</a:t>
            </a:r>
            <a:r>
              <a:rPr sz="1150" b="1">
                <a:solidFill>
                  <a:srgbClr val="168D9D"/>
                </a:solidFill>
                <a:latin typeface="Microsoft YaHei"/>
                <a:ea typeface="Microsoft YaHei"/>
              </a:rPr>
              <a:t> </a:t>
            </a:r>
            <a:r>
              <a:rPr sz="1150" b="1">
                <a:solidFill>
                  <a:srgbClr val="168D9D"/>
                </a:solidFill>
                <a:latin typeface="Arial"/>
                <a:ea typeface="Microsoft YaHei"/>
              </a:rPr>
              <a:t>lab</a:t>
            </a:r>
          </a:p>
        </p:txBody>
      </p:sp>
      <p:sp>
        <p:nvSpPr>
          <p:cNvPr id="192" name="TextBox 191"/>
          <p:cNvSpPr txBox="1"/>
          <p:nvPr/>
        </p:nvSpPr>
        <p:spPr>
          <a:xfrm>
            <a:off x="3600450" y="6972300"/>
            <a:ext cx="1733847"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62758C"/>
                </a:solidFill>
                <a:latin typeface="Arial"/>
                <a:ea typeface="Microsoft YaHei"/>
              </a:rPr>
              <a:t>Environment</a:t>
            </a:r>
            <a:r>
              <a:rPr sz="800" b="0">
                <a:solidFill>
                  <a:srgbClr val="62758C"/>
                </a:solidFill>
                <a:latin typeface="Microsoft YaHei"/>
                <a:ea typeface="Microsoft YaHei"/>
              </a:rPr>
              <a:t> </a:t>
            </a:r>
            <a:r>
              <a:rPr sz="800" b="0">
                <a:solidFill>
                  <a:srgbClr val="62758C"/>
                </a:solidFill>
                <a:latin typeface="Arial"/>
                <a:ea typeface="Microsoft YaHei"/>
              </a:rPr>
              <a:t>+</a:t>
            </a:r>
            <a:r>
              <a:rPr sz="800" b="0">
                <a:solidFill>
                  <a:srgbClr val="62758C"/>
                </a:solidFill>
                <a:latin typeface="Microsoft YaHei"/>
                <a:ea typeface="Microsoft YaHei"/>
              </a:rPr>
              <a:t> </a:t>
            </a:r>
            <a:r>
              <a:rPr sz="800" b="0">
                <a:solidFill>
                  <a:srgbClr val="62758C"/>
                </a:solidFill>
                <a:latin typeface="Arial"/>
                <a:ea typeface="Microsoft YaHei"/>
              </a:rPr>
              <a:t>electrical</a:t>
            </a:r>
            <a:r>
              <a:rPr sz="800" b="0">
                <a:solidFill>
                  <a:srgbClr val="62758C"/>
                </a:solidFill>
                <a:latin typeface="Microsoft YaHei"/>
                <a:ea typeface="Microsoft YaHei"/>
              </a:rPr>
              <a:t> </a:t>
            </a:r>
            <a:r>
              <a:rPr sz="800" b="0">
                <a:solidFill>
                  <a:srgbClr val="62758C"/>
                </a:solidFill>
                <a:latin typeface="Arial"/>
                <a:ea typeface="Microsoft YaHei"/>
              </a:rPr>
              <a:t>/</a:t>
            </a:r>
            <a:r>
              <a:rPr sz="800" b="0">
                <a:solidFill>
                  <a:srgbClr val="62758C"/>
                </a:solidFill>
                <a:latin typeface="Microsoft YaHei"/>
                <a:ea typeface="Microsoft YaHei"/>
              </a:rPr>
              <a:t> </a:t>
            </a:r>
            <a:r>
              <a:rPr sz="800" b="0">
                <a:solidFill>
                  <a:srgbClr val="62758C"/>
                </a:solidFill>
                <a:latin typeface="Arial"/>
                <a:ea typeface="Microsoft YaHei"/>
              </a:rPr>
              <a:t>optical</a:t>
            </a:r>
          </a:p>
        </p:txBody>
      </p:sp>
      <p:sp>
        <p:nvSpPr>
          <p:cNvPr id="193" name="Rounded Rectangle 192"/>
          <p:cNvSpPr/>
          <p:nvPr/>
        </p:nvSpPr>
        <p:spPr>
          <a:xfrm>
            <a:off x="3098800" y="7207250"/>
            <a:ext cx="2247900" cy="406400"/>
          </a:xfrm>
          <a:prstGeom prst="roundRect">
            <a:avLst>
              <a:gd name="adj" fmla="val 12500"/>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3175000" y="7270750"/>
            <a:ext cx="1260490"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Local</a:t>
            </a:r>
            <a:r>
              <a:rPr sz="1150" b="1">
                <a:solidFill>
                  <a:srgbClr val="168D9D"/>
                </a:solidFill>
                <a:latin typeface="Microsoft YaHei"/>
                <a:ea typeface="Microsoft YaHei"/>
              </a:rPr>
              <a:t> </a:t>
            </a: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Agent</a:t>
            </a:r>
          </a:p>
        </p:txBody>
      </p:sp>
      <p:sp>
        <p:nvSpPr>
          <p:cNvPr id="195" name="TextBox 194"/>
          <p:cNvSpPr txBox="1"/>
          <p:nvPr/>
        </p:nvSpPr>
        <p:spPr>
          <a:xfrm>
            <a:off x="3181350" y="7461250"/>
            <a:ext cx="1548448"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Persistent</a:t>
            </a:r>
            <a:r>
              <a:rPr sz="850" b="0">
                <a:solidFill>
                  <a:srgbClr val="62758C"/>
                </a:solidFill>
                <a:latin typeface="Microsoft YaHei"/>
                <a:ea typeface="Microsoft YaHei"/>
              </a:rPr>
              <a:t> </a:t>
            </a:r>
            <a:r>
              <a:rPr sz="850" b="0">
                <a:solidFill>
                  <a:srgbClr val="62758C"/>
                </a:solidFill>
                <a:latin typeface="Arial"/>
                <a:ea typeface="Microsoft YaHei"/>
              </a:rPr>
              <a:t>execution</a:t>
            </a:r>
            <a:r>
              <a:rPr sz="850" b="0">
                <a:solidFill>
                  <a:srgbClr val="62758C"/>
                </a:solidFill>
                <a:latin typeface="Microsoft YaHei"/>
                <a:ea typeface="Microsoft YaHei"/>
              </a:rPr>
              <a:t> </a:t>
            </a:r>
            <a:r>
              <a:rPr sz="850" b="0">
                <a:solidFill>
                  <a:srgbClr val="62758C"/>
                </a:solidFill>
                <a:latin typeface="Arial"/>
                <a:ea typeface="Microsoft YaHei"/>
              </a:rPr>
              <a:t>worker</a:t>
            </a:r>
          </a:p>
        </p:txBody>
      </p:sp>
      <p:cxnSp>
        <p:nvCxnSpPr>
          <p:cNvPr id="196" name="Connector 195"/>
          <p:cNvCxnSpPr/>
          <p:nvPr/>
        </p:nvCxnSpPr>
        <p:spPr>
          <a:xfrm>
            <a:off x="4222750" y="7613650"/>
            <a:ext cx="0" cy="114300"/>
          </a:xfrm>
          <a:prstGeom prst="line">
            <a:avLst/>
          </a:prstGeom>
          <a:ln w="11430">
            <a:solidFill>
              <a:srgbClr val="168D9D"/>
            </a:solidFill>
          </a:ln>
        </p:spPr>
        <p:style>
          <a:lnRef idx="2">
            <a:schemeClr val="accent1"/>
          </a:lnRef>
          <a:fillRef idx="0">
            <a:schemeClr val="accent1"/>
          </a:fillRef>
          <a:effectRef idx="1">
            <a:schemeClr val="accent1"/>
          </a:effectRef>
          <a:fontRef idx="minor">
            <a:schemeClr val="tx1"/>
          </a:fontRef>
        </p:style>
      </p:cxnSp>
      <p:sp>
        <p:nvSpPr>
          <p:cNvPr id="197" name="Freeform 196"/>
          <p:cNvSpPr/>
          <p:nvPr/>
        </p:nvSpPr>
        <p:spPr>
          <a:xfrm>
            <a:off x="4203700" y="7683500"/>
            <a:ext cx="38100" cy="38100"/>
          </a:xfrm>
          <a:custGeom>
            <a:avLst/>
            <a:gdLst/>
            <a:ahLst/>
            <a:cxnLst/>
            <a:rect l="l" t="t" r="r" b="b"/>
            <a:pathLst>
              <a:path w="3" h="3">
                <a:moveTo>
                  <a:pt x="1"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ounded Rectangle 197"/>
          <p:cNvSpPr/>
          <p:nvPr/>
        </p:nvSpPr>
        <p:spPr>
          <a:xfrm>
            <a:off x="3098800" y="7727950"/>
            <a:ext cx="2247900" cy="431800"/>
          </a:xfrm>
          <a:prstGeom prst="roundRect">
            <a:avLst>
              <a:gd name="adj" fmla="val 11764"/>
            </a:avLst>
          </a:prstGeom>
          <a:solidFill>
            <a:srgbClr val="FFFFFF"/>
          </a:solidFill>
          <a:ln w="762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3175000" y="7791450"/>
            <a:ext cx="1948048"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168D9D"/>
                </a:solidFill>
                <a:latin typeface="Arial"/>
                <a:ea typeface="Microsoft YaHei"/>
              </a:rPr>
              <a:t>Driver</a:t>
            </a:r>
            <a:r>
              <a:rPr sz="1000" b="1">
                <a:solidFill>
                  <a:srgbClr val="168D9D"/>
                </a:solidFill>
                <a:latin typeface="Microsoft YaHei"/>
                <a:ea typeface="Microsoft YaHei"/>
              </a:rPr>
              <a:t> </a:t>
            </a:r>
            <a:r>
              <a:rPr sz="1000" b="1">
                <a:solidFill>
                  <a:srgbClr val="168D9D"/>
                </a:solidFill>
                <a:latin typeface="Arial"/>
                <a:ea typeface="Microsoft YaHei"/>
              </a:rPr>
              <a:t>adapters</a:t>
            </a:r>
            <a:r>
              <a:rPr sz="1000" b="1">
                <a:solidFill>
                  <a:srgbClr val="168D9D"/>
                </a:solidFill>
                <a:latin typeface="Microsoft YaHei"/>
                <a:ea typeface="Microsoft YaHei"/>
              </a:rPr>
              <a:t> </a:t>
            </a:r>
            <a:r>
              <a:rPr sz="1000" b="1">
                <a:solidFill>
                  <a:srgbClr val="168D9D"/>
                </a:solidFill>
                <a:latin typeface="Arial"/>
                <a:ea typeface="Microsoft YaHei"/>
              </a:rPr>
              <a:t>+</a:t>
            </a:r>
            <a:r>
              <a:rPr sz="1000" b="1">
                <a:solidFill>
                  <a:srgbClr val="168D9D"/>
                </a:solidFill>
                <a:latin typeface="Microsoft YaHei"/>
                <a:ea typeface="Microsoft YaHei"/>
              </a:rPr>
              <a:t> </a:t>
            </a:r>
            <a:r>
              <a:rPr sz="1000" b="1">
                <a:solidFill>
                  <a:srgbClr val="168D9D"/>
                </a:solidFill>
                <a:latin typeface="Arial"/>
                <a:ea typeface="Microsoft YaHei"/>
              </a:rPr>
              <a:t>sessions</a:t>
            </a:r>
          </a:p>
        </p:txBody>
      </p:sp>
      <p:sp>
        <p:nvSpPr>
          <p:cNvPr id="200" name="TextBox 199"/>
          <p:cNvSpPr txBox="1"/>
          <p:nvPr/>
        </p:nvSpPr>
        <p:spPr>
          <a:xfrm>
            <a:off x="3175000" y="8001000"/>
            <a:ext cx="1959173"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278565"/>
                </a:solidFill>
                <a:latin typeface="Arial"/>
                <a:ea typeface="Microsoft YaHei"/>
              </a:rPr>
              <a:t>Journal</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watchdog</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raw-data</a:t>
            </a:r>
            <a:r>
              <a:rPr sz="800" b="0">
                <a:solidFill>
                  <a:srgbClr val="278565"/>
                </a:solidFill>
                <a:latin typeface="Microsoft YaHei"/>
                <a:ea typeface="Microsoft YaHei"/>
              </a:rPr>
              <a:t> </a:t>
            </a:r>
            <a:r>
              <a:rPr sz="800" b="0">
                <a:solidFill>
                  <a:srgbClr val="278565"/>
                </a:solidFill>
                <a:latin typeface="Arial"/>
                <a:ea typeface="Microsoft YaHei"/>
              </a:rPr>
              <a:t>outbox</a:t>
            </a:r>
          </a:p>
        </p:txBody>
      </p:sp>
      <p:cxnSp>
        <p:nvCxnSpPr>
          <p:cNvPr id="201" name="Connector 200"/>
          <p:cNvCxnSpPr/>
          <p:nvPr/>
        </p:nvCxnSpPr>
        <p:spPr>
          <a:xfrm>
            <a:off x="32004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202" name="Freeform 201"/>
          <p:cNvSpPr/>
          <p:nvPr/>
        </p:nvSpPr>
        <p:spPr>
          <a:xfrm>
            <a:off x="3175000" y="8585200"/>
            <a:ext cx="50800" cy="50800"/>
          </a:xfrm>
          <a:custGeom>
            <a:avLst/>
            <a:gdLst/>
            <a:ahLst/>
            <a:cxnLst/>
            <a:rect l="l" t="t" r="r" b="b"/>
            <a:pathLst>
              <a:path w="4" h="4">
                <a:moveTo>
                  <a:pt x="2" y="4"/>
                </a:moveTo>
                <a:lnTo>
                  <a:pt x="4" y="0"/>
                </a:lnTo>
                <a:lnTo>
                  <a:pt x="0"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3" name="Connector 202"/>
          <p:cNvCxnSpPr/>
          <p:nvPr/>
        </p:nvCxnSpPr>
        <p:spPr>
          <a:xfrm flipV="1">
            <a:off x="32893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204" name="Freeform 203"/>
          <p:cNvSpPr/>
          <p:nvPr/>
        </p:nvSpPr>
        <p:spPr>
          <a:xfrm>
            <a:off x="3263900" y="8280400"/>
            <a:ext cx="50800" cy="63500"/>
          </a:xfrm>
          <a:custGeom>
            <a:avLst/>
            <a:gdLst/>
            <a:ahLst/>
            <a:cxnLst/>
            <a:rect l="l" t="t" r="r" b="b"/>
            <a:pathLst>
              <a:path w="4" h="5">
                <a:moveTo>
                  <a:pt x="2" y="0"/>
                </a:moveTo>
                <a:lnTo>
                  <a:pt x="0" y="5"/>
                </a:lnTo>
                <a:lnTo>
                  <a:pt x="4" y="5"/>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3359150" y="8388350"/>
            <a:ext cx="1000211"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3B6CB0"/>
                </a:solidFill>
                <a:latin typeface="Arial"/>
                <a:ea typeface="Microsoft YaHei"/>
              </a:rPr>
              <a:t>SDK</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VISA</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serial</a:t>
            </a:r>
          </a:p>
        </p:txBody>
      </p:sp>
      <p:sp>
        <p:nvSpPr>
          <p:cNvPr id="206" name="Rounded Rectangle 205"/>
          <p:cNvSpPr/>
          <p:nvPr/>
        </p:nvSpPr>
        <p:spPr>
          <a:xfrm>
            <a:off x="2984500" y="8636000"/>
            <a:ext cx="2476500" cy="1365250"/>
          </a:xfrm>
          <a:prstGeom prst="roundRect">
            <a:avLst>
              <a:gd name="adj" fmla="val 5116"/>
            </a:avLst>
          </a:prstGeom>
          <a:solidFill>
            <a:srgbClr val="F5F8FC"/>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3098800" y="8718550"/>
            <a:ext cx="1261163"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3B6CB0"/>
                </a:solidFill>
                <a:latin typeface="Arial"/>
                <a:ea typeface="Microsoft YaHei"/>
              </a:rPr>
              <a:t>PHYSICAL</a:t>
            </a:r>
            <a:r>
              <a:rPr sz="900" b="1">
                <a:solidFill>
                  <a:srgbClr val="3B6CB0"/>
                </a:solidFill>
                <a:latin typeface="Microsoft YaHei"/>
                <a:ea typeface="Microsoft YaHei"/>
              </a:rPr>
              <a:t> </a:t>
            </a:r>
            <a:r>
              <a:rPr sz="900" b="1">
                <a:solidFill>
                  <a:srgbClr val="3B6CB0"/>
                </a:solidFill>
                <a:latin typeface="Arial"/>
                <a:ea typeface="Microsoft YaHei"/>
              </a:rPr>
              <a:t>DEVICES</a:t>
            </a:r>
          </a:p>
        </p:txBody>
      </p:sp>
      <p:sp>
        <p:nvSpPr>
          <p:cNvPr id="208" name="Rounded Rectangle 207"/>
          <p:cNvSpPr/>
          <p:nvPr/>
        </p:nvSpPr>
        <p:spPr>
          <a:xfrm>
            <a:off x="3098800" y="8934450"/>
            <a:ext cx="2247900" cy="254000"/>
          </a:xfrm>
          <a:prstGeom prst="roundRect">
            <a:avLst>
              <a:gd name="adj" fmla="val 1250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ounded Rectangle 208"/>
          <p:cNvSpPr/>
          <p:nvPr/>
        </p:nvSpPr>
        <p:spPr>
          <a:xfrm>
            <a:off x="3155950" y="8985250"/>
            <a:ext cx="1835150" cy="152400"/>
          </a:xfrm>
          <a:prstGeom prst="roundRect">
            <a:avLst>
              <a:gd name="adj" fmla="val 12500"/>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3206750" y="9017000"/>
            <a:ext cx="1740557" cy="133350"/>
          </a:xfrm>
          <a:prstGeom prst="rect">
            <a:avLst/>
          </a:prstGeom>
          <a:noFill/>
        </p:spPr>
        <p:txBody>
          <a:bodyPr wrap="none" lIns="0" rIns="0" tIns="0" bIns="0">
            <a:spAutoFit/>
          </a:bodyPr>
          <a:lstStyle/>
          <a:p>
            <a:pPr>
              <a:lnSpc>
                <a:spcPts val="937"/>
              </a:lnSpc>
              <a:spcBef>
                <a:spcPts val="0"/>
              </a:spcBef>
              <a:spcAft>
                <a:spcPts val="0"/>
              </a:spcAft>
            </a:pPr>
            <a:r>
              <a:rPr sz="750" b="1">
                <a:solidFill>
                  <a:srgbClr val="FFFFFF"/>
                </a:solidFill>
                <a:latin typeface="Arial"/>
                <a:ea typeface="Microsoft YaHei"/>
              </a:rPr>
              <a:t>attoDRY</a:t>
            </a:r>
            <a:r>
              <a:rPr sz="750" b="1">
                <a:solidFill>
                  <a:srgbClr val="FFFFFF"/>
                </a:solidFill>
                <a:latin typeface="Microsoft YaHei"/>
                <a:ea typeface="Microsoft YaHei"/>
              </a:rPr>
              <a:t> </a:t>
            </a:r>
            <a:r>
              <a:rPr sz="750" b="1">
                <a:solidFill>
                  <a:srgbClr val="FFFFFF"/>
                </a:solidFill>
                <a:latin typeface="Arial"/>
                <a:ea typeface="Microsoft YaHei"/>
              </a:rPr>
              <a:t>+</a:t>
            </a:r>
            <a:r>
              <a:rPr sz="750" b="1">
                <a:solidFill>
                  <a:srgbClr val="FFFFFF"/>
                </a:solidFill>
                <a:latin typeface="Microsoft YaHei"/>
                <a:ea typeface="Microsoft YaHei"/>
              </a:rPr>
              <a:t> </a:t>
            </a:r>
            <a:r>
              <a:rPr sz="750" b="1">
                <a:solidFill>
                  <a:srgbClr val="FFFFFF"/>
                </a:solidFill>
                <a:latin typeface="Arial"/>
                <a:ea typeface="Microsoft YaHei"/>
              </a:rPr>
              <a:t>transport</a:t>
            </a:r>
            <a:r>
              <a:rPr sz="750" b="1">
                <a:solidFill>
                  <a:srgbClr val="FFFFFF"/>
                </a:solidFill>
                <a:latin typeface="Microsoft YaHei"/>
                <a:ea typeface="Microsoft YaHei"/>
              </a:rPr>
              <a:t> </a:t>
            </a:r>
            <a:r>
              <a:rPr sz="750" b="1">
                <a:solidFill>
                  <a:srgbClr val="FFFFFF"/>
                </a:solidFill>
                <a:latin typeface="Arial"/>
                <a:ea typeface="Microsoft YaHei"/>
              </a:rPr>
              <a:t>lock-ins</a:t>
            </a:r>
            <a:r>
              <a:rPr sz="750" b="1">
                <a:solidFill>
                  <a:srgbClr val="FFFFFF"/>
                </a:solidFill>
                <a:latin typeface="Microsoft YaHei"/>
                <a:ea typeface="Microsoft YaHei"/>
              </a:rPr>
              <a:t> </a:t>
            </a:r>
            <a:r>
              <a:rPr sz="750" b="1">
                <a:solidFill>
                  <a:srgbClr val="FFFFFF"/>
                </a:solidFill>
                <a:latin typeface="Arial"/>
                <a:ea typeface="Microsoft YaHei"/>
              </a:rPr>
              <a:t>×2</a:t>
            </a:r>
          </a:p>
        </p:txBody>
      </p:sp>
      <p:sp>
        <p:nvSpPr>
          <p:cNvPr id="211" name="Oval 210"/>
          <p:cNvSpPr/>
          <p:nvPr/>
        </p:nvSpPr>
        <p:spPr>
          <a:xfrm>
            <a:off x="5092700" y="899795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5259070" y="910717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ounded Rectangle 212"/>
          <p:cNvSpPr/>
          <p:nvPr/>
        </p:nvSpPr>
        <p:spPr>
          <a:xfrm>
            <a:off x="3098800" y="9245600"/>
            <a:ext cx="2247900" cy="254000"/>
          </a:xfrm>
          <a:prstGeom prst="roundRect">
            <a:avLst>
              <a:gd name="adj" fmla="val 1250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ounded Rectangle 213"/>
          <p:cNvSpPr/>
          <p:nvPr/>
        </p:nvSpPr>
        <p:spPr>
          <a:xfrm>
            <a:off x="3155950" y="9296400"/>
            <a:ext cx="1835150" cy="152400"/>
          </a:xfrm>
          <a:prstGeom prst="roundRect">
            <a:avLst>
              <a:gd name="adj" fmla="val 12500"/>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3206750" y="9328150"/>
            <a:ext cx="1659929"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FFFFFF"/>
                </a:solidFill>
                <a:latin typeface="Arial"/>
                <a:ea typeface="Microsoft YaHei"/>
              </a:rPr>
              <a:t>BVPE</a:t>
            </a:r>
            <a:r>
              <a:rPr sz="850" b="1">
                <a:solidFill>
                  <a:srgbClr val="FFFFFF"/>
                </a:solidFill>
                <a:latin typeface="Microsoft YaHei"/>
                <a:ea typeface="Microsoft YaHei"/>
              </a:rPr>
              <a:t> </a:t>
            </a:r>
            <a:r>
              <a:rPr sz="850" b="1">
                <a:solidFill>
                  <a:srgbClr val="FFFFFF"/>
                </a:solidFill>
                <a:latin typeface="Arial"/>
                <a:ea typeface="Microsoft YaHei"/>
              </a:rPr>
              <a:t>lock-in</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chopper</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PD</a:t>
            </a:r>
          </a:p>
        </p:txBody>
      </p:sp>
      <p:sp>
        <p:nvSpPr>
          <p:cNvPr id="216" name="Oval 215"/>
          <p:cNvSpPr/>
          <p:nvPr/>
        </p:nvSpPr>
        <p:spPr>
          <a:xfrm>
            <a:off x="5092700" y="930910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5259070" y="941832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ounded Rectangle 217"/>
          <p:cNvSpPr/>
          <p:nvPr/>
        </p:nvSpPr>
        <p:spPr>
          <a:xfrm>
            <a:off x="3098800" y="9556750"/>
            <a:ext cx="2247900" cy="254000"/>
          </a:xfrm>
          <a:prstGeom prst="roundRect">
            <a:avLst>
              <a:gd name="adj" fmla="val 1250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ounded Rectangle 218"/>
          <p:cNvSpPr/>
          <p:nvPr/>
        </p:nvSpPr>
        <p:spPr>
          <a:xfrm>
            <a:off x="3155950" y="9607550"/>
            <a:ext cx="1835150" cy="152400"/>
          </a:xfrm>
          <a:prstGeom prst="roundRect">
            <a:avLst>
              <a:gd name="adj" fmla="val 12500"/>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3206750" y="9639300"/>
            <a:ext cx="1524096"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FFFFFF"/>
                </a:solidFill>
                <a:latin typeface="Arial"/>
                <a:ea typeface="Microsoft YaHei"/>
              </a:rPr>
              <a:t>730</a:t>
            </a:r>
            <a:r>
              <a:rPr sz="850" b="1">
                <a:solidFill>
                  <a:srgbClr val="FFFFFF"/>
                </a:solidFill>
                <a:latin typeface="Microsoft YaHei"/>
                <a:ea typeface="Microsoft YaHei"/>
              </a:rPr>
              <a:t> </a:t>
            </a:r>
            <a:r>
              <a:rPr sz="850" b="1">
                <a:solidFill>
                  <a:srgbClr val="FFFFFF"/>
                </a:solidFill>
                <a:latin typeface="Arial"/>
                <a:ea typeface="Microsoft YaHei"/>
              </a:rPr>
              <a:t>nm</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CLD1000</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2400</a:t>
            </a:r>
          </a:p>
        </p:txBody>
      </p:sp>
      <p:sp>
        <p:nvSpPr>
          <p:cNvPr id="221" name="Oval 220"/>
          <p:cNvSpPr/>
          <p:nvPr/>
        </p:nvSpPr>
        <p:spPr>
          <a:xfrm>
            <a:off x="5092700" y="962025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5259070" y="972947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3111500" y="9836150"/>
            <a:ext cx="1434805"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Motorized</a:t>
            </a:r>
            <a:r>
              <a:rPr sz="850" b="0">
                <a:solidFill>
                  <a:srgbClr val="62758C"/>
                </a:solidFill>
                <a:latin typeface="Microsoft YaHei"/>
                <a:ea typeface="Microsoft YaHei"/>
              </a:rPr>
              <a:t> </a:t>
            </a:r>
            <a:r>
              <a:rPr sz="850" b="0">
                <a:solidFill>
                  <a:srgbClr val="62758C"/>
                </a:solidFill>
                <a:latin typeface="Arial"/>
                <a:ea typeface="Microsoft YaHei"/>
              </a:rPr>
              <a:t>polarizer</a:t>
            </a:r>
            <a:r>
              <a:rPr sz="850" b="0">
                <a:solidFill>
                  <a:srgbClr val="62758C"/>
                </a:solidFill>
                <a:latin typeface="Microsoft YaHei"/>
                <a:ea typeface="Microsoft YaHei"/>
              </a:rPr>
              <a:t> </a:t>
            </a:r>
            <a:r>
              <a:rPr sz="850" b="0">
                <a:solidFill>
                  <a:srgbClr val="62758C"/>
                </a:solidFill>
                <a:latin typeface="Arial"/>
                <a:ea typeface="Microsoft YaHei"/>
              </a:rPr>
              <a:t>/</a:t>
            </a:r>
            <a:r>
              <a:rPr sz="850" b="0">
                <a:solidFill>
                  <a:srgbClr val="62758C"/>
                </a:solidFill>
                <a:latin typeface="Microsoft YaHei"/>
                <a:ea typeface="Microsoft YaHei"/>
              </a:rPr>
              <a:t> </a:t>
            </a:r>
            <a:r>
              <a:rPr sz="850" b="0">
                <a:solidFill>
                  <a:srgbClr val="62758C"/>
                </a:solidFill>
                <a:latin typeface="Arial"/>
                <a:ea typeface="Microsoft YaHei"/>
              </a:rPr>
              <a:t>QWP</a:t>
            </a:r>
          </a:p>
        </p:txBody>
      </p:sp>
      <p:cxnSp>
        <p:nvCxnSpPr>
          <p:cNvPr id="224" name="Connector 223"/>
          <p:cNvCxnSpPr/>
          <p:nvPr/>
        </p:nvCxnSpPr>
        <p:spPr>
          <a:xfrm>
            <a:off x="6737350" y="5905500"/>
            <a:ext cx="0" cy="6985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225" name="Freeform 224"/>
          <p:cNvSpPr/>
          <p:nvPr/>
        </p:nvSpPr>
        <p:spPr>
          <a:xfrm>
            <a:off x="6718300" y="6553200"/>
            <a:ext cx="38100" cy="50800"/>
          </a:xfrm>
          <a:custGeom>
            <a:avLst/>
            <a:gdLst/>
            <a:ahLst/>
            <a:cxnLst/>
            <a:rect l="l" t="t" r="r" b="b"/>
            <a:pathLst>
              <a:path w="3" h="4">
                <a:moveTo>
                  <a:pt x="1" y="4"/>
                </a:moveTo>
                <a:lnTo>
                  <a:pt x="3"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6" name="Connector 225"/>
          <p:cNvCxnSpPr/>
          <p:nvPr/>
        </p:nvCxnSpPr>
        <p:spPr>
          <a:xfrm flipV="1">
            <a:off x="6915150" y="6235700"/>
            <a:ext cx="0" cy="368300"/>
          </a:xfrm>
          <a:prstGeom prst="line">
            <a:avLst/>
          </a:prstGeom>
          <a:ln w="12700">
            <a:solidFill>
              <a:srgbClr val="278565"/>
            </a:solidFill>
          </a:ln>
        </p:spPr>
        <p:style>
          <a:lnRef idx="2">
            <a:schemeClr val="accent1"/>
          </a:lnRef>
          <a:fillRef idx="0">
            <a:schemeClr val="accent1"/>
          </a:fillRef>
          <a:effectRef idx="1">
            <a:schemeClr val="accent1"/>
          </a:effectRef>
          <a:fontRef idx="minor">
            <a:schemeClr val="tx1"/>
          </a:fontRef>
        </p:style>
      </p:cxnSp>
      <p:sp>
        <p:nvSpPr>
          <p:cNvPr id="227" name="Freeform 226"/>
          <p:cNvSpPr/>
          <p:nvPr/>
        </p:nvSpPr>
        <p:spPr>
          <a:xfrm>
            <a:off x="6896100" y="6235700"/>
            <a:ext cx="38100" cy="50800"/>
          </a:xfrm>
          <a:custGeom>
            <a:avLst/>
            <a:gdLst/>
            <a:ahLst/>
            <a:cxnLst/>
            <a:rect l="l" t="t" r="r" b="b"/>
            <a:pathLst>
              <a:path w="3" h="4">
                <a:moveTo>
                  <a:pt x="1" y="0"/>
                </a:moveTo>
                <a:lnTo>
                  <a:pt x="0" y="4"/>
                </a:lnTo>
                <a:lnTo>
                  <a:pt x="3" y="4"/>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6713855" y="5882005"/>
            <a:ext cx="46990" cy="4699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6891655" y="6212205"/>
            <a:ext cx="46990" cy="4699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ounded Rectangle 229"/>
          <p:cNvSpPr/>
          <p:nvPr/>
        </p:nvSpPr>
        <p:spPr>
          <a:xfrm>
            <a:off x="5588000" y="6604000"/>
            <a:ext cx="2476500" cy="1682750"/>
          </a:xfrm>
          <a:prstGeom prst="roundRect">
            <a:avLst>
              <a:gd name="adj" fmla="val 4905"/>
            </a:avLst>
          </a:prstGeom>
          <a:solidFill>
            <a:srgbClr val="E9F6F7"/>
          </a:solidFill>
          <a:ln w="1143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ounded Rectangle 230"/>
          <p:cNvSpPr/>
          <p:nvPr/>
        </p:nvSpPr>
        <p:spPr>
          <a:xfrm>
            <a:off x="5702300" y="6711950"/>
            <a:ext cx="393700" cy="279400"/>
          </a:xfrm>
          <a:prstGeom prst="roundRect">
            <a:avLst>
              <a:gd name="adj" fmla="val 9090"/>
            </a:avLst>
          </a:prstGeom>
          <a:solidFill>
            <a:srgbClr val="EDF3FC"/>
          </a:solidFill>
          <a:ln w="1270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5746750" y="6756400"/>
            <a:ext cx="304800"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3" name="Connector 232"/>
          <p:cNvCxnSpPr/>
          <p:nvPr/>
        </p:nvCxnSpPr>
        <p:spPr>
          <a:xfrm>
            <a:off x="5899150" y="6991350"/>
            <a:ext cx="0" cy="63500"/>
          </a:xfrm>
          <a:prstGeom prst="line">
            <a:avLst/>
          </a:prstGeom>
          <a:ln w="127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784977" y="7067550"/>
            <a:ext cx="228346" cy="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235" name="TextBox 234"/>
          <p:cNvSpPr txBox="1"/>
          <p:nvPr/>
        </p:nvSpPr>
        <p:spPr>
          <a:xfrm>
            <a:off x="6203950" y="6718300"/>
            <a:ext cx="1499818"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C</a:t>
            </a:r>
            <a:r>
              <a:rPr sz="1150" b="1">
                <a:solidFill>
                  <a:srgbClr val="168D9D"/>
                </a:solidFill>
                <a:latin typeface="Microsoft YaHei"/>
                <a:ea typeface="Microsoft YaHei"/>
              </a:rPr>
              <a:t> </a:t>
            </a:r>
            <a:r>
              <a:rPr sz="1150" b="1">
                <a:solidFill>
                  <a:srgbClr val="168D9D"/>
                </a:solidFill>
                <a:latin typeface="Arial"/>
                <a:ea typeface="Microsoft YaHei"/>
              </a:rPr>
              <a:t>/</a:t>
            </a:r>
            <a:r>
              <a:rPr sz="1150" b="1">
                <a:solidFill>
                  <a:srgbClr val="168D9D"/>
                </a:solidFill>
                <a:latin typeface="Microsoft YaHei"/>
                <a:ea typeface="Microsoft YaHei"/>
              </a:rPr>
              <a:t> </a:t>
            </a:r>
            <a:r>
              <a:rPr sz="1150" b="1">
                <a:solidFill>
                  <a:srgbClr val="168D9D"/>
                </a:solidFill>
                <a:latin typeface="Arial"/>
                <a:ea typeface="Microsoft YaHei"/>
              </a:rPr>
              <a:t>Imaging</a:t>
            </a:r>
            <a:r>
              <a:rPr sz="1150" b="1">
                <a:solidFill>
                  <a:srgbClr val="168D9D"/>
                </a:solidFill>
                <a:latin typeface="Microsoft YaHei"/>
                <a:ea typeface="Microsoft YaHei"/>
              </a:rPr>
              <a:t> </a:t>
            </a:r>
            <a:r>
              <a:rPr sz="1150" b="1">
                <a:solidFill>
                  <a:srgbClr val="168D9D"/>
                </a:solidFill>
                <a:latin typeface="Arial"/>
                <a:ea typeface="Microsoft YaHei"/>
              </a:rPr>
              <a:t>lab</a:t>
            </a:r>
          </a:p>
        </p:txBody>
      </p:sp>
      <p:sp>
        <p:nvSpPr>
          <p:cNvPr id="236" name="TextBox 235"/>
          <p:cNvSpPr txBox="1"/>
          <p:nvPr/>
        </p:nvSpPr>
        <p:spPr>
          <a:xfrm>
            <a:off x="6203950" y="6972300"/>
            <a:ext cx="1721594"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62758C"/>
                </a:solidFill>
                <a:latin typeface="Arial"/>
                <a:ea typeface="Microsoft YaHei"/>
              </a:rPr>
              <a:t>Microscopy</a:t>
            </a:r>
            <a:r>
              <a:rPr sz="800" b="0">
                <a:solidFill>
                  <a:srgbClr val="62758C"/>
                </a:solidFill>
                <a:latin typeface="Microsoft YaHei"/>
                <a:ea typeface="Microsoft YaHei"/>
              </a:rPr>
              <a:t> </a:t>
            </a:r>
            <a:r>
              <a:rPr sz="800" b="0">
                <a:solidFill>
                  <a:srgbClr val="62758C"/>
                </a:solidFill>
                <a:latin typeface="Arial"/>
                <a:ea typeface="Microsoft YaHei"/>
              </a:rPr>
              <a:t>+</a:t>
            </a:r>
            <a:r>
              <a:rPr sz="800" b="0">
                <a:solidFill>
                  <a:srgbClr val="62758C"/>
                </a:solidFill>
                <a:latin typeface="Microsoft YaHei"/>
                <a:ea typeface="Microsoft YaHei"/>
              </a:rPr>
              <a:t> </a:t>
            </a:r>
            <a:r>
              <a:rPr sz="800" b="0">
                <a:solidFill>
                  <a:srgbClr val="62758C"/>
                </a:solidFill>
                <a:latin typeface="Arial"/>
                <a:ea typeface="Microsoft YaHei"/>
              </a:rPr>
              <a:t>camera</a:t>
            </a:r>
            <a:r>
              <a:rPr sz="800" b="0">
                <a:solidFill>
                  <a:srgbClr val="62758C"/>
                </a:solidFill>
                <a:latin typeface="Microsoft YaHei"/>
                <a:ea typeface="Microsoft YaHei"/>
              </a:rPr>
              <a:t> </a:t>
            </a:r>
            <a:r>
              <a:rPr sz="800" b="0">
                <a:solidFill>
                  <a:srgbClr val="62758C"/>
                </a:solidFill>
                <a:latin typeface="Arial"/>
                <a:ea typeface="Microsoft YaHei"/>
              </a:rPr>
              <a:t>acquisition</a:t>
            </a:r>
          </a:p>
        </p:txBody>
      </p:sp>
      <p:sp>
        <p:nvSpPr>
          <p:cNvPr id="237" name="Rounded Rectangle 236"/>
          <p:cNvSpPr/>
          <p:nvPr/>
        </p:nvSpPr>
        <p:spPr>
          <a:xfrm>
            <a:off x="5702300" y="7207250"/>
            <a:ext cx="2247900" cy="406400"/>
          </a:xfrm>
          <a:prstGeom prst="roundRect">
            <a:avLst>
              <a:gd name="adj" fmla="val 12500"/>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5778500" y="7270750"/>
            <a:ext cx="1260490"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Local</a:t>
            </a:r>
            <a:r>
              <a:rPr sz="1150" b="1">
                <a:solidFill>
                  <a:srgbClr val="168D9D"/>
                </a:solidFill>
                <a:latin typeface="Microsoft YaHei"/>
                <a:ea typeface="Microsoft YaHei"/>
              </a:rPr>
              <a:t> </a:t>
            </a: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Agent</a:t>
            </a:r>
          </a:p>
        </p:txBody>
      </p:sp>
      <p:sp>
        <p:nvSpPr>
          <p:cNvPr id="239" name="TextBox 238"/>
          <p:cNvSpPr txBox="1"/>
          <p:nvPr/>
        </p:nvSpPr>
        <p:spPr>
          <a:xfrm>
            <a:off x="5784850" y="7461250"/>
            <a:ext cx="1548448"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Persistent</a:t>
            </a:r>
            <a:r>
              <a:rPr sz="850" b="0">
                <a:solidFill>
                  <a:srgbClr val="62758C"/>
                </a:solidFill>
                <a:latin typeface="Microsoft YaHei"/>
                <a:ea typeface="Microsoft YaHei"/>
              </a:rPr>
              <a:t> </a:t>
            </a:r>
            <a:r>
              <a:rPr sz="850" b="0">
                <a:solidFill>
                  <a:srgbClr val="62758C"/>
                </a:solidFill>
                <a:latin typeface="Arial"/>
                <a:ea typeface="Microsoft YaHei"/>
              </a:rPr>
              <a:t>execution</a:t>
            </a:r>
            <a:r>
              <a:rPr sz="850" b="0">
                <a:solidFill>
                  <a:srgbClr val="62758C"/>
                </a:solidFill>
                <a:latin typeface="Microsoft YaHei"/>
                <a:ea typeface="Microsoft YaHei"/>
              </a:rPr>
              <a:t> </a:t>
            </a:r>
            <a:r>
              <a:rPr sz="850" b="0">
                <a:solidFill>
                  <a:srgbClr val="62758C"/>
                </a:solidFill>
                <a:latin typeface="Arial"/>
                <a:ea typeface="Microsoft YaHei"/>
              </a:rPr>
              <a:t>worker</a:t>
            </a:r>
          </a:p>
        </p:txBody>
      </p:sp>
      <p:cxnSp>
        <p:nvCxnSpPr>
          <p:cNvPr id="240" name="Connector 239"/>
          <p:cNvCxnSpPr/>
          <p:nvPr/>
        </p:nvCxnSpPr>
        <p:spPr>
          <a:xfrm>
            <a:off x="6826250" y="7613650"/>
            <a:ext cx="0" cy="114300"/>
          </a:xfrm>
          <a:prstGeom prst="line">
            <a:avLst/>
          </a:prstGeom>
          <a:ln w="11430">
            <a:solidFill>
              <a:srgbClr val="168D9D"/>
            </a:solidFill>
          </a:ln>
        </p:spPr>
        <p:style>
          <a:lnRef idx="2">
            <a:schemeClr val="accent1"/>
          </a:lnRef>
          <a:fillRef idx="0">
            <a:schemeClr val="accent1"/>
          </a:fillRef>
          <a:effectRef idx="1">
            <a:schemeClr val="accent1"/>
          </a:effectRef>
          <a:fontRef idx="minor">
            <a:schemeClr val="tx1"/>
          </a:fontRef>
        </p:style>
      </p:cxnSp>
      <p:sp>
        <p:nvSpPr>
          <p:cNvPr id="241" name="Freeform 240"/>
          <p:cNvSpPr/>
          <p:nvPr/>
        </p:nvSpPr>
        <p:spPr>
          <a:xfrm>
            <a:off x="6807200" y="7683500"/>
            <a:ext cx="38100" cy="38100"/>
          </a:xfrm>
          <a:custGeom>
            <a:avLst/>
            <a:gdLst/>
            <a:ahLst/>
            <a:cxnLst/>
            <a:rect l="l" t="t" r="r" b="b"/>
            <a:pathLst>
              <a:path w="3" h="3">
                <a:moveTo>
                  <a:pt x="2"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ounded Rectangle 241"/>
          <p:cNvSpPr/>
          <p:nvPr/>
        </p:nvSpPr>
        <p:spPr>
          <a:xfrm>
            <a:off x="5702300" y="7727950"/>
            <a:ext cx="2247900" cy="431800"/>
          </a:xfrm>
          <a:prstGeom prst="roundRect">
            <a:avLst>
              <a:gd name="adj" fmla="val 11764"/>
            </a:avLst>
          </a:prstGeom>
          <a:solidFill>
            <a:srgbClr val="FFFFFF"/>
          </a:solidFill>
          <a:ln w="762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5778500" y="7791450"/>
            <a:ext cx="1948048"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168D9D"/>
                </a:solidFill>
                <a:latin typeface="Arial"/>
                <a:ea typeface="Microsoft YaHei"/>
              </a:rPr>
              <a:t>Driver</a:t>
            </a:r>
            <a:r>
              <a:rPr sz="1000" b="1">
                <a:solidFill>
                  <a:srgbClr val="168D9D"/>
                </a:solidFill>
                <a:latin typeface="Microsoft YaHei"/>
                <a:ea typeface="Microsoft YaHei"/>
              </a:rPr>
              <a:t> </a:t>
            </a:r>
            <a:r>
              <a:rPr sz="1000" b="1">
                <a:solidFill>
                  <a:srgbClr val="168D9D"/>
                </a:solidFill>
                <a:latin typeface="Arial"/>
                <a:ea typeface="Microsoft YaHei"/>
              </a:rPr>
              <a:t>adapters</a:t>
            </a:r>
            <a:r>
              <a:rPr sz="1000" b="1">
                <a:solidFill>
                  <a:srgbClr val="168D9D"/>
                </a:solidFill>
                <a:latin typeface="Microsoft YaHei"/>
                <a:ea typeface="Microsoft YaHei"/>
              </a:rPr>
              <a:t> </a:t>
            </a:r>
            <a:r>
              <a:rPr sz="1000" b="1">
                <a:solidFill>
                  <a:srgbClr val="168D9D"/>
                </a:solidFill>
                <a:latin typeface="Arial"/>
                <a:ea typeface="Microsoft YaHei"/>
              </a:rPr>
              <a:t>+</a:t>
            </a:r>
            <a:r>
              <a:rPr sz="1000" b="1">
                <a:solidFill>
                  <a:srgbClr val="168D9D"/>
                </a:solidFill>
                <a:latin typeface="Microsoft YaHei"/>
                <a:ea typeface="Microsoft YaHei"/>
              </a:rPr>
              <a:t> </a:t>
            </a:r>
            <a:r>
              <a:rPr sz="1000" b="1">
                <a:solidFill>
                  <a:srgbClr val="168D9D"/>
                </a:solidFill>
                <a:latin typeface="Arial"/>
                <a:ea typeface="Microsoft YaHei"/>
              </a:rPr>
              <a:t>sessions</a:t>
            </a:r>
          </a:p>
        </p:txBody>
      </p:sp>
      <p:sp>
        <p:nvSpPr>
          <p:cNvPr id="244" name="TextBox 243"/>
          <p:cNvSpPr txBox="1"/>
          <p:nvPr/>
        </p:nvSpPr>
        <p:spPr>
          <a:xfrm>
            <a:off x="5778500" y="8001000"/>
            <a:ext cx="1959173"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278565"/>
                </a:solidFill>
                <a:latin typeface="Arial"/>
                <a:ea typeface="Microsoft YaHei"/>
              </a:rPr>
              <a:t>Journal</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watchdog</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raw-data</a:t>
            </a:r>
            <a:r>
              <a:rPr sz="800" b="0">
                <a:solidFill>
                  <a:srgbClr val="278565"/>
                </a:solidFill>
                <a:latin typeface="Microsoft YaHei"/>
                <a:ea typeface="Microsoft YaHei"/>
              </a:rPr>
              <a:t> </a:t>
            </a:r>
            <a:r>
              <a:rPr sz="800" b="0">
                <a:solidFill>
                  <a:srgbClr val="278565"/>
                </a:solidFill>
                <a:latin typeface="Arial"/>
                <a:ea typeface="Microsoft YaHei"/>
              </a:rPr>
              <a:t>outbox</a:t>
            </a:r>
          </a:p>
        </p:txBody>
      </p:sp>
      <p:cxnSp>
        <p:nvCxnSpPr>
          <p:cNvPr id="245" name="Connector 244"/>
          <p:cNvCxnSpPr/>
          <p:nvPr/>
        </p:nvCxnSpPr>
        <p:spPr>
          <a:xfrm>
            <a:off x="58039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246" name="Freeform 245"/>
          <p:cNvSpPr/>
          <p:nvPr/>
        </p:nvSpPr>
        <p:spPr>
          <a:xfrm>
            <a:off x="5778500" y="8585200"/>
            <a:ext cx="50800" cy="50800"/>
          </a:xfrm>
          <a:custGeom>
            <a:avLst/>
            <a:gdLst/>
            <a:ahLst/>
            <a:cxnLst/>
            <a:rect l="l" t="t" r="r" b="b"/>
            <a:pathLst>
              <a:path w="4" h="4">
                <a:moveTo>
                  <a:pt x="2" y="4"/>
                </a:moveTo>
                <a:lnTo>
                  <a:pt x="4" y="0"/>
                </a:lnTo>
                <a:lnTo>
                  <a:pt x="0"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7" name="Connector 246"/>
          <p:cNvCxnSpPr/>
          <p:nvPr/>
        </p:nvCxnSpPr>
        <p:spPr>
          <a:xfrm flipV="1">
            <a:off x="58928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248" name="Freeform 247"/>
          <p:cNvSpPr/>
          <p:nvPr/>
        </p:nvSpPr>
        <p:spPr>
          <a:xfrm>
            <a:off x="5867400" y="8280400"/>
            <a:ext cx="50800" cy="63500"/>
          </a:xfrm>
          <a:custGeom>
            <a:avLst/>
            <a:gdLst/>
            <a:ahLst/>
            <a:cxnLst/>
            <a:rect l="l" t="t" r="r" b="b"/>
            <a:pathLst>
              <a:path w="4" h="5">
                <a:moveTo>
                  <a:pt x="2" y="0"/>
                </a:moveTo>
                <a:lnTo>
                  <a:pt x="0" y="5"/>
                </a:lnTo>
                <a:lnTo>
                  <a:pt x="4" y="5"/>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5962650" y="8388350"/>
            <a:ext cx="1347201"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3B6CB0"/>
                </a:solidFill>
                <a:latin typeface="Arial"/>
                <a:ea typeface="Microsoft YaHei"/>
              </a:rPr>
              <a:t>Camera</a:t>
            </a:r>
            <a:r>
              <a:rPr sz="850" b="0">
                <a:solidFill>
                  <a:srgbClr val="3B6CB0"/>
                </a:solidFill>
                <a:latin typeface="Microsoft YaHei"/>
                <a:ea typeface="Microsoft YaHei"/>
              </a:rPr>
              <a:t> </a:t>
            </a:r>
            <a:r>
              <a:rPr sz="850" b="0">
                <a:solidFill>
                  <a:srgbClr val="3B6CB0"/>
                </a:solidFill>
                <a:latin typeface="Arial"/>
                <a:ea typeface="Microsoft YaHei"/>
              </a:rPr>
              <a:t>SDK</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USB</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LAN</a:t>
            </a:r>
          </a:p>
        </p:txBody>
      </p:sp>
      <p:sp>
        <p:nvSpPr>
          <p:cNvPr id="250" name="Rounded Rectangle 249"/>
          <p:cNvSpPr/>
          <p:nvPr/>
        </p:nvSpPr>
        <p:spPr>
          <a:xfrm>
            <a:off x="5588000" y="8636000"/>
            <a:ext cx="2476500" cy="1365250"/>
          </a:xfrm>
          <a:prstGeom prst="roundRect">
            <a:avLst>
              <a:gd name="adj" fmla="val 5116"/>
            </a:avLst>
          </a:prstGeom>
          <a:solidFill>
            <a:srgbClr val="F5F8FC"/>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5702300" y="8718550"/>
            <a:ext cx="1261163"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3B6CB0"/>
                </a:solidFill>
                <a:latin typeface="Arial"/>
                <a:ea typeface="Microsoft YaHei"/>
              </a:rPr>
              <a:t>PHYSICAL</a:t>
            </a:r>
            <a:r>
              <a:rPr sz="900" b="1">
                <a:solidFill>
                  <a:srgbClr val="3B6CB0"/>
                </a:solidFill>
                <a:latin typeface="Microsoft YaHei"/>
                <a:ea typeface="Microsoft YaHei"/>
              </a:rPr>
              <a:t> </a:t>
            </a:r>
            <a:r>
              <a:rPr sz="900" b="1">
                <a:solidFill>
                  <a:srgbClr val="3B6CB0"/>
                </a:solidFill>
                <a:latin typeface="Arial"/>
                <a:ea typeface="Microsoft YaHei"/>
              </a:rPr>
              <a:t>DEVICES</a:t>
            </a:r>
          </a:p>
        </p:txBody>
      </p:sp>
      <p:sp>
        <p:nvSpPr>
          <p:cNvPr id="252" name="Rounded Rectangle 251"/>
          <p:cNvSpPr/>
          <p:nvPr/>
        </p:nvSpPr>
        <p:spPr>
          <a:xfrm>
            <a:off x="6502400" y="8953500"/>
            <a:ext cx="635000" cy="304800"/>
          </a:xfrm>
          <a:prstGeom prst="roundRect">
            <a:avLst>
              <a:gd name="adj" fmla="val 12500"/>
            </a:avLst>
          </a:prstGeom>
          <a:solidFill>
            <a:srgbClr val="EDF3FC"/>
          </a:solidFill>
          <a:ln w="1270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6731000" y="9017000"/>
            <a:ext cx="177800" cy="177800"/>
          </a:xfrm>
          <a:prstGeom prst="ellipse">
            <a:avLst/>
          </a:prstGeom>
          <a:solidFill>
            <a:srgbClr val="FFFFFF"/>
          </a:solidFill>
          <a:ln w="1270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Freeform 253"/>
          <p:cNvSpPr/>
          <p:nvPr/>
        </p:nvSpPr>
        <p:spPr>
          <a:xfrm>
            <a:off x="6629400" y="9258300"/>
            <a:ext cx="381000" cy="266700"/>
          </a:xfrm>
          <a:custGeom>
            <a:avLst/>
            <a:gdLst/>
            <a:ahLst/>
            <a:cxnLst/>
            <a:rect l="l" t="t" r="r" b="b"/>
            <a:pathLst>
              <a:path w="30" h="21">
                <a:moveTo>
                  <a:pt x="0" y="0"/>
                </a:moveTo>
                <a:lnTo>
                  <a:pt x="30" y="0"/>
                </a:lnTo>
                <a:lnTo>
                  <a:pt x="24" y="21"/>
                </a:lnTo>
                <a:lnTo>
                  <a:pt x="6" y="21"/>
                </a:lnTo>
                <a:close/>
              </a:path>
            </a:pathLst>
          </a:custGeom>
          <a:solidFill>
            <a:srgbClr val="EDF3FC"/>
          </a:solidFill>
          <a:ln w="1270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5" name="Connector 254"/>
          <p:cNvCxnSpPr/>
          <p:nvPr/>
        </p:nvCxnSpPr>
        <p:spPr>
          <a:xfrm>
            <a:off x="6819900" y="9525000"/>
            <a:ext cx="0" cy="114300"/>
          </a:xfrm>
          <a:prstGeom prst="line">
            <a:avLst/>
          </a:prstGeom>
          <a:ln w="10160">
            <a:solidFill>
              <a:srgbClr val="3B6CB0"/>
            </a:solidFill>
          </a:ln>
        </p:spPr>
        <p:style>
          <a:lnRef idx="2">
            <a:schemeClr val="accent1"/>
          </a:lnRef>
          <a:fillRef idx="0">
            <a:schemeClr val="accent1"/>
          </a:fillRef>
          <a:effectRef idx="1">
            <a:schemeClr val="accent1"/>
          </a:effectRef>
          <a:fontRef idx="minor">
            <a:schemeClr val="tx1"/>
          </a:fontRef>
        </p:style>
      </p:cxnSp>
      <p:sp>
        <p:nvSpPr>
          <p:cNvPr id="256" name="Freeform 255"/>
          <p:cNvSpPr/>
          <p:nvPr/>
        </p:nvSpPr>
        <p:spPr>
          <a:xfrm>
            <a:off x="6807200" y="9601200"/>
            <a:ext cx="25400" cy="38100"/>
          </a:xfrm>
          <a:custGeom>
            <a:avLst/>
            <a:gdLst/>
            <a:ahLst/>
            <a:cxnLst/>
            <a:rect l="l" t="t" r="r" b="b"/>
            <a:pathLst>
              <a:path w="2" h="3">
                <a:moveTo>
                  <a:pt x="1" y="3"/>
                </a:moveTo>
                <a:lnTo>
                  <a:pt x="2" y="0"/>
                </a:lnTo>
                <a:lnTo>
                  <a:pt x="0"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ounded Rectangle 256"/>
          <p:cNvSpPr/>
          <p:nvPr/>
        </p:nvSpPr>
        <p:spPr>
          <a:xfrm>
            <a:off x="6343650" y="9671050"/>
            <a:ext cx="965200" cy="57150"/>
          </a:xfrm>
          <a:prstGeom prst="roundRect">
            <a:avLst>
              <a:gd name="adj" fmla="val 22222"/>
            </a:avLst>
          </a:pr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6100805" y="9779000"/>
            <a:ext cx="1501688"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3B6CB0"/>
                </a:solidFill>
                <a:latin typeface="Arial"/>
                <a:ea typeface="Microsoft YaHei"/>
              </a:rPr>
              <a:t>Microscope</a:t>
            </a:r>
            <a:r>
              <a:rPr sz="1000" b="1">
                <a:solidFill>
                  <a:srgbClr val="3B6CB0"/>
                </a:solidFill>
                <a:latin typeface="Microsoft YaHei"/>
                <a:ea typeface="Microsoft YaHei"/>
              </a:rPr>
              <a:t> </a:t>
            </a:r>
            <a:r>
              <a:rPr sz="1000" b="1">
                <a:solidFill>
                  <a:srgbClr val="3B6CB0"/>
                </a:solidFill>
                <a:latin typeface="Arial"/>
                <a:ea typeface="Microsoft YaHei"/>
              </a:rPr>
              <a:t>/</a:t>
            </a:r>
            <a:r>
              <a:rPr sz="1000" b="1">
                <a:solidFill>
                  <a:srgbClr val="3B6CB0"/>
                </a:solidFill>
                <a:latin typeface="Microsoft YaHei"/>
                <a:ea typeface="Microsoft YaHei"/>
              </a:rPr>
              <a:t> </a:t>
            </a:r>
            <a:r>
              <a:rPr sz="1000" b="1">
                <a:solidFill>
                  <a:srgbClr val="3B6CB0"/>
                </a:solidFill>
                <a:latin typeface="Arial"/>
                <a:ea typeface="Microsoft YaHei"/>
              </a:rPr>
              <a:t>camera</a:t>
            </a:r>
          </a:p>
        </p:txBody>
      </p:sp>
      <p:cxnSp>
        <p:nvCxnSpPr>
          <p:cNvPr id="259" name="Connector 258"/>
          <p:cNvCxnSpPr/>
          <p:nvPr/>
        </p:nvCxnSpPr>
        <p:spPr>
          <a:xfrm>
            <a:off x="9340850" y="5905500"/>
            <a:ext cx="0" cy="6985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260" name="Freeform 259"/>
          <p:cNvSpPr/>
          <p:nvPr/>
        </p:nvSpPr>
        <p:spPr>
          <a:xfrm>
            <a:off x="9321800" y="6553200"/>
            <a:ext cx="38100" cy="50800"/>
          </a:xfrm>
          <a:custGeom>
            <a:avLst/>
            <a:gdLst/>
            <a:ahLst/>
            <a:cxnLst/>
            <a:rect l="l" t="t" r="r" b="b"/>
            <a:pathLst>
              <a:path w="3" h="4">
                <a:moveTo>
                  <a:pt x="2" y="4"/>
                </a:moveTo>
                <a:lnTo>
                  <a:pt x="3"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1" name="Connector 260"/>
          <p:cNvCxnSpPr/>
          <p:nvPr/>
        </p:nvCxnSpPr>
        <p:spPr>
          <a:xfrm flipV="1">
            <a:off x="9518650" y="6235700"/>
            <a:ext cx="0" cy="368300"/>
          </a:xfrm>
          <a:prstGeom prst="line">
            <a:avLst/>
          </a:prstGeom>
          <a:ln w="12700">
            <a:solidFill>
              <a:srgbClr val="278565"/>
            </a:solidFill>
          </a:ln>
        </p:spPr>
        <p:style>
          <a:lnRef idx="2">
            <a:schemeClr val="accent1"/>
          </a:lnRef>
          <a:fillRef idx="0">
            <a:schemeClr val="accent1"/>
          </a:fillRef>
          <a:effectRef idx="1">
            <a:schemeClr val="accent1"/>
          </a:effectRef>
          <a:fontRef idx="minor">
            <a:schemeClr val="tx1"/>
          </a:fontRef>
        </p:style>
      </p:cxnSp>
      <p:sp>
        <p:nvSpPr>
          <p:cNvPr id="262" name="Freeform 261"/>
          <p:cNvSpPr/>
          <p:nvPr/>
        </p:nvSpPr>
        <p:spPr>
          <a:xfrm>
            <a:off x="9499600" y="6235700"/>
            <a:ext cx="38100" cy="50800"/>
          </a:xfrm>
          <a:custGeom>
            <a:avLst/>
            <a:gdLst/>
            <a:ahLst/>
            <a:cxnLst/>
            <a:rect l="l" t="t" r="r" b="b"/>
            <a:pathLst>
              <a:path w="3" h="4">
                <a:moveTo>
                  <a:pt x="2" y="0"/>
                </a:moveTo>
                <a:lnTo>
                  <a:pt x="0" y="4"/>
                </a:lnTo>
                <a:lnTo>
                  <a:pt x="3" y="4"/>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9317355" y="5882005"/>
            <a:ext cx="46990" cy="4699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9495155" y="6212205"/>
            <a:ext cx="46990" cy="4699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ounded Rectangle 264"/>
          <p:cNvSpPr/>
          <p:nvPr/>
        </p:nvSpPr>
        <p:spPr>
          <a:xfrm>
            <a:off x="8191500" y="6604000"/>
            <a:ext cx="2476500" cy="1682750"/>
          </a:xfrm>
          <a:prstGeom prst="roundRect">
            <a:avLst>
              <a:gd name="adj" fmla="val 4905"/>
            </a:avLst>
          </a:prstGeom>
          <a:solidFill>
            <a:srgbClr val="E9F6F7"/>
          </a:solidFill>
          <a:ln w="1143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ounded Rectangle 265"/>
          <p:cNvSpPr/>
          <p:nvPr/>
        </p:nvSpPr>
        <p:spPr>
          <a:xfrm>
            <a:off x="8305800" y="6711950"/>
            <a:ext cx="393700" cy="279400"/>
          </a:xfrm>
          <a:prstGeom prst="roundRect">
            <a:avLst>
              <a:gd name="adj" fmla="val 9090"/>
            </a:avLst>
          </a:prstGeom>
          <a:solidFill>
            <a:srgbClr val="EDF3FC"/>
          </a:solidFill>
          <a:ln w="1270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8350250" y="6756400"/>
            <a:ext cx="304800"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8" name="Connector 267"/>
          <p:cNvCxnSpPr/>
          <p:nvPr/>
        </p:nvCxnSpPr>
        <p:spPr>
          <a:xfrm>
            <a:off x="8502650" y="6991350"/>
            <a:ext cx="0" cy="63500"/>
          </a:xfrm>
          <a:prstGeom prst="line">
            <a:avLst/>
          </a:prstGeom>
          <a:ln w="127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8388477" y="7067550"/>
            <a:ext cx="228346" cy="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270" name="TextBox 269"/>
          <p:cNvSpPr txBox="1"/>
          <p:nvPr/>
        </p:nvSpPr>
        <p:spPr>
          <a:xfrm>
            <a:off x="8807450" y="6718300"/>
            <a:ext cx="1415526"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D</a:t>
            </a:r>
            <a:r>
              <a:rPr sz="1150" b="1">
                <a:solidFill>
                  <a:srgbClr val="168D9D"/>
                </a:solidFill>
                <a:latin typeface="Microsoft YaHei"/>
                <a:ea typeface="Microsoft YaHei"/>
              </a:rPr>
              <a:t> </a:t>
            </a:r>
            <a:r>
              <a:rPr sz="1150" b="1">
                <a:solidFill>
                  <a:srgbClr val="168D9D"/>
                </a:solidFill>
                <a:latin typeface="Arial"/>
                <a:ea typeface="Microsoft YaHei"/>
              </a:rPr>
              <a:t>/</a:t>
            </a:r>
            <a:r>
              <a:rPr sz="1150" b="1">
                <a:solidFill>
                  <a:srgbClr val="168D9D"/>
                </a:solidFill>
                <a:latin typeface="Microsoft YaHei"/>
                <a:ea typeface="Microsoft YaHei"/>
              </a:rPr>
              <a:t> </a:t>
            </a:r>
            <a:r>
              <a:rPr sz="1150" b="1">
                <a:solidFill>
                  <a:srgbClr val="168D9D"/>
                </a:solidFill>
                <a:latin typeface="Arial"/>
                <a:ea typeface="Microsoft YaHei"/>
              </a:rPr>
              <a:t>Motion</a:t>
            </a:r>
            <a:r>
              <a:rPr sz="1150" b="1">
                <a:solidFill>
                  <a:srgbClr val="168D9D"/>
                </a:solidFill>
                <a:latin typeface="Microsoft YaHei"/>
                <a:ea typeface="Microsoft YaHei"/>
              </a:rPr>
              <a:t> </a:t>
            </a:r>
            <a:r>
              <a:rPr sz="1150" b="1">
                <a:solidFill>
                  <a:srgbClr val="168D9D"/>
                </a:solidFill>
                <a:latin typeface="Arial"/>
                <a:ea typeface="Microsoft YaHei"/>
              </a:rPr>
              <a:t>lab</a:t>
            </a:r>
          </a:p>
        </p:txBody>
      </p:sp>
      <p:sp>
        <p:nvSpPr>
          <p:cNvPr id="271" name="TextBox 270"/>
          <p:cNvSpPr txBox="1"/>
          <p:nvPr/>
        </p:nvSpPr>
        <p:spPr>
          <a:xfrm>
            <a:off x="8807450" y="6972300"/>
            <a:ext cx="1654720"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62758C"/>
                </a:solidFill>
                <a:latin typeface="Arial"/>
                <a:ea typeface="Microsoft YaHei"/>
              </a:rPr>
              <a:t>Positioning</a:t>
            </a:r>
            <a:r>
              <a:rPr sz="800" b="0">
                <a:solidFill>
                  <a:srgbClr val="62758C"/>
                </a:solidFill>
                <a:latin typeface="Microsoft YaHei"/>
                <a:ea typeface="Microsoft YaHei"/>
              </a:rPr>
              <a:t> </a:t>
            </a:r>
            <a:r>
              <a:rPr sz="800" b="0">
                <a:solidFill>
                  <a:srgbClr val="62758C"/>
                </a:solidFill>
                <a:latin typeface="Arial"/>
                <a:ea typeface="Microsoft YaHei"/>
              </a:rPr>
              <a:t>+</a:t>
            </a:r>
            <a:r>
              <a:rPr sz="800" b="0">
                <a:solidFill>
                  <a:srgbClr val="62758C"/>
                </a:solidFill>
                <a:latin typeface="Microsoft YaHei"/>
                <a:ea typeface="Microsoft YaHei"/>
              </a:rPr>
              <a:t> </a:t>
            </a:r>
            <a:r>
              <a:rPr sz="800" b="0">
                <a:solidFill>
                  <a:srgbClr val="62758C"/>
                </a:solidFill>
                <a:latin typeface="Arial"/>
                <a:ea typeface="Microsoft YaHei"/>
              </a:rPr>
              <a:t>sample</a:t>
            </a:r>
            <a:r>
              <a:rPr sz="800" b="0">
                <a:solidFill>
                  <a:srgbClr val="62758C"/>
                </a:solidFill>
                <a:latin typeface="Microsoft YaHei"/>
                <a:ea typeface="Microsoft YaHei"/>
              </a:rPr>
              <a:t> </a:t>
            </a:r>
            <a:r>
              <a:rPr sz="800" b="0">
                <a:solidFill>
                  <a:srgbClr val="62758C"/>
                </a:solidFill>
                <a:latin typeface="Arial"/>
                <a:ea typeface="Microsoft YaHei"/>
              </a:rPr>
              <a:t>alignment</a:t>
            </a:r>
          </a:p>
        </p:txBody>
      </p:sp>
      <p:sp>
        <p:nvSpPr>
          <p:cNvPr id="272" name="Rounded Rectangle 271"/>
          <p:cNvSpPr/>
          <p:nvPr/>
        </p:nvSpPr>
        <p:spPr>
          <a:xfrm>
            <a:off x="8305800" y="7207250"/>
            <a:ext cx="2247900" cy="406400"/>
          </a:xfrm>
          <a:prstGeom prst="roundRect">
            <a:avLst>
              <a:gd name="adj" fmla="val 12500"/>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8382000" y="7270750"/>
            <a:ext cx="1260490"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Local</a:t>
            </a:r>
            <a:r>
              <a:rPr sz="1150" b="1">
                <a:solidFill>
                  <a:srgbClr val="168D9D"/>
                </a:solidFill>
                <a:latin typeface="Microsoft YaHei"/>
                <a:ea typeface="Microsoft YaHei"/>
              </a:rPr>
              <a:t> </a:t>
            </a: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Agent</a:t>
            </a:r>
          </a:p>
        </p:txBody>
      </p:sp>
      <p:sp>
        <p:nvSpPr>
          <p:cNvPr id="274" name="TextBox 273"/>
          <p:cNvSpPr txBox="1"/>
          <p:nvPr/>
        </p:nvSpPr>
        <p:spPr>
          <a:xfrm>
            <a:off x="8388350" y="7461250"/>
            <a:ext cx="1548448"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Persistent</a:t>
            </a:r>
            <a:r>
              <a:rPr sz="850" b="0">
                <a:solidFill>
                  <a:srgbClr val="62758C"/>
                </a:solidFill>
                <a:latin typeface="Microsoft YaHei"/>
                <a:ea typeface="Microsoft YaHei"/>
              </a:rPr>
              <a:t> </a:t>
            </a:r>
            <a:r>
              <a:rPr sz="850" b="0">
                <a:solidFill>
                  <a:srgbClr val="62758C"/>
                </a:solidFill>
                <a:latin typeface="Arial"/>
                <a:ea typeface="Microsoft YaHei"/>
              </a:rPr>
              <a:t>execution</a:t>
            </a:r>
            <a:r>
              <a:rPr sz="850" b="0">
                <a:solidFill>
                  <a:srgbClr val="62758C"/>
                </a:solidFill>
                <a:latin typeface="Microsoft YaHei"/>
                <a:ea typeface="Microsoft YaHei"/>
              </a:rPr>
              <a:t> </a:t>
            </a:r>
            <a:r>
              <a:rPr sz="850" b="0">
                <a:solidFill>
                  <a:srgbClr val="62758C"/>
                </a:solidFill>
                <a:latin typeface="Arial"/>
                <a:ea typeface="Microsoft YaHei"/>
              </a:rPr>
              <a:t>worker</a:t>
            </a:r>
          </a:p>
        </p:txBody>
      </p:sp>
      <p:cxnSp>
        <p:nvCxnSpPr>
          <p:cNvPr id="275" name="Connector 274"/>
          <p:cNvCxnSpPr/>
          <p:nvPr/>
        </p:nvCxnSpPr>
        <p:spPr>
          <a:xfrm>
            <a:off x="9429750" y="7613650"/>
            <a:ext cx="0" cy="114300"/>
          </a:xfrm>
          <a:prstGeom prst="line">
            <a:avLst/>
          </a:prstGeom>
          <a:ln w="11430">
            <a:solidFill>
              <a:srgbClr val="168D9D"/>
            </a:solidFill>
          </a:ln>
        </p:spPr>
        <p:style>
          <a:lnRef idx="2">
            <a:schemeClr val="accent1"/>
          </a:lnRef>
          <a:fillRef idx="0">
            <a:schemeClr val="accent1"/>
          </a:fillRef>
          <a:effectRef idx="1">
            <a:schemeClr val="accent1"/>
          </a:effectRef>
          <a:fontRef idx="minor">
            <a:schemeClr val="tx1"/>
          </a:fontRef>
        </p:style>
      </p:cxnSp>
      <p:sp>
        <p:nvSpPr>
          <p:cNvPr id="276" name="Freeform 275"/>
          <p:cNvSpPr/>
          <p:nvPr/>
        </p:nvSpPr>
        <p:spPr>
          <a:xfrm>
            <a:off x="9410700" y="7683500"/>
            <a:ext cx="38100" cy="38100"/>
          </a:xfrm>
          <a:custGeom>
            <a:avLst/>
            <a:gdLst/>
            <a:ahLst/>
            <a:cxnLst/>
            <a:rect l="l" t="t" r="r" b="b"/>
            <a:pathLst>
              <a:path w="3" h="3">
                <a:moveTo>
                  <a:pt x="1"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ounded Rectangle 276"/>
          <p:cNvSpPr/>
          <p:nvPr/>
        </p:nvSpPr>
        <p:spPr>
          <a:xfrm>
            <a:off x="8305800" y="7727950"/>
            <a:ext cx="2247900" cy="431800"/>
          </a:xfrm>
          <a:prstGeom prst="roundRect">
            <a:avLst>
              <a:gd name="adj" fmla="val 11764"/>
            </a:avLst>
          </a:prstGeom>
          <a:solidFill>
            <a:srgbClr val="FFFFFF"/>
          </a:solidFill>
          <a:ln w="762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8382000" y="7791450"/>
            <a:ext cx="1948048"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168D9D"/>
                </a:solidFill>
                <a:latin typeface="Arial"/>
                <a:ea typeface="Microsoft YaHei"/>
              </a:rPr>
              <a:t>Driver</a:t>
            </a:r>
            <a:r>
              <a:rPr sz="1000" b="1">
                <a:solidFill>
                  <a:srgbClr val="168D9D"/>
                </a:solidFill>
                <a:latin typeface="Microsoft YaHei"/>
                <a:ea typeface="Microsoft YaHei"/>
              </a:rPr>
              <a:t> </a:t>
            </a:r>
            <a:r>
              <a:rPr sz="1000" b="1">
                <a:solidFill>
                  <a:srgbClr val="168D9D"/>
                </a:solidFill>
                <a:latin typeface="Arial"/>
                <a:ea typeface="Microsoft YaHei"/>
              </a:rPr>
              <a:t>adapters</a:t>
            </a:r>
            <a:r>
              <a:rPr sz="1000" b="1">
                <a:solidFill>
                  <a:srgbClr val="168D9D"/>
                </a:solidFill>
                <a:latin typeface="Microsoft YaHei"/>
                <a:ea typeface="Microsoft YaHei"/>
              </a:rPr>
              <a:t> </a:t>
            </a:r>
            <a:r>
              <a:rPr sz="1000" b="1">
                <a:solidFill>
                  <a:srgbClr val="168D9D"/>
                </a:solidFill>
                <a:latin typeface="Arial"/>
                <a:ea typeface="Microsoft YaHei"/>
              </a:rPr>
              <a:t>+</a:t>
            </a:r>
            <a:r>
              <a:rPr sz="1000" b="1">
                <a:solidFill>
                  <a:srgbClr val="168D9D"/>
                </a:solidFill>
                <a:latin typeface="Microsoft YaHei"/>
                <a:ea typeface="Microsoft YaHei"/>
              </a:rPr>
              <a:t> </a:t>
            </a:r>
            <a:r>
              <a:rPr sz="1000" b="1">
                <a:solidFill>
                  <a:srgbClr val="168D9D"/>
                </a:solidFill>
                <a:latin typeface="Arial"/>
                <a:ea typeface="Microsoft YaHei"/>
              </a:rPr>
              <a:t>sessions</a:t>
            </a:r>
          </a:p>
        </p:txBody>
      </p:sp>
      <p:sp>
        <p:nvSpPr>
          <p:cNvPr id="279" name="TextBox 278"/>
          <p:cNvSpPr txBox="1"/>
          <p:nvPr/>
        </p:nvSpPr>
        <p:spPr>
          <a:xfrm>
            <a:off x="8382000" y="8001000"/>
            <a:ext cx="1959173"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278565"/>
                </a:solidFill>
                <a:latin typeface="Arial"/>
                <a:ea typeface="Microsoft YaHei"/>
              </a:rPr>
              <a:t>Journal</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watchdog</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raw-data</a:t>
            </a:r>
            <a:r>
              <a:rPr sz="800" b="0">
                <a:solidFill>
                  <a:srgbClr val="278565"/>
                </a:solidFill>
                <a:latin typeface="Microsoft YaHei"/>
                <a:ea typeface="Microsoft YaHei"/>
              </a:rPr>
              <a:t> </a:t>
            </a:r>
            <a:r>
              <a:rPr sz="800" b="0">
                <a:solidFill>
                  <a:srgbClr val="278565"/>
                </a:solidFill>
                <a:latin typeface="Arial"/>
                <a:ea typeface="Microsoft YaHei"/>
              </a:rPr>
              <a:t>outbox</a:t>
            </a:r>
          </a:p>
        </p:txBody>
      </p:sp>
      <p:cxnSp>
        <p:nvCxnSpPr>
          <p:cNvPr id="280" name="Connector 279"/>
          <p:cNvCxnSpPr/>
          <p:nvPr/>
        </p:nvCxnSpPr>
        <p:spPr>
          <a:xfrm>
            <a:off x="84074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281" name="Freeform 280"/>
          <p:cNvSpPr/>
          <p:nvPr/>
        </p:nvSpPr>
        <p:spPr>
          <a:xfrm>
            <a:off x="8382000" y="8585200"/>
            <a:ext cx="50800" cy="50800"/>
          </a:xfrm>
          <a:custGeom>
            <a:avLst/>
            <a:gdLst/>
            <a:ahLst/>
            <a:cxnLst/>
            <a:rect l="l" t="t" r="r" b="b"/>
            <a:pathLst>
              <a:path w="4" h="4">
                <a:moveTo>
                  <a:pt x="2" y="4"/>
                </a:moveTo>
                <a:lnTo>
                  <a:pt x="4" y="0"/>
                </a:lnTo>
                <a:lnTo>
                  <a:pt x="0"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2" name="Connector 281"/>
          <p:cNvCxnSpPr/>
          <p:nvPr/>
        </p:nvCxnSpPr>
        <p:spPr>
          <a:xfrm flipV="1">
            <a:off x="84963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283" name="Freeform 282"/>
          <p:cNvSpPr/>
          <p:nvPr/>
        </p:nvSpPr>
        <p:spPr>
          <a:xfrm>
            <a:off x="8470900" y="8280400"/>
            <a:ext cx="50800" cy="63500"/>
          </a:xfrm>
          <a:custGeom>
            <a:avLst/>
            <a:gdLst/>
            <a:ahLst/>
            <a:cxnLst/>
            <a:rect l="l" t="t" r="r" b="b"/>
            <a:pathLst>
              <a:path w="4" h="5">
                <a:moveTo>
                  <a:pt x="2" y="0"/>
                </a:moveTo>
                <a:lnTo>
                  <a:pt x="0" y="5"/>
                </a:lnTo>
                <a:lnTo>
                  <a:pt x="4" y="5"/>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8566150" y="8388350"/>
            <a:ext cx="1218220"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3B6CB0"/>
                </a:solidFill>
                <a:latin typeface="Arial"/>
                <a:ea typeface="Microsoft YaHei"/>
              </a:rPr>
              <a:t>USB</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serial</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Ethernet</a:t>
            </a:r>
          </a:p>
        </p:txBody>
      </p:sp>
      <p:sp>
        <p:nvSpPr>
          <p:cNvPr id="285" name="Rounded Rectangle 284"/>
          <p:cNvSpPr/>
          <p:nvPr/>
        </p:nvSpPr>
        <p:spPr>
          <a:xfrm>
            <a:off x="8191500" y="8636000"/>
            <a:ext cx="2476500" cy="1365250"/>
          </a:xfrm>
          <a:prstGeom prst="roundRect">
            <a:avLst>
              <a:gd name="adj" fmla="val 5116"/>
            </a:avLst>
          </a:prstGeom>
          <a:solidFill>
            <a:srgbClr val="F5F8FC"/>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8305800" y="8718550"/>
            <a:ext cx="1261163"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3B6CB0"/>
                </a:solidFill>
                <a:latin typeface="Arial"/>
                <a:ea typeface="Microsoft YaHei"/>
              </a:rPr>
              <a:t>PHYSICAL</a:t>
            </a:r>
            <a:r>
              <a:rPr sz="900" b="1">
                <a:solidFill>
                  <a:srgbClr val="3B6CB0"/>
                </a:solidFill>
                <a:latin typeface="Microsoft YaHei"/>
                <a:ea typeface="Microsoft YaHei"/>
              </a:rPr>
              <a:t> </a:t>
            </a:r>
            <a:r>
              <a:rPr sz="900" b="1">
                <a:solidFill>
                  <a:srgbClr val="3B6CB0"/>
                </a:solidFill>
                <a:latin typeface="Arial"/>
                <a:ea typeface="Microsoft YaHei"/>
              </a:rPr>
              <a:t>DEVICES</a:t>
            </a:r>
          </a:p>
        </p:txBody>
      </p:sp>
      <p:sp>
        <p:nvSpPr>
          <p:cNvPr id="287" name="Rounded Rectangle 286"/>
          <p:cNvSpPr/>
          <p:nvPr/>
        </p:nvSpPr>
        <p:spPr>
          <a:xfrm>
            <a:off x="8839200" y="9334500"/>
            <a:ext cx="920750" cy="190500"/>
          </a:xfrm>
          <a:prstGeom prst="roundRect">
            <a:avLst>
              <a:gd name="adj" fmla="val 10000"/>
            </a:avLst>
          </a:prstGeom>
          <a:solidFill>
            <a:srgbClr val="EDF3FC"/>
          </a:solidFill>
          <a:ln w="1016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ounded Rectangle 287"/>
          <p:cNvSpPr/>
          <p:nvPr/>
        </p:nvSpPr>
        <p:spPr>
          <a:xfrm>
            <a:off x="8978900" y="9239250"/>
            <a:ext cx="920750" cy="190500"/>
          </a:xfrm>
          <a:prstGeom prst="roundRect">
            <a:avLst>
              <a:gd name="adj" fmla="val 10000"/>
            </a:avLst>
          </a:prstGeom>
          <a:solidFill>
            <a:srgbClr val="EDF3FC"/>
          </a:solidFill>
          <a:ln w="1016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ounded Rectangle 288"/>
          <p:cNvSpPr/>
          <p:nvPr/>
        </p:nvSpPr>
        <p:spPr>
          <a:xfrm>
            <a:off x="9118600" y="9144000"/>
            <a:ext cx="920750" cy="190500"/>
          </a:xfrm>
          <a:prstGeom prst="roundRect">
            <a:avLst>
              <a:gd name="adj" fmla="val 10000"/>
            </a:avLst>
          </a:prstGeom>
          <a:solidFill>
            <a:srgbClr val="EDF3FC"/>
          </a:solidFill>
          <a:ln w="10160">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0" name="Connector 289"/>
          <p:cNvCxnSpPr/>
          <p:nvPr/>
        </p:nvCxnSpPr>
        <p:spPr>
          <a:xfrm>
            <a:off x="8997950" y="9080500"/>
            <a:ext cx="812800" cy="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291" name="Freeform 290"/>
          <p:cNvSpPr/>
          <p:nvPr/>
        </p:nvSpPr>
        <p:spPr>
          <a:xfrm>
            <a:off x="9753600" y="9055100"/>
            <a:ext cx="50800" cy="50800"/>
          </a:xfrm>
          <a:custGeom>
            <a:avLst/>
            <a:gdLst/>
            <a:ahLst/>
            <a:cxnLst/>
            <a:rect l="l" t="t" r="r" b="b"/>
            <a:pathLst>
              <a:path w="4" h="4">
                <a:moveTo>
                  <a:pt x="4" y="2"/>
                </a:moveTo>
                <a:lnTo>
                  <a:pt x="0" y="0"/>
                </a:lnTo>
                <a:lnTo>
                  <a:pt x="0" y="4"/>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2" name="Connector 291"/>
          <p:cNvCxnSpPr/>
          <p:nvPr/>
        </p:nvCxnSpPr>
        <p:spPr>
          <a:xfrm flipV="1">
            <a:off x="9950450" y="8953500"/>
            <a:ext cx="0" cy="635000"/>
          </a:xfrm>
          <a:prstGeom prst="line">
            <a:avLst/>
          </a:prstGeom>
          <a:ln w="12700">
            <a:solidFill>
              <a:srgbClr val="168D9D"/>
            </a:solidFill>
          </a:ln>
        </p:spPr>
        <p:style>
          <a:lnRef idx="2">
            <a:schemeClr val="accent1"/>
          </a:lnRef>
          <a:fillRef idx="0">
            <a:schemeClr val="accent1"/>
          </a:fillRef>
          <a:effectRef idx="1">
            <a:schemeClr val="accent1"/>
          </a:effectRef>
          <a:fontRef idx="minor">
            <a:schemeClr val="tx1"/>
          </a:fontRef>
        </p:style>
      </p:cxnSp>
      <p:sp>
        <p:nvSpPr>
          <p:cNvPr id="293" name="Freeform 292"/>
          <p:cNvSpPr/>
          <p:nvPr/>
        </p:nvSpPr>
        <p:spPr>
          <a:xfrm>
            <a:off x="9931400" y="8953500"/>
            <a:ext cx="38100" cy="50800"/>
          </a:xfrm>
          <a:custGeom>
            <a:avLst/>
            <a:gdLst/>
            <a:ahLst/>
            <a:cxnLst/>
            <a:rect l="l" t="t" r="r" b="b"/>
            <a:pathLst>
              <a:path w="3" h="4">
                <a:moveTo>
                  <a:pt x="2" y="0"/>
                </a:moveTo>
                <a:lnTo>
                  <a:pt x="0" y="4"/>
                </a:lnTo>
                <a:lnTo>
                  <a:pt x="3" y="4"/>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8538483" y="9779000"/>
            <a:ext cx="1833333" cy="168910"/>
          </a:xfrm>
          <a:prstGeom prst="rect">
            <a:avLst/>
          </a:prstGeom>
          <a:noFill/>
        </p:spPr>
        <p:txBody>
          <a:bodyPr wrap="none" lIns="0" rIns="0" tIns="0" bIns="0">
            <a:spAutoFit/>
          </a:bodyPr>
          <a:lstStyle/>
          <a:p>
            <a:pPr>
              <a:lnSpc>
                <a:spcPts val="1187"/>
              </a:lnSpc>
              <a:spcBef>
                <a:spcPts val="0"/>
              </a:spcBef>
              <a:spcAft>
                <a:spcPts val="0"/>
              </a:spcAft>
            </a:pPr>
            <a:r>
              <a:rPr sz="950" b="1">
                <a:solidFill>
                  <a:srgbClr val="3B6CB0"/>
                </a:solidFill>
                <a:latin typeface="Arial"/>
                <a:ea typeface="Microsoft YaHei"/>
              </a:rPr>
              <a:t>Stages</a:t>
            </a:r>
            <a:r>
              <a:rPr sz="950" b="1">
                <a:solidFill>
                  <a:srgbClr val="3B6CB0"/>
                </a:solidFill>
                <a:latin typeface="Microsoft YaHei"/>
                <a:ea typeface="Microsoft YaHei"/>
              </a:rPr>
              <a:t> </a:t>
            </a:r>
            <a:r>
              <a:rPr sz="950" b="1">
                <a:solidFill>
                  <a:srgbClr val="3B6CB0"/>
                </a:solidFill>
                <a:latin typeface="Arial"/>
                <a:ea typeface="Microsoft YaHei"/>
              </a:rPr>
              <a:t>/</a:t>
            </a:r>
            <a:r>
              <a:rPr sz="950" b="1">
                <a:solidFill>
                  <a:srgbClr val="3B6CB0"/>
                </a:solidFill>
                <a:latin typeface="Microsoft YaHei"/>
                <a:ea typeface="Microsoft YaHei"/>
              </a:rPr>
              <a:t> </a:t>
            </a:r>
            <a:r>
              <a:rPr sz="950" b="1">
                <a:solidFill>
                  <a:srgbClr val="3B6CB0"/>
                </a:solidFill>
                <a:latin typeface="Arial"/>
                <a:ea typeface="Microsoft YaHei"/>
              </a:rPr>
              <a:t>motors</a:t>
            </a:r>
            <a:r>
              <a:rPr sz="950" b="1">
                <a:solidFill>
                  <a:srgbClr val="3B6CB0"/>
                </a:solidFill>
                <a:latin typeface="Microsoft YaHei"/>
                <a:ea typeface="Microsoft YaHei"/>
              </a:rPr>
              <a:t> </a:t>
            </a:r>
            <a:r>
              <a:rPr sz="950" b="1">
                <a:solidFill>
                  <a:srgbClr val="3B6CB0"/>
                </a:solidFill>
                <a:latin typeface="Arial"/>
                <a:ea typeface="Microsoft YaHei"/>
              </a:rPr>
              <a:t>/</a:t>
            </a:r>
            <a:r>
              <a:rPr sz="950" b="1">
                <a:solidFill>
                  <a:srgbClr val="3B6CB0"/>
                </a:solidFill>
                <a:latin typeface="Microsoft YaHei"/>
                <a:ea typeface="Microsoft YaHei"/>
              </a:rPr>
              <a:t> </a:t>
            </a:r>
            <a:r>
              <a:rPr sz="950" b="1">
                <a:solidFill>
                  <a:srgbClr val="3B6CB0"/>
                </a:solidFill>
                <a:latin typeface="Arial"/>
                <a:ea typeface="Microsoft YaHei"/>
              </a:rPr>
              <a:t>encoders</a:t>
            </a:r>
          </a:p>
        </p:txBody>
      </p:sp>
      <p:cxnSp>
        <p:nvCxnSpPr>
          <p:cNvPr id="295" name="Connector 294"/>
          <p:cNvCxnSpPr/>
          <p:nvPr/>
        </p:nvCxnSpPr>
        <p:spPr>
          <a:xfrm>
            <a:off x="11944350" y="5905500"/>
            <a:ext cx="0" cy="6985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296" name="Freeform 295"/>
          <p:cNvSpPr/>
          <p:nvPr/>
        </p:nvSpPr>
        <p:spPr>
          <a:xfrm>
            <a:off x="11925300" y="6553200"/>
            <a:ext cx="38100" cy="50800"/>
          </a:xfrm>
          <a:custGeom>
            <a:avLst/>
            <a:gdLst/>
            <a:ahLst/>
            <a:cxnLst/>
            <a:rect l="l" t="t" r="r" b="b"/>
            <a:pathLst>
              <a:path w="3" h="4">
                <a:moveTo>
                  <a:pt x="1" y="4"/>
                </a:moveTo>
                <a:lnTo>
                  <a:pt x="3"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7" name="Connector 296"/>
          <p:cNvCxnSpPr/>
          <p:nvPr/>
        </p:nvCxnSpPr>
        <p:spPr>
          <a:xfrm flipV="1">
            <a:off x="12122150" y="6235700"/>
            <a:ext cx="0" cy="368300"/>
          </a:xfrm>
          <a:prstGeom prst="line">
            <a:avLst/>
          </a:prstGeom>
          <a:ln w="12700">
            <a:solidFill>
              <a:srgbClr val="278565"/>
            </a:solidFill>
          </a:ln>
        </p:spPr>
        <p:style>
          <a:lnRef idx="2">
            <a:schemeClr val="accent1"/>
          </a:lnRef>
          <a:fillRef idx="0">
            <a:schemeClr val="accent1"/>
          </a:fillRef>
          <a:effectRef idx="1">
            <a:schemeClr val="accent1"/>
          </a:effectRef>
          <a:fontRef idx="minor">
            <a:schemeClr val="tx1"/>
          </a:fontRef>
        </p:style>
      </p:cxnSp>
      <p:sp>
        <p:nvSpPr>
          <p:cNvPr id="298" name="Freeform 297"/>
          <p:cNvSpPr/>
          <p:nvPr/>
        </p:nvSpPr>
        <p:spPr>
          <a:xfrm>
            <a:off x="12103100" y="6235700"/>
            <a:ext cx="38100" cy="50800"/>
          </a:xfrm>
          <a:custGeom>
            <a:avLst/>
            <a:gdLst/>
            <a:ahLst/>
            <a:cxnLst/>
            <a:rect l="l" t="t" r="r" b="b"/>
            <a:pathLst>
              <a:path w="3" h="4">
                <a:moveTo>
                  <a:pt x="1" y="0"/>
                </a:moveTo>
                <a:lnTo>
                  <a:pt x="0" y="4"/>
                </a:lnTo>
                <a:lnTo>
                  <a:pt x="3" y="4"/>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11920855" y="5882005"/>
            <a:ext cx="46990" cy="4699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12098655" y="6212205"/>
            <a:ext cx="46990" cy="4699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ounded Rectangle 300"/>
          <p:cNvSpPr/>
          <p:nvPr/>
        </p:nvSpPr>
        <p:spPr>
          <a:xfrm>
            <a:off x="10795000" y="6604000"/>
            <a:ext cx="2476500" cy="1682750"/>
          </a:xfrm>
          <a:prstGeom prst="roundRect">
            <a:avLst>
              <a:gd name="adj" fmla="val 4905"/>
            </a:avLst>
          </a:prstGeom>
          <a:solidFill>
            <a:srgbClr val="E9F6F7"/>
          </a:solidFill>
          <a:ln w="1143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ounded Rectangle 301"/>
          <p:cNvSpPr/>
          <p:nvPr/>
        </p:nvSpPr>
        <p:spPr>
          <a:xfrm>
            <a:off x="10909300" y="6711950"/>
            <a:ext cx="393700" cy="279400"/>
          </a:xfrm>
          <a:prstGeom prst="roundRect">
            <a:avLst>
              <a:gd name="adj" fmla="val 9090"/>
            </a:avLst>
          </a:prstGeom>
          <a:solidFill>
            <a:srgbClr val="EDF3FC"/>
          </a:solidFill>
          <a:ln w="1270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10953750" y="6756400"/>
            <a:ext cx="304800"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4" name="Connector 303"/>
          <p:cNvCxnSpPr/>
          <p:nvPr/>
        </p:nvCxnSpPr>
        <p:spPr>
          <a:xfrm>
            <a:off x="11106150" y="6991350"/>
            <a:ext cx="0" cy="63500"/>
          </a:xfrm>
          <a:prstGeom prst="line">
            <a:avLst/>
          </a:prstGeom>
          <a:ln w="127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10991977" y="7067550"/>
            <a:ext cx="228346" cy="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306" name="TextBox 305"/>
          <p:cNvSpPr txBox="1"/>
          <p:nvPr/>
        </p:nvSpPr>
        <p:spPr>
          <a:xfrm>
            <a:off x="11410950" y="6718300"/>
            <a:ext cx="1586749"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E</a:t>
            </a:r>
            <a:r>
              <a:rPr sz="1150" b="1">
                <a:solidFill>
                  <a:srgbClr val="168D9D"/>
                </a:solidFill>
                <a:latin typeface="Microsoft YaHei"/>
                <a:ea typeface="Microsoft YaHei"/>
              </a:rPr>
              <a:t> </a:t>
            </a:r>
            <a:r>
              <a:rPr sz="1150" b="1">
                <a:solidFill>
                  <a:srgbClr val="168D9D"/>
                </a:solidFill>
                <a:latin typeface="Arial"/>
                <a:ea typeface="Microsoft YaHei"/>
              </a:rPr>
              <a:t>/</a:t>
            </a:r>
            <a:r>
              <a:rPr sz="1150" b="1">
                <a:solidFill>
                  <a:srgbClr val="168D9D"/>
                </a:solidFill>
                <a:latin typeface="Microsoft YaHei"/>
                <a:ea typeface="Microsoft YaHei"/>
              </a:rPr>
              <a:t> </a:t>
            </a:r>
            <a:r>
              <a:rPr sz="1150" b="1">
                <a:solidFill>
                  <a:srgbClr val="168D9D"/>
                </a:solidFill>
                <a:latin typeface="Arial"/>
                <a:ea typeface="Microsoft YaHei"/>
              </a:rPr>
              <a:t>Electrical</a:t>
            </a:r>
            <a:r>
              <a:rPr sz="1150" b="1">
                <a:solidFill>
                  <a:srgbClr val="168D9D"/>
                </a:solidFill>
                <a:latin typeface="Microsoft YaHei"/>
                <a:ea typeface="Microsoft YaHei"/>
              </a:rPr>
              <a:t> </a:t>
            </a:r>
            <a:r>
              <a:rPr sz="1150" b="1">
                <a:solidFill>
                  <a:srgbClr val="168D9D"/>
                </a:solidFill>
                <a:latin typeface="Arial"/>
                <a:ea typeface="Microsoft YaHei"/>
              </a:rPr>
              <a:t>lab</a:t>
            </a:r>
          </a:p>
        </p:txBody>
      </p:sp>
      <p:sp>
        <p:nvSpPr>
          <p:cNvPr id="307" name="TextBox 306"/>
          <p:cNvSpPr txBox="1"/>
          <p:nvPr/>
        </p:nvSpPr>
        <p:spPr>
          <a:xfrm>
            <a:off x="11410950" y="6972300"/>
            <a:ext cx="1461144"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62758C"/>
                </a:solidFill>
                <a:latin typeface="Arial"/>
                <a:ea typeface="Microsoft YaHei"/>
              </a:rPr>
              <a:t>Source</a:t>
            </a:r>
            <a:r>
              <a:rPr sz="800" b="0">
                <a:solidFill>
                  <a:srgbClr val="62758C"/>
                </a:solidFill>
                <a:latin typeface="Microsoft YaHei"/>
                <a:ea typeface="Microsoft YaHei"/>
              </a:rPr>
              <a:t> </a:t>
            </a:r>
            <a:r>
              <a:rPr sz="800" b="0">
                <a:solidFill>
                  <a:srgbClr val="62758C"/>
                </a:solidFill>
                <a:latin typeface="Arial"/>
                <a:ea typeface="Microsoft YaHei"/>
              </a:rPr>
              <a:t>+</a:t>
            </a:r>
            <a:r>
              <a:rPr sz="800" b="0">
                <a:solidFill>
                  <a:srgbClr val="62758C"/>
                </a:solidFill>
                <a:latin typeface="Microsoft YaHei"/>
                <a:ea typeface="Microsoft YaHei"/>
              </a:rPr>
              <a:t> </a:t>
            </a:r>
            <a:r>
              <a:rPr sz="800" b="0">
                <a:solidFill>
                  <a:srgbClr val="62758C"/>
                </a:solidFill>
                <a:latin typeface="Arial"/>
                <a:ea typeface="Microsoft YaHei"/>
              </a:rPr>
              <a:t>readout</a:t>
            </a:r>
            <a:r>
              <a:rPr sz="800" b="0">
                <a:solidFill>
                  <a:srgbClr val="62758C"/>
                </a:solidFill>
                <a:latin typeface="Microsoft YaHei"/>
                <a:ea typeface="Microsoft YaHei"/>
              </a:rPr>
              <a:t> </a:t>
            </a:r>
            <a:r>
              <a:rPr sz="800" b="0">
                <a:solidFill>
                  <a:srgbClr val="62758C"/>
                </a:solidFill>
                <a:latin typeface="Arial"/>
                <a:ea typeface="Microsoft YaHei"/>
              </a:rPr>
              <a:t>resources</a:t>
            </a:r>
          </a:p>
        </p:txBody>
      </p:sp>
      <p:sp>
        <p:nvSpPr>
          <p:cNvPr id="308" name="Rounded Rectangle 307"/>
          <p:cNvSpPr/>
          <p:nvPr/>
        </p:nvSpPr>
        <p:spPr>
          <a:xfrm>
            <a:off x="10909300" y="7207250"/>
            <a:ext cx="2247900" cy="406400"/>
          </a:xfrm>
          <a:prstGeom prst="roundRect">
            <a:avLst>
              <a:gd name="adj" fmla="val 12500"/>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985500" y="7270750"/>
            <a:ext cx="1260490"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Local</a:t>
            </a:r>
            <a:r>
              <a:rPr sz="1150" b="1">
                <a:solidFill>
                  <a:srgbClr val="168D9D"/>
                </a:solidFill>
                <a:latin typeface="Microsoft YaHei"/>
                <a:ea typeface="Microsoft YaHei"/>
              </a:rPr>
              <a:t> </a:t>
            </a: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Agent</a:t>
            </a:r>
          </a:p>
        </p:txBody>
      </p:sp>
      <p:sp>
        <p:nvSpPr>
          <p:cNvPr id="310" name="TextBox 309"/>
          <p:cNvSpPr txBox="1"/>
          <p:nvPr/>
        </p:nvSpPr>
        <p:spPr>
          <a:xfrm>
            <a:off x="10991850" y="7461250"/>
            <a:ext cx="1548448"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Persistent</a:t>
            </a:r>
            <a:r>
              <a:rPr sz="850" b="0">
                <a:solidFill>
                  <a:srgbClr val="62758C"/>
                </a:solidFill>
                <a:latin typeface="Microsoft YaHei"/>
                <a:ea typeface="Microsoft YaHei"/>
              </a:rPr>
              <a:t> </a:t>
            </a:r>
            <a:r>
              <a:rPr sz="850" b="0">
                <a:solidFill>
                  <a:srgbClr val="62758C"/>
                </a:solidFill>
                <a:latin typeface="Arial"/>
                <a:ea typeface="Microsoft YaHei"/>
              </a:rPr>
              <a:t>execution</a:t>
            </a:r>
            <a:r>
              <a:rPr sz="850" b="0">
                <a:solidFill>
                  <a:srgbClr val="62758C"/>
                </a:solidFill>
                <a:latin typeface="Microsoft YaHei"/>
                <a:ea typeface="Microsoft YaHei"/>
              </a:rPr>
              <a:t> </a:t>
            </a:r>
            <a:r>
              <a:rPr sz="850" b="0">
                <a:solidFill>
                  <a:srgbClr val="62758C"/>
                </a:solidFill>
                <a:latin typeface="Arial"/>
                <a:ea typeface="Microsoft YaHei"/>
              </a:rPr>
              <a:t>worker</a:t>
            </a:r>
          </a:p>
        </p:txBody>
      </p:sp>
      <p:cxnSp>
        <p:nvCxnSpPr>
          <p:cNvPr id="311" name="Connector 310"/>
          <p:cNvCxnSpPr/>
          <p:nvPr/>
        </p:nvCxnSpPr>
        <p:spPr>
          <a:xfrm>
            <a:off x="12033250" y="7613650"/>
            <a:ext cx="0" cy="114300"/>
          </a:xfrm>
          <a:prstGeom prst="line">
            <a:avLst/>
          </a:prstGeom>
          <a:ln w="11430">
            <a:solidFill>
              <a:srgbClr val="168D9D"/>
            </a:solidFill>
          </a:ln>
        </p:spPr>
        <p:style>
          <a:lnRef idx="2">
            <a:schemeClr val="accent1"/>
          </a:lnRef>
          <a:fillRef idx="0">
            <a:schemeClr val="accent1"/>
          </a:fillRef>
          <a:effectRef idx="1">
            <a:schemeClr val="accent1"/>
          </a:effectRef>
          <a:fontRef idx="minor">
            <a:schemeClr val="tx1"/>
          </a:fontRef>
        </p:style>
      </p:cxnSp>
      <p:sp>
        <p:nvSpPr>
          <p:cNvPr id="312" name="Freeform 311"/>
          <p:cNvSpPr/>
          <p:nvPr/>
        </p:nvSpPr>
        <p:spPr>
          <a:xfrm>
            <a:off x="12014200" y="7683500"/>
            <a:ext cx="38100" cy="38100"/>
          </a:xfrm>
          <a:custGeom>
            <a:avLst/>
            <a:gdLst/>
            <a:ahLst/>
            <a:cxnLst/>
            <a:rect l="l" t="t" r="r" b="b"/>
            <a:pathLst>
              <a:path w="3" h="3">
                <a:moveTo>
                  <a:pt x="2"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ounded Rectangle 312"/>
          <p:cNvSpPr/>
          <p:nvPr/>
        </p:nvSpPr>
        <p:spPr>
          <a:xfrm>
            <a:off x="10909300" y="7727950"/>
            <a:ext cx="2247900" cy="431800"/>
          </a:xfrm>
          <a:prstGeom prst="roundRect">
            <a:avLst>
              <a:gd name="adj" fmla="val 11764"/>
            </a:avLst>
          </a:prstGeom>
          <a:solidFill>
            <a:srgbClr val="FFFFFF"/>
          </a:solidFill>
          <a:ln w="762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TextBox 313"/>
          <p:cNvSpPr txBox="1"/>
          <p:nvPr/>
        </p:nvSpPr>
        <p:spPr>
          <a:xfrm>
            <a:off x="10985500" y="7791450"/>
            <a:ext cx="1948048"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168D9D"/>
                </a:solidFill>
                <a:latin typeface="Arial"/>
                <a:ea typeface="Microsoft YaHei"/>
              </a:rPr>
              <a:t>Driver</a:t>
            </a:r>
            <a:r>
              <a:rPr sz="1000" b="1">
                <a:solidFill>
                  <a:srgbClr val="168D9D"/>
                </a:solidFill>
                <a:latin typeface="Microsoft YaHei"/>
                <a:ea typeface="Microsoft YaHei"/>
              </a:rPr>
              <a:t> </a:t>
            </a:r>
            <a:r>
              <a:rPr sz="1000" b="1">
                <a:solidFill>
                  <a:srgbClr val="168D9D"/>
                </a:solidFill>
                <a:latin typeface="Arial"/>
                <a:ea typeface="Microsoft YaHei"/>
              </a:rPr>
              <a:t>adapters</a:t>
            </a:r>
            <a:r>
              <a:rPr sz="1000" b="1">
                <a:solidFill>
                  <a:srgbClr val="168D9D"/>
                </a:solidFill>
                <a:latin typeface="Microsoft YaHei"/>
                <a:ea typeface="Microsoft YaHei"/>
              </a:rPr>
              <a:t> </a:t>
            </a:r>
            <a:r>
              <a:rPr sz="1000" b="1">
                <a:solidFill>
                  <a:srgbClr val="168D9D"/>
                </a:solidFill>
                <a:latin typeface="Arial"/>
                <a:ea typeface="Microsoft YaHei"/>
              </a:rPr>
              <a:t>+</a:t>
            </a:r>
            <a:r>
              <a:rPr sz="1000" b="1">
                <a:solidFill>
                  <a:srgbClr val="168D9D"/>
                </a:solidFill>
                <a:latin typeface="Microsoft YaHei"/>
                <a:ea typeface="Microsoft YaHei"/>
              </a:rPr>
              <a:t> </a:t>
            </a:r>
            <a:r>
              <a:rPr sz="1000" b="1">
                <a:solidFill>
                  <a:srgbClr val="168D9D"/>
                </a:solidFill>
                <a:latin typeface="Arial"/>
                <a:ea typeface="Microsoft YaHei"/>
              </a:rPr>
              <a:t>sessions</a:t>
            </a:r>
          </a:p>
        </p:txBody>
      </p:sp>
      <p:sp>
        <p:nvSpPr>
          <p:cNvPr id="315" name="TextBox 314"/>
          <p:cNvSpPr txBox="1"/>
          <p:nvPr/>
        </p:nvSpPr>
        <p:spPr>
          <a:xfrm>
            <a:off x="10985500" y="8001000"/>
            <a:ext cx="1959173"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278565"/>
                </a:solidFill>
                <a:latin typeface="Arial"/>
                <a:ea typeface="Microsoft YaHei"/>
              </a:rPr>
              <a:t>Journal</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watchdog</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raw-data</a:t>
            </a:r>
            <a:r>
              <a:rPr sz="800" b="0">
                <a:solidFill>
                  <a:srgbClr val="278565"/>
                </a:solidFill>
                <a:latin typeface="Microsoft YaHei"/>
                <a:ea typeface="Microsoft YaHei"/>
              </a:rPr>
              <a:t> </a:t>
            </a:r>
            <a:r>
              <a:rPr sz="800" b="0">
                <a:solidFill>
                  <a:srgbClr val="278565"/>
                </a:solidFill>
                <a:latin typeface="Arial"/>
                <a:ea typeface="Microsoft YaHei"/>
              </a:rPr>
              <a:t>outbox</a:t>
            </a:r>
          </a:p>
        </p:txBody>
      </p:sp>
      <p:cxnSp>
        <p:nvCxnSpPr>
          <p:cNvPr id="316" name="Connector 315"/>
          <p:cNvCxnSpPr/>
          <p:nvPr/>
        </p:nvCxnSpPr>
        <p:spPr>
          <a:xfrm>
            <a:off x="110109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317" name="Freeform 316"/>
          <p:cNvSpPr/>
          <p:nvPr/>
        </p:nvSpPr>
        <p:spPr>
          <a:xfrm>
            <a:off x="10985500" y="8585200"/>
            <a:ext cx="50800" cy="50800"/>
          </a:xfrm>
          <a:custGeom>
            <a:avLst/>
            <a:gdLst/>
            <a:ahLst/>
            <a:cxnLst/>
            <a:rect l="l" t="t" r="r" b="b"/>
            <a:pathLst>
              <a:path w="4" h="4">
                <a:moveTo>
                  <a:pt x="2" y="4"/>
                </a:moveTo>
                <a:lnTo>
                  <a:pt x="4" y="0"/>
                </a:lnTo>
                <a:lnTo>
                  <a:pt x="0"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8" name="Connector 317"/>
          <p:cNvCxnSpPr/>
          <p:nvPr/>
        </p:nvCxnSpPr>
        <p:spPr>
          <a:xfrm flipV="1">
            <a:off x="110998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319" name="Freeform 318"/>
          <p:cNvSpPr/>
          <p:nvPr/>
        </p:nvSpPr>
        <p:spPr>
          <a:xfrm>
            <a:off x="11074400" y="8280400"/>
            <a:ext cx="50800" cy="63500"/>
          </a:xfrm>
          <a:custGeom>
            <a:avLst/>
            <a:gdLst/>
            <a:ahLst/>
            <a:cxnLst/>
            <a:rect l="l" t="t" r="r" b="b"/>
            <a:pathLst>
              <a:path w="4" h="5">
                <a:moveTo>
                  <a:pt x="2" y="0"/>
                </a:moveTo>
                <a:lnTo>
                  <a:pt x="0" y="5"/>
                </a:lnTo>
                <a:lnTo>
                  <a:pt x="4" y="5"/>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11169650" y="8388350"/>
            <a:ext cx="1032417"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3B6CB0"/>
                </a:solidFill>
                <a:latin typeface="Arial"/>
                <a:ea typeface="Microsoft YaHei"/>
              </a:rPr>
              <a:t>VISA</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GPIB</a:t>
            </a:r>
            <a:r>
              <a:rPr sz="850" b="0">
                <a:solidFill>
                  <a:srgbClr val="3B6CB0"/>
                </a:solidFill>
                <a:latin typeface="Microsoft YaHei"/>
                <a:ea typeface="Microsoft YaHei"/>
              </a:rPr>
              <a:t> </a:t>
            </a:r>
            <a:r>
              <a:rPr sz="850" b="0">
                <a:solidFill>
                  <a:srgbClr val="3B6CB0"/>
                </a:solidFill>
                <a:latin typeface="Arial"/>
                <a:ea typeface="Microsoft YaHei"/>
              </a:rPr>
              <a:t>/</a:t>
            </a:r>
            <a:r>
              <a:rPr sz="850" b="0">
                <a:solidFill>
                  <a:srgbClr val="3B6CB0"/>
                </a:solidFill>
                <a:latin typeface="Microsoft YaHei"/>
                <a:ea typeface="Microsoft YaHei"/>
              </a:rPr>
              <a:t> </a:t>
            </a:r>
            <a:r>
              <a:rPr sz="850" b="0">
                <a:solidFill>
                  <a:srgbClr val="3B6CB0"/>
                </a:solidFill>
                <a:latin typeface="Arial"/>
                <a:ea typeface="Microsoft YaHei"/>
              </a:rPr>
              <a:t>serial</a:t>
            </a:r>
          </a:p>
        </p:txBody>
      </p:sp>
      <p:sp>
        <p:nvSpPr>
          <p:cNvPr id="321" name="Rounded Rectangle 320"/>
          <p:cNvSpPr/>
          <p:nvPr/>
        </p:nvSpPr>
        <p:spPr>
          <a:xfrm>
            <a:off x="10795000" y="8636000"/>
            <a:ext cx="2476500" cy="1365250"/>
          </a:xfrm>
          <a:prstGeom prst="roundRect">
            <a:avLst>
              <a:gd name="adj" fmla="val 5116"/>
            </a:avLst>
          </a:prstGeom>
          <a:solidFill>
            <a:srgbClr val="F5F8FC"/>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10909300" y="8718550"/>
            <a:ext cx="1261163"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3B6CB0"/>
                </a:solidFill>
                <a:latin typeface="Arial"/>
                <a:ea typeface="Microsoft YaHei"/>
              </a:rPr>
              <a:t>PHYSICAL</a:t>
            </a:r>
            <a:r>
              <a:rPr sz="900" b="1">
                <a:solidFill>
                  <a:srgbClr val="3B6CB0"/>
                </a:solidFill>
                <a:latin typeface="Microsoft YaHei"/>
                <a:ea typeface="Microsoft YaHei"/>
              </a:rPr>
              <a:t> </a:t>
            </a:r>
            <a:r>
              <a:rPr sz="900" b="1">
                <a:solidFill>
                  <a:srgbClr val="3B6CB0"/>
                </a:solidFill>
                <a:latin typeface="Arial"/>
                <a:ea typeface="Microsoft YaHei"/>
              </a:rPr>
              <a:t>DEVICES</a:t>
            </a:r>
          </a:p>
        </p:txBody>
      </p:sp>
      <p:sp>
        <p:nvSpPr>
          <p:cNvPr id="323" name="Rounded Rectangle 322"/>
          <p:cNvSpPr/>
          <p:nvPr/>
        </p:nvSpPr>
        <p:spPr>
          <a:xfrm>
            <a:off x="10909300" y="8953500"/>
            <a:ext cx="2247900" cy="368300"/>
          </a:xfrm>
          <a:prstGeom prst="roundRect">
            <a:avLst>
              <a:gd name="adj" fmla="val 862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ounded Rectangle 323"/>
          <p:cNvSpPr/>
          <p:nvPr/>
        </p:nvSpPr>
        <p:spPr>
          <a:xfrm>
            <a:off x="10966450" y="9004300"/>
            <a:ext cx="1835150" cy="266700"/>
          </a:xfrm>
          <a:prstGeom prst="roundRect">
            <a:avLst>
              <a:gd name="adj" fmla="val 7142"/>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017250" y="9036050"/>
            <a:ext cx="1501378"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FFFFFF"/>
                </a:solidFill>
                <a:latin typeface="Arial"/>
                <a:ea typeface="Microsoft YaHei"/>
              </a:rPr>
              <a:t>Current</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voltage</a:t>
            </a:r>
            <a:r>
              <a:rPr sz="850" b="1">
                <a:solidFill>
                  <a:srgbClr val="FFFFFF"/>
                </a:solidFill>
                <a:latin typeface="Microsoft YaHei"/>
                <a:ea typeface="Microsoft YaHei"/>
              </a:rPr>
              <a:t> </a:t>
            </a:r>
            <a:r>
              <a:rPr sz="850" b="1">
                <a:solidFill>
                  <a:srgbClr val="FFFFFF"/>
                </a:solidFill>
                <a:latin typeface="Arial"/>
                <a:ea typeface="Microsoft YaHei"/>
              </a:rPr>
              <a:t>source</a:t>
            </a:r>
          </a:p>
        </p:txBody>
      </p:sp>
      <p:sp>
        <p:nvSpPr>
          <p:cNvPr id="326" name="Oval 325"/>
          <p:cNvSpPr/>
          <p:nvPr/>
        </p:nvSpPr>
        <p:spPr>
          <a:xfrm>
            <a:off x="12903200" y="907415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13069569" y="924052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ounded Rectangle 327"/>
          <p:cNvSpPr/>
          <p:nvPr/>
        </p:nvSpPr>
        <p:spPr>
          <a:xfrm>
            <a:off x="10909300" y="9467850"/>
            <a:ext cx="2247900" cy="368300"/>
          </a:xfrm>
          <a:prstGeom prst="roundRect">
            <a:avLst>
              <a:gd name="adj" fmla="val 862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ounded Rectangle 328"/>
          <p:cNvSpPr/>
          <p:nvPr/>
        </p:nvSpPr>
        <p:spPr>
          <a:xfrm>
            <a:off x="10966450" y="9518650"/>
            <a:ext cx="1835150" cy="266700"/>
          </a:xfrm>
          <a:prstGeom prst="roundRect">
            <a:avLst>
              <a:gd name="adj" fmla="val 7142"/>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11017250" y="9550400"/>
            <a:ext cx="1513395"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FFFFFF"/>
                </a:solidFill>
                <a:latin typeface="Arial"/>
                <a:ea typeface="Microsoft YaHei"/>
              </a:rPr>
              <a:t>Meter</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lock-in</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digitizer</a:t>
            </a:r>
          </a:p>
        </p:txBody>
      </p:sp>
      <p:sp>
        <p:nvSpPr>
          <p:cNvPr id="331" name="Oval 330"/>
          <p:cNvSpPr/>
          <p:nvPr/>
        </p:nvSpPr>
        <p:spPr>
          <a:xfrm>
            <a:off x="12903200" y="958850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13069569" y="975487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3" name="Connector 332"/>
          <p:cNvCxnSpPr/>
          <p:nvPr/>
        </p:nvCxnSpPr>
        <p:spPr>
          <a:xfrm>
            <a:off x="14547850" y="5905500"/>
            <a:ext cx="0" cy="698500"/>
          </a:xfrm>
          <a:prstGeom prst="line">
            <a:avLst/>
          </a:prstGeom>
          <a:ln w="12700">
            <a:solidFill>
              <a:srgbClr val="7653CF"/>
            </a:solidFill>
          </a:ln>
        </p:spPr>
        <p:style>
          <a:lnRef idx="2">
            <a:schemeClr val="accent1"/>
          </a:lnRef>
          <a:fillRef idx="0">
            <a:schemeClr val="accent1"/>
          </a:fillRef>
          <a:effectRef idx="1">
            <a:schemeClr val="accent1"/>
          </a:effectRef>
          <a:fontRef idx="minor">
            <a:schemeClr val="tx1"/>
          </a:fontRef>
        </p:style>
      </p:cxnSp>
      <p:sp>
        <p:nvSpPr>
          <p:cNvPr id="334" name="Freeform 333"/>
          <p:cNvSpPr/>
          <p:nvPr/>
        </p:nvSpPr>
        <p:spPr>
          <a:xfrm>
            <a:off x="14528800" y="6553200"/>
            <a:ext cx="38100" cy="50800"/>
          </a:xfrm>
          <a:custGeom>
            <a:avLst/>
            <a:gdLst/>
            <a:ahLst/>
            <a:cxnLst/>
            <a:rect l="l" t="t" r="r" b="b"/>
            <a:pathLst>
              <a:path w="3" h="4">
                <a:moveTo>
                  <a:pt x="2" y="4"/>
                </a:moveTo>
                <a:lnTo>
                  <a:pt x="3" y="0"/>
                </a:lnTo>
                <a:lnTo>
                  <a:pt x="0" y="0"/>
                </a:lnTo>
                <a:close/>
              </a:path>
            </a:pathLst>
          </a:cu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5" name="Connector 334"/>
          <p:cNvCxnSpPr/>
          <p:nvPr/>
        </p:nvCxnSpPr>
        <p:spPr>
          <a:xfrm flipV="1">
            <a:off x="14725650" y="6235700"/>
            <a:ext cx="0" cy="368300"/>
          </a:xfrm>
          <a:prstGeom prst="line">
            <a:avLst/>
          </a:prstGeom>
          <a:ln w="12700">
            <a:solidFill>
              <a:srgbClr val="278565"/>
            </a:solidFill>
          </a:ln>
        </p:spPr>
        <p:style>
          <a:lnRef idx="2">
            <a:schemeClr val="accent1"/>
          </a:lnRef>
          <a:fillRef idx="0">
            <a:schemeClr val="accent1"/>
          </a:fillRef>
          <a:effectRef idx="1">
            <a:schemeClr val="accent1"/>
          </a:effectRef>
          <a:fontRef idx="minor">
            <a:schemeClr val="tx1"/>
          </a:fontRef>
        </p:style>
      </p:cxnSp>
      <p:sp>
        <p:nvSpPr>
          <p:cNvPr id="336" name="Freeform 335"/>
          <p:cNvSpPr/>
          <p:nvPr/>
        </p:nvSpPr>
        <p:spPr>
          <a:xfrm>
            <a:off x="14706600" y="6235700"/>
            <a:ext cx="38100" cy="50800"/>
          </a:xfrm>
          <a:custGeom>
            <a:avLst/>
            <a:gdLst/>
            <a:ahLst/>
            <a:cxnLst/>
            <a:rect l="l" t="t" r="r" b="b"/>
            <a:pathLst>
              <a:path w="3" h="4">
                <a:moveTo>
                  <a:pt x="2" y="0"/>
                </a:moveTo>
                <a:lnTo>
                  <a:pt x="0" y="4"/>
                </a:lnTo>
                <a:lnTo>
                  <a:pt x="3" y="4"/>
                </a:lnTo>
                <a:close/>
              </a:path>
            </a:pathLst>
          </a:cu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14524355" y="5882005"/>
            <a:ext cx="46990" cy="46990"/>
          </a:xfrm>
          <a:prstGeom prst="ellipse">
            <a:avLst/>
          </a:prstGeom>
          <a:solidFill>
            <a:srgbClr val="7653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14702155" y="6212205"/>
            <a:ext cx="46990" cy="4699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ounded Rectangle 338"/>
          <p:cNvSpPr/>
          <p:nvPr/>
        </p:nvSpPr>
        <p:spPr>
          <a:xfrm>
            <a:off x="13398500" y="6604000"/>
            <a:ext cx="2476500" cy="1682750"/>
          </a:xfrm>
          <a:prstGeom prst="roundRect">
            <a:avLst>
              <a:gd name="adj" fmla="val 4905"/>
            </a:avLst>
          </a:prstGeom>
          <a:solidFill>
            <a:srgbClr val="E9F6F7"/>
          </a:solidFill>
          <a:ln w="1143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ounded Rectangle 339"/>
          <p:cNvSpPr/>
          <p:nvPr/>
        </p:nvSpPr>
        <p:spPr>
          <a:xfrm>
            <a:off x="13512800" y="6711950"/>
            <a:ext cx="393700" cy="279400"/>
          </a:xfrm>
          <a:prstGeom prst="roundRect">
            <a:avLst>
              <a:gd name="adj" fmla="val 9090"/>
            </a:avLst>
          </a:prstGeom>
          <a:solidFill>
            <a:srgbClr val="EDF3FC"/>
          </a:solidFill>
          <a:ln w="1270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557250" y="6756400"/>
            <a:ext cx="304800" cy="190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2" name="Connector 341"/>
          <p:cNvCxnSpPr/>
          <p:nvPr/>
        </p:nvCxnSpPr>
        <p:spPr>
          <a:xfrm>
            <a:off x="13709650" y="6991350"/>
            <a:ext cx="0" cy="63500"/>
          </a:xfrm>
          <a:prstGeom prst="line">
            <a:avLst/>
          </a:prstGeom>
          <a:ln w="12700">
            <a:solidFill>
              <a:srgbClr val="168D9D"/>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13595477" y="7067550"/>
            <a:ext cx="228346" cy="0"/>
          </a:xfrm>
          <a:prstGeom prst="line">
            <a:avLst/>
          </a:prstGeom>
          <a:ln w="19050">
            <a:solidFill>
              <a:srgbClr val="168D9D"/>
            </a:solidFill>
          </a:ln>
        </p:spPr>
        <p:style>
          <a:lnRef idx="2">
            <a:schemeClr val="accent1"/>
          </a:lnRef>
          <a:fillRef idx="0">
            <a:schemeClr val="accent1"/>
          </a:fillRef>
          <a:effectRef idx="1">
            <a:schemeClr val="accent1"/>
          </a:effectRef>
          <a:fontRef idx="minor">
            <a:schemeClr val="tx1"/>
          </a:fontRef>
        </p:style>
      </p:cxnSp>
      <p:sp>
        <p:nvSpPr>
          <p:cNvPr id="344" name="TextBox 343"/>
          <p:cNvSpPr txBox="1"/>
          <p:nvPr/>
        </p:nvSpPr>
        <p:spPr>
          <a:xfrm>
            <a:off x="14014450" y="6718300"/>
            <a:ext cx="1691651"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N</a:t>
            </a:r>
            <a:r>
              <a:rPr sz="1150" b="1">
                <a:solidFill>
                  <a:srgbClr val="168D9D"/>
                </a:solidFill>
                <a:latin typeface="Microsoft YaHei"/>
                <a:ea typeface="Microsoft YaHei"/>
              </a:rPr>
              <a:t> </a:t>
            </a:r>
            <a:r>
              <a:rPr sz="1150" b="1">
                <a:solidFill>
                  <a:srgbClr val="168D9D"/>
                </a:solidFill>
                <a:latin typeface="Arial"/>
                <a:ea typeface="Microsoft YaHei"/>
              </a:rPr>
              <a:t>/</a:t>
            </a:r>
            <a:r>
              <a:rPr sz="1150" b="1">
                <a:solidFill>
                  <a:srgbClr val="168D9D"/>
                </a:solidFill>
                <a:latin typeface="Microsoft YaHei"/>
                <a:ea typeface="Microsoft YaHei"/>
              </a:rPr>
              <a:t> </a:t>
            </a:r>
            <a:r>
              <a:rPr sz="1150" b="1">
                <a:solidFill>
                  <a:srgbClr val="168D9D"/>
                </a:solidFill>
                <a:latin typeface="Arial"/>
                <a:ea typeface="Microsoft YaHei"/>
              </a:rPr>
              <a:t>Additional</a:t>
            </a:r>
            <a:r>
              <a:rPr sz="1150" b="1">
                <a:solidFill>
                  <a:srgbClr val="168D9D"/>
                </a:solidFill>
                <a:latin typeface="Microsoft YaHei"/>
                <a:ea typeface="Microsoft YaHei"/>
              </a:rPr>
              <a:t> </a:t>
            </a:r>
            <a:r>
              <a:rPr sz="1150" b="1">
                <a:solidFill>
                  <a:srgbClr val="168D9D"/>
                </a:solidFill>
                <a:latin typeface="Arial"/>
                <a:ea typeface="Microsoft YaHei"/>
              </a:rPr>
              <a:t>lab</a:t>
            </a:r>
          </a:p>
        </p:txBody>
      </p:sp>
      <p:sp>
        <p:nvSpPr>
          <p:cNvPr id="345" name="TextBox 344"/>
          <p:cNvSpPr txBox="1"/>
          <p:nvPr/>
        </p:nvSpPr>
        <p:spPr>
          <a:xfrm>
            <a:off x="14014450" y="6972300"/>
            <a:ext cx="1755526"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62758C"/>
                </a:solidFill>
                <a:latin typeface="Arial"/>
                <a:ea typeface="Microsoft YaHei"/>
              </a:rPr>
              <a:t>Expandable</a:t>
            </a:r>
            <a:r>
              <a:rPr sz="800" b="0">
                <a:solidFill>
                  <a:srgbClr val="62758C"/>
                </a:solidFill>
                <a:latin typeface="Microsoft YaHei"/>
                <a:ea typeface="Microsoft YaHei"/>
              </a:rPr>
              <a:t> </a:t>
            </a:r>
            <a:r>
              <a:rPr sz="800" b="0">
                <a:solidFill>
                  <a:srgbClr val="62758C"/>
                </a:solidFill>
                <a:latin typeface="Arial"/>
                <a:ea typeface="Microsoft YaHei"/>
              </a:rPr>
              <a:t>instrument</a:t>
            </a:r>
            <a:r>
              <a:rPr sz="800" b="0">
                <a:solidFill>
                  <a:srgbClr val="62758C"/>
                </a:solidFill>
                <a:latin typeface="Microsoft YaHei"/>
                <a:ea typeface="Microsoft YaHei"/>
              </a:rPr>
              <a:t> </a:t>
            </a:r>
            <a:r>
              <a:rPr sz="800" b="0">
                <a:solidFill>
                  <a:srgbClr val="62758C"/>
                </a:solidFill>
                <a:latin typeface="Arial"/>
                <a:ea typeface="Microsoft YaHei"/>
              </a:rPr>
              <a:t>resources</a:t>
            </a:r>
          </a:p>
        </p:txBody>
      </p:sp>
      <p:sp>
        <p:nvSpPr>
          <p:cNvPr id="346" name="Rounded Rectangle 345"/>
          <p:cNvSpPr/>
          <p:nvPr/>
        </p:nvSpPr>
        <p:spPr>
          <a:xfrm>
            <a:off x="13512800" y="7207250"/>
            <a:ext cx="2247900" cy="406400"/>
          </a:xfrm>
          <a:prstGeom prst="roundRect">
            <a:avLst>
              <a:gd name="adj" fmla="val 12500"/>
            </a:avLst>
          </a:prstGeom>
          <a:solidFill>
            <a:srgbClr val="FFFFFF"/>
          </a:solidFill>
          <a:ln w="8255">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13589000" y="7270750"/>
            <a:ext cx="1260490" cy="204469"/>
          </a:xfrm>
          <a:prstGeom prst="rect">
            <a:avLst/>
          </a:prstGeom>
          <a:noFill/>
        </p:spPr>
        <p:txBody>
          <a:bodyPr wrap="none" lIns="0" rIns="0" tIns="0" bIns="0">
            <a:spAutoFit/>
          </a:bodyPr>
          <a:lstStyle/>
          <a:p>
            <a:pPr>
              <a:lnSpc>
                <a:spcPts val="1437"/>
              </a:lnSpc>
              <a:spcBef>
                <a:spcPts val="0"/>
              </a:spcBef>
              <a:spcAft>
                <a:spcPts val="0"/>
              </a:spcAft>
            </a:pPr>
            <a:r>
              <a:rPr sz="1150" b="1">
                <a:solidFill>
                  <a:srgbClr val="168D9D"/>
                </a:solidFill>
                <a:latin typeface="Arial"/>
                <a:ea typeface="Microsoft YaHei"/>
              </a:rPr>
              <a:t>Local</a:t>
            </a:r>
            <a:r>
              <a:rPr sz="1150" b="1">
                <a:solidFill>
                  <a:srgbClr val="168D9D"/>
                </a:solidFill>
                <a:latin typeface="Microsoft YaHei"/>
                <a:ea typeface="Microsoft YaHei"/>
              </a:rPr>
              <a:t> </a:t>
            </a:r>
            <a:r>
              <a:rPr sz="1150" b="1">
                <a:solidFill>
                  <a:srgbClr val="168D9D"/>
                </a:solidFill>
                <a:latin typeface="Arial"/>
                <a:ea typeface="Microsoft YaHei"/>
              </a:rPr>
              <a:t>PC</a:t>
            </a:r>
            <a:r>
              <a:rPr sz="1150" b="1">
                <a:solidFill>
                  <a:srgbClr val="168D9D"/>
                </a:solidFill>
                <a:latin typeface="Microsoft YaHei"/>
                <a:ea typeface="Microsoft YaHei"/>
              </a:rPr>
              <a:t> </a:t>
            </a:r>
            <a:r>
              <a:rPr sz="1150" b="1">
                <a:solidFill>
                  <a:srgbClr val="168D9D"/>
                </a:solidFill>
                <a:latin typeface="Arial"/>
                <a:ea typeface="Microsoft YaHei"/>
              </a:rPr>
              <a:t>Agent</a:t>
            </a:r>
          </a:p>
        </p:txBody>
      </p:sp>
      <p:sp>
        <p:nvSpPr>
          <p:cNvPr id="348" name="TextBox 347"/>
          <p:cNvSpPr txBox="1"/>
          <p:nvPr/>
        </p:nvSpPr>
        <p:spPr>
          <a:xfrm>
            <a:off x="13595350" y="7461250"/>
            <a:ext cx="1548448"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Persistent</a:t>
            </a:r>
            <a:r>
              <a:rPr sz="850" b="0">
                <a:solidFill>
                  <a:srgbClr val="62758C"/>
                </a:solidFill>
                <a:latin typeface="Microsoft YaHei"/>
                <a:ea typeface="Microsoft YaHei"/>
              </a:rPr>
              <a:t> </a:t>
            </a:r>
            <a:r>
              <a:rPr sz="850" b="0">
                <a:solidFill>
                  <a:srgbClr val="62758C"/>
                </a:solidFill>
                <a:latin typeface="Arial"/>
                <a:ea typeface="Microsoft YaHei"/>
              </a:rPr>
              <a:t>execution</a:t>
            </a:r>
            <a:r>
              <a:rPr sz="850" b="0">
                <a:solidFill>
                  <a:srgbClr val="62758C"/>
                </a:solidFill>
                <a:latin typeface="Microsoft YaHei"/>
                <a:ea typeface="Microsoft YaHei"/>
              </a:rPr>
              <a:t> </a:t>
            </a:r>
            <a:r>
              <a:rPr sz="850" b="0">
                <a:solidFill>
                  <a:srgbClr val="62758C"/>
                </a:solidFill>
                <a:latin typeface="Arial"/>
                <a:ea typeface="Microsoft YaHei"/>
              </a:rPr>
              <a:t>worker</a:t>
            </a:r>
          </a:p>
        </p:txBody>
      </p:sp>
      <p:cxnSp>
        <p:nvCxnSpPr>
          <p:cNvPr id="349" name="Connector 348"/>
          <p:cNvCxnSpPr/>
          <p:nvPr/>
        </p:nvCxnSpPr>
        <p:spPr>
          <a:xfrm>
            <a:off x="14636750" y="7613650"/>
            <a:ext cx="0" cy="114300"/>
          </a:xfrm>
          <a:prstGeom prst="line">
            <a:avLst/>
          </a:prstGeom>
          <a:ln w="11430">
            <a:solidFill>
              <a:srgbClr val="168D9D"/>
            </a:solidFill>
          </a:ln>
        </p:spPr>
        <p:style>
          <a:lnRef idx="2">
            <a:schemeClr val="accent1"/>
          </a:lnRef>
          <a:fillRef idx="0">
            <a:schemeClr val="accent1"/>
          </a:fillRef>
          <a:effectRef idx="1">
            <a:schemeClr val="accent1"/>
          </a:effectRef>
          <a:fontRef idx="minor">
            <a:schemeClr val="tx1"/>
          </a:fontRef>
        </p:style>
      </p:cxnSp>
      <p:sp>
        <p:nvSpPr>
          <p:cNvPr id="350" name="Freeform 349"/>
          <p:cNvSpPr/>
          <p:nvPr/>
        </p:nvSpPr>
        <p:spPr>
          <a:xfrm>
            <a:off x="14617700" y="7683500"/>
            <a:ext cx="38100" cy="38100"/>
          </a:xfrm>
          <a:custGeom>
            <a:avLst/>
            <a:gdLst/>
            <a:ahLst/>
            <a:cxnLst/>
            <a:rect l="l" t="t" r="r" b="b"/>
            <a:pathLst>
              <a:path w="3" h="3">
                <a:moveTo>
                  <a:pt x="1" y="3"/>
                </a:moveTo>
                <a:lnTo>
                  <a:pt x="3" y="0"/>
                </a:lnTo>
                <a:lnTo>
                  <a:pt x="0" y="0"/>
                </a:lnTo>
                <a:close/>
              </a:path>
            </a:pathLst>
          </a:custGeom>
          <a:solidFill>
            <a:srgbClr val="168D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ounded Rectangle 350"/>
          <p:cNvSpPr/>
          <p:nvPr/>
        </p:nvSpPr>
        <p:spPr>
          <a:xfrm>
            <a:off x="13512800" y="7727950"/>
            <a:ext cx="2247900" cy="431800"/>
          </a:xfrm>
          <a:prstGeom prst="roundRect">
            <a:avLst>
              <a:gd name="adj" fmla="val 11764"/>
            </a:avLst>
          </a:prstGeom>
          <a:solidFill>
            <a:srgbClr val="FFFFFF"/>
          </a:solidFill>
          <a:ln w="7620">
            <a:solidFill>
              <a:srgbClr val="168D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TextBox 351"/>
          <p:cNvSpPr txBox="1"/>
          <p:nvPr/>
        </p:nvSpPr>
        <p:spPr>
          <a:xfrm>
            <a:off x="13589000" y="7791450"/>
            <a:ext cx="1948048"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168D9D"/>
                </a:solidFill>
                <a:latin typeface="Arial"/>
                <a:ea typeface="Microsoft YaHei"/>
              </a:rPr>
              <a:t>Driver</a:t>
            </a:r>
            <a:r>
              <a:rPr sz="1000" b="1">
                <a:solidFill>
                  <a:srgbClr val="168D9D"/>
                </a:solidFill>
                <a:latin typeface="Microsoft YaHei"/>
                <a:ea typeface="Microsoft YaHei"/>
              </a:rPr>
              <a:t> </a:t>
            </a:r>
            <a:r>
              <a:rPr sz="1000" b="1">
                <a:solidFill>
                  <a:srgbClr val="168D9D"/>
                </a:solidFill>
                <a:latin typeface="Arial"/>
                <a:ea typeface="Microsoft YaHei"/>
              </a:rPr>
              <a:t>adapters</a:t>
            </a:r>
            <a:r>
              <a:rPr sz="1000" b="1">
                <a:solidFill>
                  <a:srgbClr val="168D9D"/>
                </a:solidFill>
                <a:latin typeface="Microsoft YaHei"/>
                <a:ea typeface="Microsoft YaHei"/>
              </a:rPr>
              <a:t> </a:t>
            </a:r>
            <a:r>
              <a:rPr sz="1000" b="1">
                <a:solidFill>
                  <a:srgbClr val="168D9D"/>
                </a:solidFill>
                <a:latin typeface="Arial"/>
                <a:ea typeface="Microsoft YaHei"/>
              </a:rPr>
              <a:t>+</a:t>
            </a:r>
            <a:r>
              <a:rPr sz="1000" b="1">
                <a:solidFill>
                  <a:srgbClr val="168D9D"/>
                </a:solidFill>
                <a:latin typeface="Microsoft YaHei"/>
                <a:ea typeface="Microsoft YaHei"/>
              </a:rPr>
              <a:t> </a:t>
            </a:r>
            <a:r>
              <a:rPr sz="1000" b="1">
                <a:solidFill>
                  <a:srgbClr val="168D9D"/>
                </a:solidFill>
                <a:latin typeface="Arial"/>
                <a:ea typeface="Microsoft YaHei"/>
              </a:rPr>
              <a:t>sessions</a:t>
            </a:r>
          </a:p>
        </p:txBody>
      </p:sp>
      <p:sp>
        <p:nvSpPr>
          <p:cNvPr id="353" name="TextBox 352"/>
          <p:cNvSpPr txBox="1"/>
          <p:nvPr/>
        </p:nvSpPr>
        <p:spPr>
          <a:xfrm>
            <a:off x="13589000" y="8001000"/>
            <a:ext cx="1959173" cy="142240"/>
          </a:xfrm>
          <a:prstGeom prst="rect">
            <a:avLst/>
          </a:prstGeom>
          <a:noFill/>
        </p:spPr>
        <p:txBody>
          <a:bodyPr wrap="none" lIns="0" rIns="0" tIns="0" bIns="0">
            <a:spAutoFit/>
          </a:bodyPr>
          <a:lstStyle/>
          <a:p>
            <a:pPr>
              <a:lnSpc>
                <a:spcPts val="1000"/>
              </a:lnSpc>
              <a:spcBef>
                <a:spcPts val="0"/>
              </a:spcBef>
              <a:spcAft>
                <a:spcPts val="0"/>
              </a:spcAft>
            </a:pPr>
            <a:r>
              <a:rPr sz="800" b="0">
                <a:solidFill>
                  <a:srgbClr val="278565"/>
                </a:solidFill>
                <a:latin typeface="Arial"/>
                <a:ea typeface="Microsoft YaHei"/>
              </a:rPr>
              <a:t>Journal</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watchdog</a:t>
            </a:r>
            <a:r>
              <a:rPr sz="800" b="0">
                <a:solidFill>
                  <a:srgbClr val="278565"/>
                </a:solidFill>
                <a:latin typeface="Microsoft YaHei"/>
                <a:ea typeface="Microsoft YaHei"/>
              </a:rPr>
              <a:t> </a:t>
            </a:r>
            <a:r>
              <a:rPr sz="800" b="0">
                <a:solidFill>
                  <a:srgbClr val="278565"/>
                </a:solidFill>
                <a:latin typeface="Arial"/>
                <a:ea typeface="Microsoft YaHei"/>
              </a:rPr>
              <a:t>•</a:t>
            </a:r>
            <a:r>
              <a:rPr sz="800" b="0">
                <a:solidFill>
                  <a:srgbClr val="278565"/>
                </a:solidFill>
                <a:latin typeface="Microsoft YaHei"/>
                <a:ea typeface="Microsoft YaHei"/>
              </a:rPr>
              <a:t> </a:t>
            </a:r>
            <a:r>
              <a:rPr sz="800" b="0">
                <a:solidFill>
                  <a:srgbClr val="278565"/>
                </a:solidFill>
                <a:latin typeface="Arial"/>
                <a:ea typeface="Microsoft YaHei"/>
              </a:rPr>
              <a:t>raw-data</a:t>
            </a:r>
            <a:r>
              <a:rPr sz="800" b="0">
                <a:solidFill>
                  <a:srgbClr val="278565"/>
                </a:solidFill>
                <a:latin typeface="Microsoft YaHei"/>
                <a:ea typeface="Microsoft YaHei"/>
              </a:rPr>
              <a:t> </a:t>
            </a:r>
            <a:r>
              <a:rPr sz="800" b="0">
                <a:solidFill>
                  <a:srgbClr val="278565"/>
                </a:solidFill>
                <a:latin typeface="Arial"/>
                <a:ea typeface="Microsoft YaHei"/>
              </a:rPr>
              <a:t>outbox</a:t>
            </a:r>
          </a:p>
        </p:txBody>
      </p:sp>
      <p:cxnSp>
        <p:nvCxnSpPr>
          <p:cNvPr id="354" name="Connector 353"/>
          <p:cNvCxnSpPr/>
          <p:nvPr/>
        </p:nvCxnSpPr>
        <p:spPr>
          <a:xfrm>
            <a:off x="136144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355" name="Freeform 354"/>
          <p:cNvSpPr/>
          <p:nvPr/>
        </p:nvSpPr>
        <p:spPr>
          <a:xfrm>
            <a:off x="13589000" y="8585200"/>
            <a:ext cx="50800" cy="50800"/>
          </a:xfrm>
          <a:custGeom>
            <a:avLst/>
            <a:gdLst/>
            <a:ahLst/>
            <a:cxnLst/>
            <a:rect l="l" t="t" r="r" b="b"/>
            <a:pathLst>
              <a:path w="4" h="4">
                <a:moveTo>
                  <a:pt x="2" y="4"/>
                </a:moveTo>
                <a:lnTo>
                  <a:pt x="4" y="0"/>
                </a:lnTo>
                <a:lnTo>
                  <a:pt x="0" y="0"/>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6" name="Connector 355"/>
          <p:cNvCxnSpPr/>
          <p:nvPr/>
        </p:nvCxnSpPr>
        <p:spPr>
          <a:xfrm flipV="1">
            <a:off x="13703300" y="8286750"/>
            <a:ext cx="0" cy="349250"/>
          </a:xfrm>
          <a:prstGeom prst="line">
            <a:avLst/>
          </a:prstGeom>
          <a:ln w="14604">
            <a:solidFill>
              <a:srgbClr val="3B6CB0"/>
            </a:solidFill>
          </a:ln>
        </p:spPr>
        <p:style>
          <a:lnRef idx="2">
            <a:schemeClr val="accent1"/>
          </a:lnRef>
          <a:fillRef idx="0">
            <a:schemeClr val="accent1"/>
          </a:fillRef>
          <a:effectRef idx="1">
            <a:schemeClr val="accent1"/>
          </a:effectRef>
          <a:fontRef idx="minor">
            <a:schemeClr val="tx1"/>
          </a:fontRef>
        </p:style>
      </p:cxnSp>
      <p:sp>
        <p:nvSpPr>
          <p:cNvPr id="357" name="Freeform 356"/>
          <p:cNvSpPr/>
          <p:nvPr/>
        </p:nvSpPr>
        <p:spPr>
          <a:xfrm>
            <a:off x="13677900" y="8280400"/>
            <a:ext cx="50800" cy="63500"/>
          </a:xfrm>
          <a:custGeom>
            <a:avLst/>
            <a:gdLst/>
            <a:ahLst/>
            <a:cxnLst/>
            <a:rect l="l" t="t" r="r" b="b"/>
            <a:pathLst>
              <a:path w="4" h="5">
                <a:moveTo>
                  <a:pt x="2" y="0"/>
                </a:moveTo>
                <a:lnTo>
                  <a:pt x="0" y="5"/>
                </a:lnTo>
                <a:lnTo>
                  <a:pt x="4" y="5"/>
                </a:lnTo>
                <a:close/>
              </a:path>
            </a:pathLst>
          </a:custGeom>
          <a:solidFill>
            <a:srgbClr val="3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13773150" y="8388350"/>
            <a:ext cx="1395747"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3B6CB0"/>
                </a:solidFill>
                <a:latin typeface="Arial"/>
                <a:ea typeface="Microsoft YaHei"/>
              </a:rPr>
              <a:t>Driver-specific</a:t>
            </a:r>
            <a:r>
              <a:rPr sz="850" b="0">
                <a:solidFill>
                  <a:srgbClr val="3B6CB0"/>
                </a:solidFill>
                <a:latin typeface="Microsoft YaHei"/>
                <a:ea typeface="Microsoft YaHei"/>
              </a:rPr>
              <a:t> </a:t>
            </a:r>
            <a:r>
              <a:rPr sz="850" b="0">
                <a:solidFill>
                  <a:srgbClr val="3B6CB0"/>
                </a:solidFill>
                <a:latin typeface="Arial"/>
                <a:ea typeface="Microsoft YaHei"/>
              </a:rPr>
              <a:t>interfaces</a:t>
            </a:r>
          </a:p>
        </p:txBody>
      </p:sp>
      <p:sp>
        <p:nvSpPr>
          <p:cNvPr id="359" name="Rounded Rectangle 358"/>
          <p:cNvSpPr/>
          <p:nvPr/>
        </p:nvSpPr>
        <p:spPr>
          <a:xfrm>
            <a:off x="13398500" y="8636000"/>
            <a:ext cx="2476500" cy="1365250"/>
          </a:xfrm>
          <a:prstGeom prst="roundRect">
            <a:avLst>
              <a:gd name="adj" fmla="val 5116"/>
            </a:avLst>
          </a:prstGeom>
          <a:solidFill>
            <a:srgbClr val="F5F8FC"/>
          </a:solidFill>
          <a:ln w="952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13512800" y="8718550"/>
            <a:ext cx="1261163" cy="160020"/>
          </a:xfrm>
          <a:prstGeom prst="rect">
            <a:avLst/>
          </a:prstGeom>
          <a:noFill/>
        </p:spPr>
        <p:txBody>
          <a:bodyPr wrap="none" lIns="0" rIns="0" tIns="0" bIns="0">
            <a:spAutoFit/>
          </a:bodyPr>
          <a:lstStyle/>
          <a:p>
            <a:pPr>
              <a:lnSpc>
                <a:spcPts val="1125"/>
              </a:lnSpc>
              <a:spcBef>
                <a:spcPts val="0"/>
              </a:spcBef>
              <a:spcAft>
                <a:spcPts val="0"/>
              </a:spcAft>
            </a:pPr>
            <a:r>
              <a:rPr sz="900" b="1">
                <a:solidFill>
                  <a:srgbClr val="3B6CB0"/>
                </a:solidFill>
                <a:latin typeface="Arial"/>
                <a:ea typeface="Microsoft YaHei"/>
              </a:rPr>
              <a:t>PHYSICAL</a:t>
            </a:r>
            <a:r>
              <a:rPr sz="900" b="1">
                <a:solidFill>
                  <a:srgbClr val="3B6CB0"/>
                </a:solidFill>
                <a:latin typeface="Microsoft YaHei"/>
                <a:ea typeface="Microsoft YaHei"/>
              </a:rPr>
              <a:t> </a:t>
            </a:r>
            <a:r>
              <a:rPr sz="900" b="1">
                <a:solidFill>
                  <a:srgbClr val="3B6CB0"/>
                </a:solidFill>
                <a:latin typeface="Arial"/>
                <a:ea typeface="Microsoft YaHei"/>
              </a:rPr>
              <a:t>DEVICES</a:t>
            </a:r>
          </a:p>
        </p:txBody>
      </p:sp>
      <p:sp>
        <p:nvSpPr>
          <p:cNvPr id="361" name="Rounded Rectangle 360"/>
          <p:cNvSpPr/>
          <p:nvPr/>
        </p:nvSpPr>
        <p:spPr>
          <a:xfrm>
            <a:off x="13512800" y="8953500"/>
            <a:ext cx="2247900" cy="368300"/>
          </a:xfrm>
          <a:prstGeom prst="roundRect">
            <a:avLst>
              <a:gd name="adj" fmla="val 862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ounded Rectangle 361"/>
          <p:cNvSpPr/>
          <p:nvPr/>
        </p:nvSpPr>
        <p:spPr>
          <a:xfrm>
            <a:off x="13569950" y="9004300"/>
            <a:ext cx="1835150" cy="266700"/>
          </a:xfrm>
          <a:prstGeom prst="roundRect">
            <a:avLst>
              <a:gd name="adj" fmla="val 7142"/>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13620750" y="9036050"/>
            <a:ext cx="1418307"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FFFFFF"/>
                </a:solidFill>
                <a:latin typeface="Arial"/>
                <a:ea typeface="Microsoft YaHei"/>
              </a:rPr>
              <a:t>Instrument</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controller</a:t>
            </a:r>
          </a:p>
        </p:txBody>
      </p:sp>
      <p:sp>
        <p:nvSpPr>
          <p:cNvPr id="364" name="Oval 363"/>
          <p:cNvSpPr/>
          <p:nvPr/>
        </p:nvSpPr>
        <p:spPr>
          <a:xfrm>
            <a:off x="15506700" y="907415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15673069" y="924052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ounded Rectangle 365"/>
          <p:cNvSpPr/>
          <p:nvPr/>
        </p:nvSpPr>
        <p:spPr>
          <a:xfrm>
            <a:off x="13512800" y="9467850"/>
            <a:ext cx="2247900" cy="368300"/>
          </a:xfrm>
          <a:prstGeom prst="roundRect">
            <a:avLst>
              <a:gd name="adj" fmla="val 8620"/>
            </a:avLst>
          </a:prstGeom>
          <a:solidFill>
            <a:srgbClr val="EDF3FC"/>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ounded Rectangle 366"/>
          <p:cNvSpPr/>
          <p:nvPr/>
        </p:nvSpPr>
        <p:spPr>
          <a:xfrm>
            <a:off x="13569950" y="9518650"/>
            <a:ext cx="1835150" cy="266700"/>
          </a:xfrm>
          <a:prstGeom prst="roundRect">
            <a:avLst>
              <a:gd name="adj" fmla="val 7142"/>
            </a:avLst>
          </a:prstGeom>
          <a:solidFill>
            <a:srgbClr val="11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13620750" y="9550400"/>
            <a:ext cx="1083335" cy="151129"/>
          </a:xfrm>
          <a:prstGeom prst="rect">
            <a:avLst/>
          </a:prstGeom>
          <a:noFill/>
        </p:spPr>
        <p:txBody>
          <a:bodyPr wrap="none" lIns="0" rIns="0" tIns="0" bIns="0">
            <a:spAutoFit/>
          </a:bodyPr>
          <a:lstStyle/>
          <a:p>
            <a:pPr>
              <a:lnSpc>
                <a:spcPts val="1062"/>
              </a:lnSpc>
              <a:spcBef>
                <a:spcPts val="0"/>
              </a:spcBef>
              <a:spcAft>
                <a:spcPts val="0"/>
              </a:spcAft>
            </a:pPr>
            <a:r>
              <a:rPr sz="850" b="1">
                <a:solidFill>
                  <a:srgbClr val="FFFFFF"/>
                </a:solidFill>
                <a:latin typeface="Arial"/>
                <a:ea typeface="Microsoft YaHei"/>
              </a:rPr>
              <a:t>Detector</a:t>
            </a:r>
            <a:r>
              <a:rPr sz="850" b="1">
                <a:solidFill>
                  <a:srgbClr val="FFFFFF"/>
                </a:solidFill>
                <a:latin typeface="Microsoft YaHei"/>
                <a:ea typeface="Microsoft YaHei"/>
              </a:rPr>
              <a:t> </a:t>
            </a:r>
            <a:r>
              <a:rPr sz="850" b="1">
                <a:solidFill>
                  <a:srgbClr val="FFFFFF"/>
                </a:solidFill>
                <a:latin typeface="Arial"/>
                <a:ea typeface="Microsoft YaHei"/>
              </a:rPr>
              <a:t>/</a:t>
            </a:r>
            <a:r>
              <a:rPr sz="850" b="1">
                <a:solidFill>
                  <a:srgbClr val="FFFFFF"/>
                </a:solidFill>
                <a:latin typeface="Microsoft YaHei"/>
                <a:ea typeface="Microsoft YaHei"/>
              </a:rPr>
              <a:t> </a:t>
            </a:r>
            <a:r>
              <a:rPr sz="850" b="1">
                <a:solidFill>
                  <a:srgbClr val="FFFFFF"/>
                </a:solidFill>
                <a:latin typeface="Arial"/>
                <a:ea typeface="Microsoft YaHei"/>
              </a:rPr>
              <a:t>sensor</a:t>
            </a:r>
          </a:p>
        </p:txBody>
      </p:sp>
      <p:sp>
        <p:nvSpPr>
          <p:cNvPr id="369" name="Oval 368"/>
          <p:cNvSpPr/>
          <p:nvPr/>
        </p:nvSpPr>
        <p:spPr>
          <a:xfrm>
            <a:off x="15506700" y="9588500"/>
            <a:ext cx="127000" cy="127000"/>
          </a:xfrm>
          <a:prstGeom prst="ellipse">
            <a:avLst/>
          </a:prstGeom>
          <a:solidFill>
            <a:srgbClr val="FFFFFF"/>
          </a:solidFill>
          <a:ln w="8255">
            <a:solidFill>
              <a:srgbClr val="3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15673069" y="9754870"/>
            <a:ext cx="35560" cy="35560"/>
          </a:xfrm>
          <a:prstGeom prst="ellipse">
            <a:avLst/>
          </a:prstGeom>
          <a:solidFill>
            <a:srgbClr val="278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1" name="Connector 370"/>
          <p:cNvCxnSpPr/>
          <p:nvPr/>
        </p:nvCxnSpPr>
        <p:spPr>
          <a:xfrm>
            <a:off x="381000" y="10160000"/>
            <a:ext cx="15494000" cy="0"/>
          </a:xfrm>
          <a:prstGeom prst="line">
            <a:avLst/>
          </a:prstGeom>
          <a:ln w="9525">
            <a:solidFill>
              <a:srgbClr val="D9E3EE"/>
            </a:solidFill>
          </a:ln>
        </p:spPr>
        <p:style>
          <a:lnRef idx="2">
            <a:schemeClr val="accent1"/>
          </a:lnRef>
          <a:fillRef idx="0">
            <a:schemeClr val="accent1"/>
          </a:fillRef>
          <a:effectRef idx="1">
            <a:schemeClr val="accent1"/>
          </a:effectRef>
          <a:fontRef idx="minor">
            <a:schemeClr val="tx1"/>
          </a:fontRef>
        </p:style>
      </p:cxnSp>
      <p:sp>
        <p:nvSpPr>
          <p:cNvPr id="372" name="TextBox 371"/>
          <p:cNvSpPr txBox="1"/>
          <p:nvPr/>
        </p:nvSpPr>
        <p:spPr>
          <a:xfrm>
            <a:off x="381000" y="10236200"/>
            <a:ext cx="7071664" cy="186690"/>
          </a:xfrm>
          <a:prstGeom prst="rect">
            <a:avLst/>
          </a:prstGeom>
          <a:noFill/>
        </p:spPr>
        <p:txBody>
          <a:bodyPr wrap="none" lIns="0" rIns="0" tIns="0" bIns="0">
            <a:spAutoFit/>
          </a:bodyPr>
          <a:lstStyle/>
          <a:p>
            <a:pPr>
              <a:lnSpc>
                <a:spcPts val="1312"/>
              </a:lnSpc>
              <a:spcBef>
                <a:spcPts val="0"/>
              </a:spcBef>
              <a:spcAft>
                <a:spcPts val="0"/>
              </a:spcAft>
            </a:pPr>
            <a:r>
              <a:rPr sz="1050" b="1">
                <a:solidFill>
                  <a:srgbClr val="11233E"/>
                </a:solidFill>
                <a:latin typeface="Arial"/>
                <a:ea typeface="Microsoft YaHei"/>
              </a:rPr>
              <a:t>Server:</a:t>
            </a:r>
            <a:r>
              <a:rPr sz="1050" b="1">
                <a:solidFill>
                  <a:srgbClr val="11233E"/>
                </a:solidFill>
                <a:latin typeface="Microsoft YaHei"/>
                <a:ea typeface="Microsoft YaHei"/>
              </a:rPr>
              <a:t> </a:t>
            </a:r>
            <a:r>
              <a:rPr sz="1050" b="1">
                <a:solidFill>
                  <a:srgbClr val="11233E"/>
                </a:solidFill>
                <a:latin typeface="Arial"/>
                <a:ea typeface="Microsoft YaHei"/>
              </a:rPr>
              <a:t>cloud</a:t>
            </a:r>
            <a:r>
              <a:rPr sz="1050" b="1">
                <a:solidFill>
                  <a:srgbClr val="11233E"/>
                </a:solidFill>
                <a:latin typeface="Microsoft YaHei"/>
                <a:ea typeface="Microsoft YaHei"/>
              </a:rPr>
              <a:t> </a:t>
            </a:r>
            <a:r>
              <a:rPr sz="1050" b="1">
                <a:solidFill>
                  <a:srgbClr val="11233E"/>
                </a:solidFill>
                <a:latin typeface="Arial"/>
                <a:ea typeface="Microsoft YaHei"/>
              </a:rPr>
              <a:t>/</a:t>
            </a:r>
            <a:r>
              <a:rPr sz="1050" b="1">
                <a:solidFill>
                  <a:srgbClr val="11233E"/>
                </a:solidFill>
                <a:latin typeface="Microsoft YaHei"/>
                <a:ea typeface="Microsoft YaHei"/>
              </a:rPr>
              <a:t> </a:t>
            </a:r>
            <a:r>
              <a:rPr sz="1050" b="1">
                <a:solidFill>
                  <a:srgbClr val="11233E"/>
                </a:solidFill>
                <a:latin typeface="Arial"/>
                <a:ea typeface="Microsoft YaHei"/>
              </a:rPr>
              <a:t>local</a:t>
            </a:r>
            <a:r>
              <a:rPr sz="1050" b="1">
                <a:solidFill>
                  <a:srgbClr val="11233E"/>
                </a:solidFill>
                <a:latin typeface="Microsoft YaHei"/>
                <a:ea typeface="Microsoft YaHei"/>
              </a:rPr>
              <a:t> </a:t>
            </a:r>
            <a:r>
              <a:rPr sz="1050" b="1">
                <a:solidFill>
                  <a:srgbClr val="11233E"/>
                </a:solidFill>
                <a:latin typeface="Arial"/>
                <a:ea typeface="Microsoft YaHei"/>
              </a:rPr>
              <a:t>LLM</a:t>
            </a:r>
            <a:r>
              <a:rPr sz="1050" b="1">
                <a:solidFill>
                  <a:srgbClr val="11233E"/>
                </a:solidFill>
                <a:latin typeface="Microsoft YaHei"/>
                <a:ea typeface="Microsoft YaHei"/>
              </a:rPr>
              <a:t> </a:t>
            </a:r>
            <a:r>
              <a:rPr sz="1050" b="1">
                <a:solidFill>
                  <a:srgbClr val="11233E"/>
                </a:solidFill>
                <a:latin typeface="Arial"/>
                <a:ea typeface="Microsoft YaHei"/>
              </a:rPr>
              <a:t>routing.</a:t>
            </a:r>
            <a:r>
              <a:rPr sz="1050" b="1">
                <a:solidFill>
                  <a:srgbClr val="11233E"/>
                </a:solidFill>
                <a:latin typeface="Microsoft YaHei"/>
                <a:ea typeface="Microsoft YaHei"/>
              </a:rPr>
              <a:t> </a:t>
            </a:r>
            <a:r>
              <a:rPr sz="1050" b="1">
                <a:solidFill>
                  <a:srgbClr val="11233E"/>
                </a:solidFill>
                <a:latin typeface="Arial"/>
                <a:ea typeface="Microsoft YaHei"/>
              </a:rPr>
              <a:t>Instrument</a:t>
            </a:r>
            <a:r>
              <a:rPr sz="1050" b="1">
                <a:solidFill>
                  <a:srgbClr val="11233E"/>
                </a:solidFill>
                <a:latin typeface="Microsoft YaHei"/>
                <a:ea typeface="Microsoft YaHei"/>
              </a:rPr>
              <a:t> </a:t>
            </a:r>
            <a:r>
              <a:rPr sz="1050" b="1">
                <a:solidFill>
                  <a:srgbClr val="11233E"/>
                </a:solidFill>
                <a:latin typeface="Arial"/>
                <a:ea typeface="Microsoft YaHei"/>
              </a:rPr>
              <a:t>PCs:</a:t>
            </a:r>
            <a:r>
              <a:rPr sz="1050" b="1">
                <a:solidFill>
                  <a:srgbClr val="11233E"/>
                </a:solidFill>
                <a:latin typeface="Microsoft YaHei"/>
                <a:ea typeface="Microsoft YaHei"/>
              </a:rPr>
              <a:t> </a:t>
            </a:r>
            <a:r>
              <a:rPr sz="1050" b="1">
                <a:solidFill>
                  <a:srgbClr val="11233E"/>
                </a:solidFill>
                <a:latin typeface="Arial"/>
                <a:ea typeface="Microsoft YaHei"/>
              </a:rPr>
              <a:t>execution</a:t>
            </a:r>
            <a:r>
              <a:rPr sz="1050" b="1">
                <a:solidFill>
                  <a:srgbClr val="11233E"/>
                </a:solidFill>
                <a:latin typeface="Microsoft YaHei"/>
                <a:ea typeface="Microsoft YaHei"/>
              </a:rPr>
              <a:t> </a:t>
            </a:r>
            <a:r>
              <a:rPr sz="1050" b="1">
                <a:solidFill>
                  <a:srgbClr val="11233E"/>
                </a:solidFill>
                <a:latin typeface="Arial"/>
                <a:ea typeface="Microsoft YaHei"/>
              </a:rPr>
              <a:t>workers;</a:t>
            </a:r>
            <a:r>
              <a:rPr sz="1050" b="1">
                <a:solidFill>
                  <a:srgbClr val="11233E"/>
                </a:solidFill>
                <a:latin typeface="Microsoft YaHei"/>
                <a:ea typeface="Microsoft YaHei"/>
              </a:rPr>
              <a:t> </a:t>
            </a:r>
            <a:r>
              <a:rPr sz="1050" b="1">
                <a:solidFill>
                  <a:srgbClr val="11233E"/>
                </a:solidFill>
                <a:latin typeface="Arial"/>
                <a:ea typeface="Microsoft YaHei"/>
              </a:rPr>
              <a:t>no</a:t>
            </a:r>
            <a:r>
              <a:rPr sz="1050" b="1">
                <a:solidFill>
                  <a:srgbClr val="11233E"/>
                </a:solidFill>
                <a:latin typeface="Microsoft YaHei"/>
                <a:ea typeface="Microsoft YaHei"/>
              </a:rPr>
              <a:t> </a:t>
            </a:r>
            <a:r>
              <a:rPr sz="1050" b="1">
                <a:solidFill>
                  <a:srgbClr val="11233E"/>
                </a:solidFill>
                <a:latin typeface="Arial"/>
                <a:ea typeface="Microsoft YaHei"/>
              </a:rPr>
              <a:t>PC-side</a:t>
            </a:r>
            <a:r>
              <a:rPr sz="1050" b="1">
                <a:solidFill>
                  <a:srgbClr val="11233E"/>
                </a:solidFill>
                <a:latin typeface="Microsoft YaHei"/>
                <a:ea typeface="Microsoft YaHei"/>
              </a:rPr>
              <a:t> </a:t>
            </a:r>
            <a:r>
              <a:rPr sz="1050" b="1">
                <a:solidFill>
                  <a:srgbClr val="11233E"/>
                </a:solidFill>
                <a:latin typeface="Arial"/>
                <a:ea typeface="Microsoft YaHei"/>
              </a:rPr>
              <a:t>LLM</a:t>
            </a:r>
            <a:r>
              <a:rPr sz="1050" b="1">
                <a:solidFill>
                  <a:srgbClr val="11233E"/>
                </a:solidFill>
                <a:latin typeface="Microsoft YaHei"/>
                <a:ea typeface="Microsoft YaHei"/>
              </a:rPr>
              <a:t> </a:t>
            </a:r>
            <a:r>
              <a:rPr sz="1050" b="1">
                <a:solidFill>
                  <a:srgbClr val="11233E"/>
                </a:solidFill>
                <a:latin typeface="Arial"/>
                <a:ea typeface="Microsoft YaHei"/>
              </a:rPr>
              <a:t>required.</a:t>
            </a:r>
          </a:p>
        </p:txBody>
      </p:sp>
      <p:sp>
        <p:nvSpPr>
          <p:cNvPr id="373" name="TextBox 372"/>
          <p:cNvSpPr txBox="1"/>
          <p:nvPr/>
        </p:nvSpPr>
        <p:spPr>
          <a:xfrm>
            <a:off x="381000" y="10452100"/>
            <a:ext cx="7051898" cy="160020"/>
          </a:xfrm>
          <a:prstGeom prst="rect">
            <a:avLst/>
          </a:prstGeom>
          <a:noFill/>
        </p:spPr>
        <p:txBody>
          <a:bodyPr wrap="none" lIns="0" rIns="0" tIns="0" bIns="0">
            <a:spAutoFit/>
          </a:bodyPr>
          <a:lstStyle/>
          <a:p>
            <a:pPr>
              <a:lnSpc>
                <a:spcPts val="1125"/>
              </a:lnSpc>
              <a:spcBef>
                <a:spcPts val="0"/>
              </a:spcBef>
              <a:spcAft>
                <a:spcPts val="0"/>
              </a:spcAft>
            </a:pPr>
            <a:r>
              <a:rPr sz="900" b="0">
                <a:solidFill>
                  <a:srgbClr val="62758C"/>
                </a:solidFill>
                <a:latin typeface="Arial"/>
                <a:ea typeface="Microsoft YaHei"/>
              </a:rPr>
              <a:t>A/B</a:t>
            </a:r>
            <a:r>
              <a:rPr sz="900" b="0">
                <a:solidFill>
                  <a:srgbClr val="62758C"/>
                </a:solidFill>
                <a:latin typeface="Microsoft YaHei"/>
                <a:ea typeface="Microsoft YaHei"/>
              </a:rPr>
              <a:t> </a:t>
            </a:r>
            <a:r>
              <a:rPr sz="900" b="0">
                <a:solidFill>
                  <a:srgbClr val="62758C"/>
                </a:solidFill>
                <a:latin typeface="Arial"/>
                <a:ea typeface="Microsoft YaHei"/>
              </a:rPr>
              <a:t>retain</a:t>
            </a:r>
            <a:r>
              <a:rPr sz="900" b="0">
                <a:solidFill>
                  <a:srgbClr val="62758C"/>
                </a:solidFill>
                <a:latin typeface="Microsoft YaHei"/>
                <a:ea typeface="Microsoft YaHei"/>
              </a:rPr>
              <a:t> </a:t>
            </a:r>
            <a:r>
              <a:rPr sz="900" b="0">
                <a:solidFill>
                  <a:srgbClr val="62758C"/>
                </a:solidFill>
                <a:latin typeface="Arial"/>
                <a:ea typeface="Microsoft YaHei"/>
              </a:rPr>
              <a:t>the</a:t>
            </a:r>
            <a:r>
              <a:rPr sz="900" b="0">
                <a:solidFill>
                  <a:srgbClr val="62758C"/>
                </a:solidFill>
                <a:latin typeface="Microsoft YaHei"/>
                <a:ea typeface="Microsoft YaHei"/>
              </a:rPr>
              <a:t> </a:t>
            </a:r>
            <a:r>
              <a:rPr sz="900" b="0">
                <a:solidFill>
                  <a:srgbClr val="62758C"/>
                </a:solidFill>
                <a:latin typeface="Arial"/>
                <a:ea typeface="Microsoft YaHei"/>
              </a:rPr>
              <a:t>supplied</a:t>
            </a:r>
            <a:r>
              <a:rPr sz="900" b="0">
                <a:solidFill>
                  <a:srgbClr val="62758C"/>
                </a:solidFill>
                <a:latin typeface="Microsoft YaHei"/>
                <a:ea typeface="Microsoft YaHei"/>
              </a:rPr>
              <a:t> </a:t>
            </a:r>
            <a:r>
              <a:rPr sz="900" b="0">
                <a:solidFill>
                  <a:srgbClr val="62758C"/>
                </a:solidFill>
                <a:latin typeface="Arial"/>
                <a:ea typeface="Microsoft YaHei"/>
              </a:rPr>
              <a:t>setup;</a:t>
            </a:r>
            <a:r>
              <a:rPr sz="900" b="0">
                <a:solidFill>
                  <a:srgbClr val="62758C"/>
                </a:solidFill>
                <a:latin typeface="Microsoft YaHei"/>
                <a:ea typeface="Microsoft YaHei"/>
              </a:rPr>
              <a:t> </a:t>
            </a:r>
            <a:r>
              <a:rPr sz="900" b="0">
                <a:solidFill>
                  <a:srgbClr val="62758C"/>
                </a:solidFill>
                <a:latin typeface="Arial"/>
                <a:ea typeface="Microsoft YaHei"/>
              </a:rPr>
              <a:t>C…N</a:t>
            </a:r>
            <a:r>
              <a:rPr sz="900" b="0">
                <a:solidFill>
                  <a:srgbClr val="62758C"/>
                </a:solidFill>
                <a:latin typeface="Microsoft YaHei"/>
                <a:ea typeface="Microsoft YaHei"/>
              </a:rPr>
              <a:t> </a:t>
            </a:r>
            <a:r>
              <a:rPr sz="900" b="0">
                <a:solidFill>
                  <a:srgbClr val="62758C"/>
                </a:solidFill>
                <a:latin typeface="Arial"/>
                <a:ea typeface="Microsoft YaHei"/>
              </a:rPr>
              <a:t>illustrate</a:t>
            </a:r>
            <a:r>
              <a:rPr sz="900" b="0">
                <a:solidFill>
                  <a:srgbClr val="62758C"/>
                </a:solidFill>
                <a:latin typeface="Microsoft YaHei"/>
                <a:ea typeface="Microsoft YaHei"/>
              </a:rPr>
              <a:t> </a:t>
            </a:r>
            <a:r>
              <a:rPr sz="900" b="0">
                <a:solidFill>
                  <a:srgbClr val="62758C"/>
                </a:solidFill>
                <a:latin typeface="Arial"/>
                <a:ea typeface="Microsoft YaHei"/>
              </a:rPr>
              <a:t>additional</a:t>
            </a:r>
            <a:r>
              <a:rPr sz="900" b="0">
                <a:solidFill>
                  <a:srgbClr val="62758C"/>
                </a:solidFill>
                <a:latin typeface="Microsoft YaHei"/>
                <a:ea typeface="Microsoft YaHei"/>
              </a:rPr>
              <a:t> </a:t>
            </a:r>
            <a:r>
              <a:rPr sz="900" b="0">
                <a:solidFill>
                  <a:srgbClr val="62758C"/>
                </a:solidFill>
                <a:latin typeface="Arial"/>
                <a:ea typeface="Microsoft YaHei"/>
              </a:rPr>
              <a:t>hosts.</a:t>
            </a:r>
            <a:r>
              <a:rPr sz="900" b="0">
                <a:solidFill>
                  <a:srgbClr val="62758C"/>
                </a:solidFill>
                <a:latin typeface="Microsoft YaHei"/>
                <a:ea typeface="Microsoft YaHei"/>
              </a:rPr>
              <a:t> </a:t>
            </a:r>
            <a:r>
              <a:rPr sz="900" b="0">
                <a:solidFill>
                  <a:srgbClr val="62758C"/>
                </a:solidFill>
                <a:latin typeface="Arial"/>
                <a:ea typeface="Microsoft YaHei"/>
              </a:rPr>
              <a:t>Hardware</a:t>
            </a:r>
            <a:r>
              <a:rPr sz="900" b="0">
                <a:solidFill>
                  <a:srgbClr val="62758C"/>
                </a:solidFill>
                <a:latin typeface="Microsoft YaHei"/>
                <a:ea typeface="Microsoft YaHei"/>
              </a:rPr>
              <a:t> </a:t>
            </a:r>
            <a:r>
              <a:rPr sz="900" b="0">
                <a:solidFill>
                  <a:srgbClr val="62758C"/>
                </a:solidFill>
                <a:latin typeface="Arial"/>
                <a:ea typeface="Microsoft YaHei"/>
              </a:rPr>
              <a:t>trigger</a:t>
            </a:r>
            <a:r>
              <a:rPr sz="900" b="0">
                <a:solidFill>
                  <a:srgbClr val="62758C"/>
                </a:solidFill>
                <a:latin typeface="Microsoft YaHei"/>
                <a:ea typeface="Microsoft YaHei"/>
              </a:rPr>
              <a:t> </a:t>
            </a:r>
            <a:r>
              <a:rPr sz="900" b="0">
                <a:solidFill>
                  <a:srgbClr val="62758C"/>
                </a:solidFill>
                <a:latin typeface="Arial"/>
                <a:ea typeface="Microsoft YaHei"/>
              </a:rPr>
              <a:t>/</a:t>
            </a:r>
            <a:r>
              <a:rPr sz="900" b="0">
                <a:solidFill>
                  <a:srgbClr val="62758C"/>
                </a:solidFill>
                <a:latin typeface="Microsoft YaHei"/>
                <a:ea typeface="Microsoft YaHei"/>
              </a:rPr>
              <a:t> </a:t>
            </a:r>
            <a:r>
              <a:rPr sz="900" b="0">
                <a:solidFill>
                  <a:srgbClr val="62758C"/>
                </a:solidFill>
                <a:latin typeface="Arial"/>
                <a:ea typeface="Microsoft YaHei"/>
              </a:rPr>
              <a:t>reference</a:t>
            </a:r>
            <a:r>
              <a:rPr sz="900" b="0">
                <a:solidFill>
                  <a:srgbClr val="62758C"/>
                </a:solidFill>
                <a:latin typeface="Microsoft YaHei"/>
                <a:ea typeface="Microsoft YaHei"/>
              </a:rPr>
              <a:t> </a:t>
            </a:r>
            <a:r>
              <a:rPr sz="900" b="0">
                <a:solidFill>
                  <a:srgbClr val="62758C"/>
                </a:solidFill>
                <a:latin typeface="Arial"/>
                <a:ea typeface="Microsoft YaHei"/>
              </a:rPr>
              <a:t>wiring</a:t>
            </a:r>
            <a:r>
              <a:rPr sz="900" b="0">
                <a:solidFill>
                  <a:srgbClr val="62758C"/>
                </a:solidFill>
                <a:latin typeface="Microsoft YaHei"/>
                <a:ea typeface="Microsoft YaHei"/>
              </a:rPr>
              <a:t> </a:t>
            </a:r>
            <a:r>
              <a:rPr sz="900" b="0">
                <a:solidFill>
                  <a:srgbClr val="62758C"/>
                </a:solidFill>
                <a:latin typeface="Arial"/>
                <a:ea typeface="Microsoft YaHei"/>
              </a:rPr>
              <a:t>is</a:t>
            </a:r>
            <a:r>
              <a:rPr sz="900" b="0">
                <a:solidFill>
                  <a:srgbClr val="62758C"/>
                </a:solidFill>
                <a:latin typeface="Microsoft YaHei"/>
                <a:ea typeface="Microsoft YaHei"/>
              </a:rPr>
              <a:t> </a:t>
            </a:r>
            <a:r>
              <a:rPr sz="900" b="0">
                <a:solidFill>
                  <a:srgbClr val="62758C"/>
                </a:solidFill>
                <a:latin typeface="Arial"/>
                <a:ea typeface="Microsoft YaHei"/>
              </a:rPr>
              <a:t>separate</a:t>
            </a:r>
            <a:r>
              <a:rPr sz="900" b="0">
                <a:solidFill>
                  <a:srgbClr val="62758C"/>
                </a:solidFill>
                <a:latin typeface="Microsoft YaHei"/>
                <a:ea typeface="Microsoft YaHei"/>
              </a:rPr>
              <a:t> </a:t>
            </a:r>
            <a:r>
              <a:rPr sz="900" b="0">
                <a:solidFill>
                  <a:srgbClr val="62758C"/>
                </a:solidFill>
                <a:latin typeface="Arial"/>
                <a:ea typeface="Microsoft YaHei"/>
              </a:rPr>
              <a:t>from</a:t>
            </a:r>
            <a:r>
              <a:rPr sz="900" b="0">
                <a:solidFill>
                  <a:srgbClr val="62758C"/>
                </a:solidFill>
                <a:latin typeface="Microsoft YaHei"/>
                <a:ea typeface="Microsoft YaHei"/>
              </a:rPr>
              <a:t> </a:t>
            </a:r>
            <a:r>
              <a:rPr sz="900" b="0">
                <a:solidFill>
                  <a:srgbClr val="62758C"/>
                </a:solidFill>
                <a:latin typeface="Arial"/>
                <a:ea typeface="Microsoft YaHei"/>
              </a:rPr>
              <a:t>HTTP(S).</a:t>
            </a:r>
          </a:p>
        </p:txBody>
      </p:sp>
      <p:sp>
        <p:nvSpPr>
          <p:cNvPr id="374" name="TextBox 373"/>
          <p:cNvSpPr txBox="1"/>
          <p:nvPr/>
        </p:nvSpPr>
        <p:spPr>
          <a:xfrm>
            <a:off x="12404514" y="10242550"/>
            <a:ext cx="3521285" cy="177800"/>
          </a:xfrm>
          <a:prstGeom prst="rect">
            <a:avLst/>
          </a:prstGeom>
          <a:noFill/>
        </p:spPr>
        <p:txBody>
          <a:bodyPr wrap="none" lIns="0" rIns="0" tIns="0" bIns="0">
            <a:spAutoFit/>
          </a:bodyPr>
          <a:lstStyle/>
          <a:p>
            <a:pPr>
              <a:lnSpc>
                <a:spcPts val="1250"/>
              </a:lnSpc>
              <a:spcBef>
                <a:spcPts val="0"/>
              </a:spcBef>
              <a:spcAft>
                <a:spcPts val="0"/>
              </a:spcAft>
            </a:pPr>
            <a:r>
              <a:rPr sz="1000" b="1">
                <a:solidFill>
                  <a:srgbClr val="168D9D"/>
                </a:solidFill>
                <a:latin typeface="Arial"/>
                <a:ea typeface="Microsoft YaHei"/>
              </a:rPr>
              <a:t>One</a:t>
            </a:r>
            <a:r>
              <a:rPr sz="1000" b="1">
                <a:solidFill>
                  <a:srgbClr val="168D9D"/>
                </a:solidFill>
                <a:latin typeface="Microsoft YaHei"/>
                <a:ea typeface="Microsoft YaHei"/>
              </a:rPr>
              <a:t> </a:t>
            </a:r>
            <a:r>
              <a:rPr sz="1000" b="1">
                <a:solidFill>
                  <a:srgbClr val="168D9D"/>
                </a:solidFill>
                <a:latin typeface="Arial"/>
                <a:ea typeface="Microsoft YaHei"/>
              </a:rPr>
              <a:t>experiment</a:t>
            </a:r>
            <a:r>
              <a:rPr sz="1000" b="1">
                <a:solidFill>
                  <a:srgbClr val="168D9D"/>
                </a:solidFill>
                <a:latin typeface="Microsoft YaHei"/>
                <a:ea typeface="Microsoft YaHei"/>
              </a:rPr>
              <a:t> </a:t>
            </a:r>
            <a:r>
              <a:rPr sz="1000" b="1">
                <a:solidFill>
                  <a:srgbClr val="168D9D"/>
                </a:solidFill>
                <a:latin typeface="Arial"/>
                <a:ea typeface="Microsoft YaHei"/>
              </a:rPr>
              <a:t>→</a:t>
            </a:r>
            <a:r>
              <a:rPr sz="1000" b="1">
                <a:solidFill>
                  <a:srgbClr val="168D9D"/>
                </a:solidFill>
                <a:latin typeface="Microsoft YaHei"/>
                <a:ea typeface="Microsoft YaHei"/>
              </a:rPr>
              <a:t> </a:t>
            </a:r>
            <a:r>
              <a:rPr sz="1000" b="1">
                <a:solidFill>
                  <a:srgbClr val="168D9D"/>
                </a:solidFill>
                <a:latin typeface="Arial"/>
                <a:ea typeface="Microsoft YaHei"/>
              </a:rPr>
              <a:t>coordinated</a:t>
            </a:r>
            <a:r>
              <a:rPr sz="1000" b="1">
                <a:solidFill>
                  <a:srgbClr val="168D9D"/>
                </a:solidFill>
                <a:latin typeface="Microsoft YaHei"/>
                <a:ea typeface="Microsoft YaHei"/>
              </a:rPr>
              <a:t> </a:t>
            </a:r>
            <a:r>
              <a:rPr sz="1000" b="1">
                <a:solidFill>
                  <a:srgbClr val="168D9D"/>
                </a:solidFill>
                <a:latin typeface="Arial"/>
                <a:ea typeface="Microsoft YaHei"/>
              </a:rPr>
              <a:t>stages</a:t>
            </a:r>
            <a:r>
              <a:rPr sz="1000" b="1">
                <a:solidFill>
                  <a:srgbClr val="168D9D"/>
                </a:solidFill>
                <a:latin typeface="Microsoft YaHei"/>
                <a:ea typeface="Microsoft YaHei"/>
              </a:rPr>
              <a:t> </a:t>
            </a:r>
            <a:r>
              <a:rPr sz="1000" b="1">
                <a:solidFill>
                  <a:srgbClr val="168D9D"/>
                </a:solidFill>
                <a:latin typeface="Arial"/>
                <a:ea typeface="Microsoft YaHei"/>
              </a:rPr>
              <a:t>across</a:t>
            </a:r>
            <a:r>
              <a:rPr sz="1000" b="1">
                <a:solidFill>
                  <a:srgbClr val="168D9D"/>
                </a:solidFill>
                <a:latin typeface="Microsoft YaHei"/>
                <a:ea typeface="Microsoft YaHei"/>
              </a:rPr>
              <a:t> </a:t>
            </a:r>
            <a:r>
              <a:rPr sz="1000" b="1">
                <a:solidFill>
                  <a:srgbClr val="168D9D"/>
                </a:solidFill>
                <a:latin typeface="Arial"/>
                <a:ea typeface="Microsoft YaHei"/>
              </a:rPr>
              <a:t>PCs</a:t>
            </a:r>
          </a:p>
        </p:txBody>
      </p:sp>
      <p:sp>
        <p:nvSpPr>
          <p:cNvPr id="375" name="TextBox 374"/>
          <p:cNvSpPr txBox="1"/>
          <p:nvPr/>
        </p:nvSpPr>
        <p:spPr>
          <a:xfrm>
            <a:off x="12402678" y="10452100"/>
            <a:ext cx="3523121" cy="151129"/>
          </a:xfrm>
          <a:prstGeom prst="rect">
            <a:avLst/>
          </a:prstGeom>
          <a:noFill/>
        </p:spPr>
        <p:txBody>
          <a:bodyPr wrap="none" lIns="0" rIns="0" tIns="0" bIns="0">
            <a:spAutoFit/>
          </a:bodyPr>
          <a:lstStyle/>
          <a:p>
            <a:pPr>
              <a:lnSpc>
                <a:spcPts val="1062"/>
              </a:lnSpc>
              <a:spcBef>
                <a:spcPts val="0"/>
              </a:spcBef>
              <a:spcAft>
                <a:spcPts val="0"/>
              </a:spcAft>
            </a:pPr>
            <a:r>
              <a:rPr sz="850" b="0">
                <a:solidFill>
                  <a:srgbClr val="62758C"/>
                </a:solidFill>
                <a:latin typeface="Arial"/>
                <a:ea typeface="Microsoft YaHei"/>
              </a:rPr>
              <a:t>Original</a:t>
            </a:r>
            <a:r>
              <a:rPr sz="850" b="0">
                <a:solidFill>
                  <a:srgbClr val="62758C"/>
                </a:solidFill>
                <a:latin typeface="Microsoft YaHei"/>
                <a:ea typeface="Microsoft YaHei"/>
              </a:rPr>
              <a:t> </a:t>
            </a:r>
            <a:r>
              <a:rPr sz="850" b="0">
                <a:solidFill>
                  <a:srgbClr val="62758C"/>
                </a:solidFill>
                <a:latin typeface="Arial"/>
                <a:ea typeface="Microsoft YaHei"/>
              </a:rPr>
              <a:t>LabOS</a:t>
            </a:r>
            <a:r>
              <a:rPr sz="850" b="0">
                <a:solidFill>
                  <a:srgbClr val="62758C"/>
                </a:solidFill>
                <a:latin typeface="Microsoft YaHei"/>
                <a:ea typeface="Microsoft YaHei"/>
              </a:rPr>
              <a:t> </a:t>
            </a:r>
            <a:r>
              <a:rPr sz="850" b="0">
                <a:solidFill>
                  <a:srgbClr val="62758C"/>
                </a:solidFill>
                <a:latin typeface="Arial"/>
                <a:ea typeface="Microsoft YaHei"/>
              </a:rPr>
              <a:t>system-design</a:t>
            </a:r>
            <a:r>
              <a:rPr sz="850" b="0">
                <a:solidFill>
                  <a:srgbClr val="62758C"/>
                </a:solidFill>
                <a:latin typeface="Microsoft YaHei"/>
                <a:ea typeface="Microsoft YaHei"/>
              </a:rPr>
              <a:t> </a:t>
            </a:r>
            <a:r>
              <a:rPr sz="850" b="0">
                <a:solidFill>
                  <a:srgbClr val="62758C"/>
                </a:solidFill>
                <a:latin typeface="Arial"/>
                <a:ea typeface="Microsoft YaHei"/>
              </a:rPr>
              <a:t>figure</a:t>
            </a:r>
            <a:r>
              <a:rPr sz="850" b="0">
                <a:solidFill>
                  <a:srgbClr val="62758C"/>
                </a:solidFill>
                <a:latin typeface="Microsoft YaHei"/>
                <a:ea typeface="Microsoft YaHei"/>
              </a:rPr>
              <a:t> </a:t>
            </a:r>
            <a:r>
              <a:rPr sz="850" b="0">
                <a:solidFill>
                  <a:srgbClr val="62758C"/>
                </a:solidFill>
                <a:latin typeface="Arial"/>
                <a:ea typeface="Microsoft YaHei"/>
              </a:rPr>
              <a:t>•</a:t>
            </a:r>
            <a:r>
              <a:rPr sz="850" b="0">
                <a:solidFill>
                  <a:srgbClr val="62758C"/>
                </a:solidFill>
                <a:latin typeface="Microsoft YaHei"/>
                <a:ea typeface="Microsoft YaHei"/>
              </a:rPr>
              <a:t> </a:t>
            </a:r>
            <a:r>
              <a:rPr sz="850" b="0">
                <a:solidFill>
                  <a:srgbClr val="62758C"/>
                </a:solidFill>
                <a:latin typeface="Arial"/>
                <a:ea typeface="Microsoft YaHei"/>
              </a:rPr>
              <a:t>scalable</a:t>
            </a:r>
            <a:r>
              <a:rPr sz="850" b="0">
                <a:solidFill>
                  <a:srgbClr val="62758C"/>
                </a:solidFill>
                <a:latin typeface="Microsoft YaHei"/>
                <a:ea typeface="Microsoft YaHei"/>
              </a:rPr>
              <a:t> </a:t>
            </a:r>
            <a:r>
              <a:rPr sz="850" b="0">
                <a:solidFill>
                  <a:srgbClr val="62758C"/>
                </a:solidFill>
                <a:latin typeface="Arial"/>
                <a:ea typeface="Microsoft YaHei"/>
              </a:rPr>
              <a:t>deployment</a:t>
            </a:r>
            <a:r>
              <a:rPr sz="850" b="0">
                <a:solidFill>
                  <a:srgbClr val="62758C"/>
                </a:solidFill>
                <a:latin typeface="Microsoft YaHei"/>
                <a:ea typeface="Microsoft YaHei"/>
              </a:rPr>
              <a:t> </a:t>
            </a:r>
            <a:r>
              <a:rPr sz="850" b="0">
                <a:solidFill>
                  <a:srgbClr val="62758C"/>
                </a:solidFill>
                <a:latin typeface="Arial"/>
                <a:ea typeface="Microsoft YaHei"/>
              </a:rPr>
              <a:t>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LabOS System Architecture: One Server, Many Instrument PCs</dc:title>
  <dc:subject>Central AI agents and distributed execution workers</dc:subject>
  <dc:creator>LabOS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