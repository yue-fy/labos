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6256000" cy="121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redesigned LabOS architecture uses three interchangeable PC symbols for an arbitrary fleet, with no fixed assignment of scientific functions to PCs. One central LabOS server hosts scientific AI reasoning, specialist sub-agents, knowledge and memory, a skill library, MCP host/client components and tool connectors, a capability registry, and deterministic coordination. A server-side model router prefers a remote cloud model and falls back to the server's local LLM when cloud connectivity, the API or its quota is unavailable. The agents preserve experiment context and tool permissions across model changes. Each instrument-host PC runs one persistent execution worker, called a PC Agent. The worker does not require a local large language model. It owns instrument sessions, bounded adapters, a command journal, watchdog and artifact outbox. An operator computer can use only a browser. All laboratory PCs initiate their HTTP(S) connections; command arrows represent payload flow, not inbound network sessions. Physical device interfaces remain local to the instrument host. Skills package reusable scientific procedures and supporting references or scripts. MCP exposes tools, resources and prompts; the LabOS control connector routes instrument actions through the deterministic coordinator. Hardware reference and trigger cables are separate from this control network. This figure describes the scalable LabOS system design, rather than an inventory of currently commissioned drivers.</a:t>
            </a:r>
          </a:p>
          <a:p>
            <a:r>
              <a:t>Reference: Original LabOS architecture; protocol references: https://agentskills.io/home and https://modelcontextprotocol.io/docs/learn/architecture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256000" cy="12192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81000" y="196850"/>
            <a:ext cx="7695589" cy="400049"/>
          </a:xfrm>
          <a:prstGeom prst="rect">
            <a:avLst/>
          </a:prstGeom>
          <a:noFill/>
        </p:spPr>
        <p:txBody>
          <a:bodyPr wrap="none" lIns="0" rIns="0" tIns="0" bIns="0">
            <a:spAutoFit/>
          </a:bodyPr>
          <a:lstStyle/>
          <a:p>
            <a:pPr>
              <a:lnSpc>
                <a:spcPts val="2812"/>
              </a:lnSpc>
              <a:spcBef>
                <a:spcPts val="0"/>
              </a:spcBef>
              <a:spcAft>
                <a:spcPts val="0"/>
              </a:spcAft>
            </a:pPr>
            <a:r>
              <a:rPr sz="2250" b="1">
                <a:solidFill>
                  <a:srgbClr val="11233E"/>
                </a:solidFill>
                <a:latin typeface="Arial"/>
                <a:ea typeface="Microsoft YaHei"/>
              </a:rPr>
              <a:t>LabOS</a:t>
            </a:r>
            <a:r>
              <a:rPr sz="2250" b="1">
                <a:solidFill>
                  <a:srgbClr val="11233E"/>
                </a:solidFill>
                <a:latin typeface="Microsoft YaHei"/>
                <a:ea typeface="Microsoft YaHei"/>
              </a:rPr>
              <a:t> </a:t>
            </a:r>
            <a:r>
              <a:rPr sz="2250" b="1">
                <a:solidFill>
                  <a:srgbClr val="11233E"/>
                </a:solidFill>
                <a:latin typeface="Arial"/>
                <a:ea typeface="Microsoft YaHei"/>
              </a:rPr>
              <a:t>|</a:t>
            </a:r>
            <a:r>
              <a:rPr sz="2250" b="1">
                <a:solidFill>
                  <a:srgbClr val="11233E"/>
                </a:solidFill>
                <a:latin typeface="Microsoft YaHei"/>
                <a:ea typeface="Microsoft YaHei"/>
              </a:rPr>
              <a:t> </a:t>
            </a:r>
            <a:r>
              <a:rPr sz="2250" b="1">
                <a:solidFill>
                  <a:srgbClr val="11233E"/>
                </a:solidFill>
                <a:latin typeface="Arial"/>
                <a:ea typeface="Microsoft YaHei"/>
              </a:rPr>
              <a:t>Scientific</a:t>
            </a:r>
            <a:r>
              <a:rPr sz="2250" b="1">
                <a:solidFill>
                  <a:srgbClr val="11233E"/>
                </a:solidFill>
                <a:latin typeface="Microsoft YaHei"/>
                <a:ea typeface="Microsoft YaHei"/>
              </a:rPr>
              <a:t> </a:t>
            </a:r>
            <a:r>
              <a:rPr sz="2250" b="1">
                <a:solidFill>
                  <a:srgbClr val="11233E"/>
                </a:solidFill>
                <a:latin typeface="Arial"/>
                <a:ea typeface="Microsoft YaHei"/>
              </a:rPr>
              <a:t>Skills,</a:t>
            </a:r>
            <a:r>
              <a:rPr sz="2250" b="1">
                <a:solidFill>
                  <a:srgbClr val="11233E"/>
                </a:solidFill>
                <a:latin typeface="Microsoft YaHei"/>
                <a:ea typeface="Microsoft YaHei"/>
              </a:rPr>
              <a:t> </a:t>
            </a:r>
            <a:r>
              <a:rPr sz="2250" b="1">
                <a:solidFill>
                  <a:srgbClr val="11233E"/>
                </a:solidFill>
                <a:latin typeface="Arial"/>
                <a:ea typeface="Microsoft YaHei"/>
              </a:rPr>
              <a:t>Connected</a:t>
            </a:r>
            <a:r>
              <a:rPr sz="2250" b="1">
                <a:solidFill>
                  <a:srgbClr val="11233E"/>
                </a:solidFill>
                <a:latin typeface="Microsoft YaHei"/>
                <a:ea typeface="Microsoft YaHei"/>
              </a:rPr>
              <a:t> </a:t>
            </a:r>
            <a:r>
              <a:rPr sz="2250" b="1">
                <a:solidFill>
                  <a:srgbClr val="11233E"/>
                </a:solidFill>
                <a:latin typeface="Arial"/>
                <a:ea typeface="Microsoft YaHei"/>
              </a:rPr>
              <a:t>Instruments</a:t>
            </a:r>
          </a:p>
        </p:txBody>
      </p:sp>
      <p:sp>
        <p:nvSpPr>
          <p:cNvPr id="4" name="TextBox 3"/>
          <p:cNvSpPr txBox="1"/>
          <p:nvPr/>
        </p:nvSpPr>
        <p:spPr>
          <a:xfrm>
            <a:off x="393700" y="628650"/>
            <a:ext cx="6394970" cy="213359"/>
          </a:xfrm>
          <a:prstGeom prst="rect">
            <a:avLst/>
          </a:prstGeom>
          <a:noFill/>
        </p:spPr>
        <p:txBody>
          <a:bodyPr wrap="none" lIns="0" rIns="0" tIns="0" bIns="0">
            <a:spAutoFit/>
          </a:bodyPr>
          <a:lstStyle/>
          <a:p>
            <a:pPr>
              <a:lnSpc>
                <a:spcPts val="1500"/>
              </a:lnSpc>
              <a:spcBef>
                <a:spcPts val="0"/>
              </a:spcBef>
              <a:spcAft>
                <a:spcPts val="0"/>
              </a:spcAft>
            </a:pPr>
            <a:r>
              <a:rPr sz="1200" b="0">
                <a:solidFill>
                  <a:srgbClr val="62758C"/>
                </a:solidFill>
                <a:latin typeface="Arial"/>
                <a:ea typeface="Microsoft YaHei"/>
              </a:rPr>
              <a:t>Agents</a:t>
            </a:r>
            <a:r>
              <a:rPr sz="1200" b="0">
                <a:solidFill>
                  <a:srgbClr val="62758C"/>
                </a:solidFill>
                <a:latin typeface="Microsoft YaHei"/>
                <a:ea typeface="Microsoft YaHei"/>
              </a:rPr>
              <a:t> </a:t>
            </a:r>
            <a:r>
              <a:rPr sz="1200" b="0">
                <a:solidFill>
                  <a:srgbClr val="62758C"/>
                </a:solidFill>
                <a:latin typeface="Arial"/>
                <a:ea typeface="Microsoft YaHei"/>
              </a:rPr>
              <a:t>decide</a:t>
            </a:r>
            <a:r>
              <a:rPr sz="1200" b="0">
                <a:solidFill>
                  <a:srgbClr val="62758C"/>
                </a:solidFill>
                <a:latin typeface="Microsoft YaHei"/>
                <a:ea typeface="Microsoft YaHei"/>
              </a:rPr>
              <a:t> </a:t>
            </a:r>
            <a:r>
              <a:rPr sz="1200" b="0">
                <a:solidFill>
                  <a:srgbClr val="62758C"/>
                </a:solidFill>
                <a:latin typeface="Arial"/>
                <a:ea typeface="Microsoft YaHei"/>
              </a:rPr>
              <a:t>•</a:t>
            </a:r>
            <a:r>
              <a:rPr sz="1200" b="0">
                <a:solidFill>
                  <a:srgbClr val="62758C"/>
                </a:solidFill>
                <a:latin typeface="Microsoft YaHei"/>
                <a:ea typeface="Microsoft YaHei"/>
              </a:rPr>
              <a:t> </a:t>
            </a:r>
            <a:r>
              <a:rPr sz="1200" b="0">
                <a:solidFill>
                  <a:srgbClr val="62758C"/>
                </a:solidFill>
                <a:latin typeface="Arial"/>
                <a:ea typeface="Microsoft YaHei"/>
              </a:rPr>
              <a:t>skills</a:t>
            </a:r>
            <a:r>
              <a:rPr sz="1200" b="0">
                <a:solidFill>
                  <a:srgbClr val="62758C"/>
                </a:solidFill>
                <a:latin typeface="Microsoft YaHei"/>
                <a:ea typeface="Microsoft YaHei"/>
              </a:rPr>
              <a:t> </a:t>
            </a:r>
            <a:r>
              <a:rPr sz="1200" b="0">
                <a:solidFill>
                  <a:srgbClr val="62758C"/>
                </a:solidFill>
                <a:latin typeface="Arial"/>
                <a:ea typeface="Microsoft YaHei"/>
              </a:rPr>
              <a:t>guide</a:t>
            </a:r>
            <a:r>
              <a:rPr sz="1200" b="0">
                <a:solidFill>
                  <a:srgbClr val="62758C"/>
                </a:solidFill>
                <a:latin typeface="Microsoft YaHei"/>
                <a:ea typeface="Microsoft YaHei"/>
              </a:rPr>
              <a:t> </a:t>
            </a:r>
            <a:r>
              <a:rPr sz="1200" b="0">
                <a:solidFill>
                  <a:srgbClr val="62758C"/>
                </a:solidFill>
                <a:latin typeface="Arial"/>
                <a:ea typeface="Microsoft YaHei"/>
              </a:rPr>
              <a:t>workflows</a:t>
            </a:r>
            <a:r>
              <a:rPr sz="1200" b="0">
                <a:solidFill>
                  <a:srgbClr val="62758C"/>
                </a:solidFill>
                <a:latin typeface="Microsoft YaHei"/>
                <a:ea typeface="Microsoft YaHei"/>
              </a:rPr>
              <a:t> </a:t>
            </a:r>
            <a:r>
              <a:rPr sz="1200" b="0">
                <a:solidFill>
                  <a:srgbClr val="62758C"/>
                </a:solidFill>
                <a:latin typeface="Arial"/>
                <a:ea typeface="Microsoft YaHei"/>
              </a:rPr>
              <a:t>•</a:t>
            </a:r>
            <a:r>
              <a:rPr sz="1200" b="0">
                <a:solidFill>
                  <a:srgbClr val="62758C"/>
                </a:solidFill>
                <a:latin typeface="Microsoft YaHei"/>
                <a:ea typeface="Microsoft YaHei"/>
              </a:rPr>
              <a:t> </a:t>
            </a:r>
            <a:r>
              <a:rPr sz="1200" b="0">
                <a:solidFill>
                  <a:srgbClr val="62758C"/>
                </a:solidFill>
                <a:latin typeface="Arial"/>
                <a:ea typeface="Microsoft YaHei"/>
              </a:rPr>
              <a:t>MCP</a:t>
            </a:r>
            <a:r>
              <a:rPr sz="1200" b="0">
                <a:solidFill>
                  <a:srgbClr val="62758C"/>
                </a:solidFill>
                <a:latin typeface="Microsoft YaHei"/>
                <a:ea typeface="Microsoft YaHei"/>
              </a:rPr>
              <a:t> </a:t>
            </a:r>
            <a:r>
              <a:rPr sz="1200" b="0">
                <a:solidFill>
                  <a:srgbClr val="62758C"/>
                </a:solidFill>
                <a:latin typeface="Arial"/>
                <a:ea typeface="Microsoft YaHei"/>
              </a:rPr>
              <a:t>connects</a:t>
            </a:r>
            <a:r>
              <a:rPr sz="1200" b="0">
                <a:solidFill>
                  <a:srgbClr val="62758C"/>
                </a:solidFill>
                <a:latin typeface="Microsoft YaHei"/>
                <a:ea typeface="Microsoft YaHei"/>
              </a:rPr>
              <a:t> </a:t>
            </a:r>
            <a:r>
              <a:rPr sz="1200" b="0">
                <a:solidFill>
                  <a:srgbClr val="62758C"/>
                </a:solidFill>
                <a:latin typeface="Arial"/>
                <a:ea typeface="Microsoft YaHei"/>
              </a:rPr>
              <a:t>tools</a:t>
            </a:r>
            <a:r>
              <a:rPr sz="1200" b="0">
                <a:solidFill>
                  <a:srgbClr val="62758C"/>
                </a:solidFill>
                <a:latin typeface="Microsoft YaHei"/>
                <a:ea typeface="Microsoft YaHei"/>
              </a:rPr>
              <a:t> </a:t>
            </a:r>
            <a:r>
              <a:rPr sz="1200" b="0">
                <a:solidFill>
                  <a:srgbClr val="62758C"/>
                </a:solidFill>
                <a:latin typeface="Arial"/>
                <a:ea typeface="Microsoft YaHei"/>
              </a:rPr>
              <a:t>•</a:t>
            </a:r>
            <a:r>
              <a:rPr sz="1200" b="0">
                <a:solidFill>
                  <a:srgbClr val="62758C"/>
                </a:solidFill>
                <a:latin typeface="Microsoft YaHei"/>
                <a:ea typeface="Microsoft YaHei"/>
              </a:rPr>
              <a:t> </a:t>
            </a:r>
            <a:r>
              <a:rPr sz="1200" b="0">
                <a:solidFill>
                  <a:srgbClr val="62758C"/>
                </a:solidFill>
                <a:latin typeface="Arial"/>
                <a:ea typeface="Microsoft YaHei"/>
              </a:rPr>
              <a:t>local</a:t>
            </a:r>
            <a:r>
              <a:rPr sz="1200" b="0">
                <a:solidFill>
                  <a:srgbClr val="62758C"/>
                </a:solidFill>
                <a:latin typeface="Microsoft YaHei"/>
                <a:ea typeface="Microsoft YaHei"/>
              </a:rPr>
              <a:t> </a:t>
            </a:r>
            <a:r>
              <a:rPr sz="1200" b="0">
                <a:solidFill>
                  <a:srgbClr val="62758C"/>
                </a:solidFill>
                <a:latin typeface="Arial"/>
                <a:ea typeface="Microsoft YaHei"/>
              </a:rPr>
              <a:t>workers</a:t>
            </a:r>
            <a:r>
              <a:rPr sz="1200" b="0">
                <a:solidFill>
                  <a:srgbClr val="62758C"/>
                </a:solidFill>
                <a:latin typeface="Microsoft YaHei"/>
                <a:ea typeface="Microsoft YaHei"/>
              </a:rPr>
              <a:t> </a:t>
            </a:r>
            <a:r>
              <a:rPr sz="1200" b="0">
                <a:solidFill>
                  <a:srgbClr val="62758C"/>
                </a:solidFill>
                <a:latin typeface="Arial"/>
                <a:ea typeface="Microsoft YaHei"/>
              </a:rPr>
              <a:t>execute</a:t>
            </a:r>
          </a:p>
        </p:txBody>
      </p:sp>
      <p:sp>
        <p:nvSpPr>
          <p:cNvPr id="5" name="Rounded Rectangle 4"/>
          <p:cNvSpPr/>
          <p:nvPr/>
        </p:nvSpPr>
        <p:spPr>
          <a:xfrm>
            <a:off x="381000" y="958850"/>
            <a:ext cx="6413500" cy="387350"/>
          </a:xfrm>
          <a:prstGeom prst="roundRect">
            <a:avLst>
              <a:gd name="adj" fmla="val 19672"/>
            </a:avLst>
          </a:prstGeom>
          <a:solidFill>
            <a:srgbClr val="FFF4DE"/>
          </a:solidFill>
          <a:ln w="10160">
            <a:solidFill>
              <a:srgbClr val="BC7D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8000" y="1022350"/>
            <a:ext cx="304800" cy="196850"/>
          </a:xfrm>
          <a:prstGeom prst="roundRect">
            <a:avLst>
              <a:gd name="adj" fmla="val 12903"/>
            </a:avLst>
          </a:prstGeom>
          <a:solidFill>
            <a:srgbClr val="EDF3FC"/>
          </a:solidFill>
          <a:ln w="12700">
            <a:solidFill>
              <a:srgbClr val="BC7D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52450" y="1066800"/>
            <a:ext cx="215900" cy="10795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a:off x="660400" y="1219200"/>
            <a:ext cx="0" cy="63500"/>
          </a:xfrm>
          <a:prstGeom prst="line">
            <a:avLst/>
          </a:prstGeom>
          <a:ln w="12700">
            <a:solidFill>
              <a:srgbClr val="BC7D1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572008" y="1295400"/>
            <a:ext cx="176784" cy="0"/>
          </a:xfrm>
          <a:prstGeom prst="line">
            <a:avLst/>
          </a:prstGeom>
          <a:ln w="19050">
            <a:solidFill>
              <a:srgbClr val="BC7D1D"/>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958850" y="1041400"/>
            <a:ext cx="5479231" cy="213359"/>
          </a:xfrm>
          <a:prstGeom prst="rect">
            <a:avLst/>
          </a:prstGeom>
          <a:noFill/>
        </p:spPr>
        <p:txBody>
          <a:bodyPr wrap="none" lIns="0" rIns="0" tIns="0" bIns="0">
            <a:spAutoFit/>
          </a:bodyPr>
          <a:lstStyle/>
          <a:p>
            <a:pPr>
              <a:lnSpc>
                <a:spcPts val="1500"/>
              </a:lnSpc>
              <a:spcBef>
                <a:spcPts val="0"/>
              </a:spcBef>
              <a:spcAft>
                <a:spcPts val="0"/>
              </a:spcAft>
            </a:pPr>
            <a:r>
              <a:rPr sz="1200" b="1">
                <a:solidFill>
                  <a:srgbClr val="BC7D1D"/>
                </a:solidFill>
                <a:latin typeface="Arial"/>
                <a:ea typeface="Microsoft YaHei"/>
              </a:rPr>
              <a:t>Operator</a:t>
            </a:r>
            <a:r>
              <a:rPr sz="1200" b="1">
                <a:solidFill>
                  <a:srgbClr val="BC7D1D"/>
                </a:solidFill>
                <a:latin typeface="Microsoft YaHei"/>
                <a:ea typeface="Microsoft YaHei"/>
              </a:rPr>
              <a:t> </a:t>
            </a:r>
            <a:r>
              <a:rPr sz="1200" b="1">
                <a:solidFill>
                  <a:srgbClr val="BC7D1D"/>
                </a:solidFill>
                <a:latin typeface="Arial"/>
                <a:ea typeface="Microsoft YaHei"/>
              </a:rPr>
              <a:t>workspace:</a:t>
            </a:r>
            <a:r>
              <a:rPr sz="1200" b="1">
                <a:solidFill>
                  <a:srgbClr val="BC7D1D"/>
                </a:solidFill>
                <a:latin typeface="Microsoft YaHei"/>
                <a:ea typeface="Microsoft YaHei"/>
              </a:rPr>
              <a:t> </a:t>
            </a:r>
            <a:r>
              <a:rPr sz="1200" b="1">
                <a:solidFill>
                  <a:srgbClr val="BC7D1D"/>
                </a:solidFill>
                <a:latin typeface="Arial"/>
                <a:ea typeface="Microsoft YaHei"/>
              </a:rPr>
              <a:t>objective,</a:t>
            </a:r>
            <a:r>
              <a:rPr sz="1200" b="1">
                <a:solidFill>
                  <a:srgbClr val="BC7D1D"/>
                </a:solidFill>
                <a:latin typeface="Microsoft YaHei"/>
                <a:ea typeface="Microsoft YaHei"/>
              </a:rPr>
              <a:t> </a:t>
            </a:r>
            <a:r>
              <a:rPr sz="1200" b="1">
                <a:solidFill>
                  <a:srgbClr val="BC7D1D"/>
                </a:solidFill>
                <a:latin typeface="Arial"/>
                <a:ea typeface="Microsoft YaHei"/>
              </a:rPr>
              <a:t>setup,</a:t>
            </a:r>
            <a:r>
              <a:rPr sz="1200" b="1">
                <a:solidFill>
                  <a:srgbClr val="BC7D1D"/>
                </a:solidFill>
                <a:latin typeface="Microsoft YaHei"/>
                <a:ea typeface="Microsoft YaHei"/>
              </a:rPr>
              <a:t> </a:t>
            </a:r>
            <a:r>
              <a:rPr sz="1200" b="1">
                <a:solidFill>
                  <a:srgbClr val="BC7D1D"/>
                </a:solidFill>
                <a:latin typeface="Arial"/>
                <a:ea typeface="Microsoft YaHei"/>
              </a:rPr>
              <a:t>review</a:t>
            </a:r>
            <a:r>
              <a:rPr sz="1200" b="1">
                <a:solidFill>
                  <a:srgbClr val="BC7D1D"/>
                </a:solidFill>
                <a:latin typeface="Microsoft YaHei"/>
                <a:ea typeface="Microsoft YaHei"/>
              </a:rPr>
              <a:t> </a:t>
            </a:r>
            <a:r>
              <a:rPr sz="1200" b="1">
                <a:solidFill>
                  <a:srgbClr val="BC7D1D"/>
                </a:solidFill>
                <a:latin typeface="Arial"/>
                <a:ea typeface="Microsoft YaHei"/>
              </a:rPr>
              <a:t>and</a:t>
            </a:r>
            <a:r>
              <a:rPr sz="1200" b="1">
                <a:solidFill>
                  <a:srgbClr val="BC7D1D"/>
                </a:solidFill>
                <a:latin typeface="Microsoft YaHei"/>
                <a:ea typeface="Microsoft YaHei"/>
              </a:rPr>
              <a:t> </a:t>
            </a:r>
            <a:r>
              <a:rPr sz="1200" b="1">
                <a:solidFill>
                  <a:srgbClr val="BC7D1D"/>
                </a:solidFill>
                <a:latin typeface="Arial"/>
                <a:ea typeface="Microsoft YaHei"/>
              </a:rPr>
              <a:t>authorization</a:t>
            </a:r>
          </a:p>
        </p:txBody>
      </p:sp>
      <p:cxnSp>
        <p:nvCxnSpPr>
          <p:cNvPr id="11" name="Connector 10"/>
          <p:cNvCxnSpPr/>
          <p:nvPr/>
        </p:nvCxnSpPr>
        <p:spPr>
          <a:xfrm>
            <a:off x="3587750" y="1346200"/>
            <a:ext cx="0" cy="177800"/>
          </a:xfrm>
          <a:prstGeom prst="line">
            <a:avLst/>
          </a:prstGeom>
          <a:ln w="15240">
            <a:solidFill>
              <a:srgbClr val="BC7D1D"/>
            </a:solidFill>
          </a:ln>
        </p:spPr>
        <p:style>
          <a:lnRef idx="2">
            <a:schemeClr val="accent1"/>
          </a:lnRef>
          <a:fillRef idx="0">
            <a:schemeClr val="accent1"/>
          </a:fillRef>
          <a:effectRef idx="1">
            <a:schemeClr val="accent1"/>
          </a:effectRef>
          <a:fontRef idx="minor">
            <a:schemeClr val="tx1"/>
          </a:fontRef>
        </p:style>
      </p:cxnSp>
      <p:sp>
        <p:nvSpPr>
          <p:cNvPr id="12" name="Freeform 11"/>
          <p:cNvSpPr/>
          <p:nvPr/>
        </p:nvSpPr>
        <p:spPr>
          <a:xfrm>
            <a:off x="3556000" y="1473200"/>
            <a:ext cx="63500" cy="50800"/>
          </a:xfrm>
          <a:custGeom>
            <a:avLst/>
            <a:gdLst/>
            <a:ahLst/>
            <a:cxnLst/>
            <a:rect l="l" t="t" r="r" b="b"/>
            <a:pathLst>
              <a:path w="5" h="4">
                <a:moveTo>
                  <a:pt x="2" y="4"/>
                </a:moveTo>
                <a:lnTo>
                  <a:pt x="5" y="0"/>
                </a:lnTo>
                <a:lnTo>
                  <a:pt x="0" y="0"/>
                </a:lnTo>
                <a:close/>
              </a:path>
            </a:pathLst>
          </a:custGeom>
          <a:solidFill>
            <a:srgbClr val="BC7D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3335000" y="958850"/>
            <a:ext cx="2540000" cy="387350"/>
          </a:xfrm>
          <a:prstGeom prst="roundRect">
            <a:avLst>
              <a:gd name="adj" fmla="val 19672"/>
            </a:avLst>
          </a:prstGeom>
          <a:solidFill>
            <a:srgbClr val="F1ECFC"/>
          </a:solidFill>
          <a:ln w="9525">
            <a:solidFill>
              <a:srgbClr val="7653CF"/>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608112" y="1066800"/>
            <a:ext cx="2044575" cy="213359"/>
          </a:xfrm>
          <a:prstGeom prst="rect">
            <a:avLst/>
          </a:prstGeom>
          <a:noFill/>
        </p:spPr>
        <p:txBody>
          <a:bodyPr wrap="none" lIns="0" rIns="0" tIns="0" bIns="0">
            <a:spAutoFit/>
          </a:bodyPr>
          <a:lstStyle/>
          <a:p>
            <a:pPr>
              <a:lnSpc>
                <a:spcPts val="1500"/>
              </a:lnSpc>
              <a:spcBef>
                <a:spcPts val="0"/>
              </a:spcBef>
              <a:spcAft>
                <a:spcPts val="0"/>
              </a:spcAft>
            </a:pPr>
            <a:r>
              <a:rPr sz="1200" b="1">
                <a:solidFill>
                  <a:srgbClr val="7653CF"/>
                </a:solidFill>
                <a:latin typeface="Arial"/>
                <a:ea typeface="Microsoft YaHei"/>
              </a:rPr>
              <a:t>Cloud</a:t>
            </a:r>
            <a:r>
              <a:rPr sz="1200" b="1">
                <a:solidFill>
                  <a:srgbClr val="7653CF"/>
                </a:solidFill>
                <a:latin typeface="Microsoft YaHei"/>
                <a:ea typeface="Microsoft YaHei"/>
              </a:rPr>
              <a:t> </a:t>
            </a:r>
            <a:r>
              <a:rPr sz="1200" b="1">
                <a:solidFill>
                  <a:srgbClr val="7653CF"/>
                </a:solidFill>
                <a:latin typeface="Arial"/>
                <a:ea typeface="Microsoft YaHei"/>
              </a:rPr>
              <a:t>LLM</a:t>
            </a:r>
            <a:r>
              <a:rPr sz="1200" b="1">
                <a:solidFill>
                  <a:srgbClr val="7653CF"/>
                </a:solidFill>
                <a:latin typeface="Microsoft YaHei"/>
                <a:ea typeface="Microsoft YaHei"/>
              </a:rPr>
              <a:t> </a:t>
            </a:r>
            <a:r>
              <a:rPr sz="1200" b="1">
                <a:solidFill>
                  <a:srgbClr val="7653CF"/>
                </a:solidFill>
                <a:latin typeface="Arial"/>
                <a:ea typeface="Microsoft YaHei"/>
              </a:rPr>
              <a:t>API</a:t>
            </a:r>
            <a:r>
              <a:rPr sz="1200" b="1">
                <a:solidFill>
                  <a:srgbClr val="7653CF"/>
                </a:solidFill>
                <a:latin typeface="Microsoft YaHei"/>
                <a:ea typeface="Microsoft YaHei"/>
              </a:rPr>
              <a:t> </a:t>
            </a:r>
            <a:r>
              <a:rPr sz="1200" b="1">
                <a:solidFill>
                  <a:srgbClr val="7653CF"/>
                </a:solidFill>
                <a:latin typeface="Arial"/>
                <a:ea typeface="Microsoft YaHei"/>
              </a:rPr>
              <a:t>•</a:t>
            </a:r>
            <a:r>
              <a:rPr sz="1200" b="1">
                <a:solidFill>
                  <a:srgbClr val="7653CF"/>
                </a:solidFill>
                <a:latin typeface="Microsoft YaHei"/>
                <a:ea typeface="Microsoft YaHei"/>
              </a:rPr>
              <a:t> </a:t>
            </a:r>
            <a:r>
              <a:rPr sz="1200" b="1">
                <a:solidFill>
                  <a:srgbClr val="7653CF"/>
                </a:solidFill>
                <a:latin typeface="Arial"/>
                <a:ea typeface="Microsoft YaHei"/>
              </a:rPr>
              <a:t>remote</a:t>
            </a:r>
          </a:p>
        </p:txBody>
      </p:sp>
      <p:cxnSp>
        <p:nvCxnSpPr>
          <p:cNvPr id="15" name="Connector 14"/>
          <p:cNvCxnSpPr/>
          <p:nvPr/>
        </p:nvCxnSpPr>
        <p:spPr>
          <a:xfrm flipV="1">
            <a:off x="14503400" y="1346200"/>
            <a:ext cx="0" cy="177800"/>
          </a:xfrm>
          <a:prstGeom prst="line">
            <a:avLst/>
          </a:prstGeom>
          <a:ln w="13970">
            <a:solidFill>
              <a:srgbClr val="7653CF"/>
            </a:solidFill>
          </a:ln>
        </p:spPr>
        <p:style>
          <a:lnRef idx="2">
            <a:schemeClr val="accent1"/>
          </a:lnRef>
          <a:fillRef idx="0">
            <a:schemeClr val="accent1"/>
          </a:fillRef>
          <a:effectRef idx="1">
            <a:schemeClr val="accent1"/>
          </a:effectRef>
          <a:fontRef idx="minor">
            <a:schemeClr val="tx1"/>
          </a:fontRef>
        </p:style>
      </p:cxnSp>
      <p:sp>
        <p:nvSpPr>
          <p:cNvPr id="16" name="Freeform 15"/>
          <p:cNvSpPr/>
          <p:nvPr/>
        </p:nvSpPr>
        <p:spPr>
          <a:xfrm>
            <a:off x="14478000" y="1346200"/>
            <a:ext cx="50800" cy="50800"/>
          </a:xfrm>
          <a:custGeom>
            <a:avLst/>
            <a:gdLst/>
            <a:ahLst/>
            <a:cxnLst/>
            <a:rect l="l" t="t" r="r" b="b"/>
            <a:pathLst>
              <a:path w="4" h="4">
                <a:moveTo>
                  <a:pt x="2" y="0"/>
                </a:moveTo>
                <a:lnTo>
                  <a:pt x="0" y="4"/>
                </a:lnTo>
                <a:lnTo>
                  <a:pt x="4" y="4"/>
                </a:lnTo>
                <a:close/>
              </a:path>
            </a:pathLst>
          </a:custGeom>
          <a:solidFill>
            <a:srgbClr val="7653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14693900" y="1346200"/>
            <a:ext cx="0" cy="177800"/>
          </a:xfrm>
          <a:prstGeom prst="line">
            <a:avLst/>
          </a:prstGeom>
          <a:ln w="13970">
            <a:solidFill>
              <a:srgbClr val="278565"/>
            </a:solidFill>
          </a:ln>
        </p:spPr>
        <p:style>
          <a:lnRef idx="2">
            <a:schemeClr val="accent1"/>
          </a:lnRef>
          <a:fillRef idx="0">
            <a:schemeClr val="accent1"/>
          </a:fillRef>
          <a:effectRef idx="1">
            <a:schemeClr val="accent1"/>
          </a:effectRef>
          <a:fontRef idx="minor">
            <a:schemeClr val="tx1"/>
          </a:fontRef>
        </p:style>
      </p:cxnSp>
      <p:sp>
        <p:nvSpPr>
          <p:cNvPr id="18" name="Freeform 17"/>
          <p:cNvSpPr/>
          <p:nvPr/>
        </p:nvSpPr>
        <p:spPr>
          <a:xfrm>
            <a:off x="14668500" y="1473200"/>
            <a:ext cx="50800" cy="50800"/>
          </a:xfrm>
          <a:custGeom>
            <a:avLst/>
            <a:gdLst/>
            <a:ahLst/>
            <a:cxnLst/>
            <a:rect l="l" t="t" r="r" b="b"/>
            <a:pathLst>
              <a:path w="4" h="4">
                <a:moveTo>
                  <a:pt x="2" y="4"/>
                </a:moveTo>
                <a:lnTo>
                  <a:pt x="4" y="0"/>
                </a:lnTo>
                <a:lnTo>
                  <a:pt x="0" y="0"/>
                </a:lnTo>
                <a:close/>
              </a:path>
            </a:pathLst>
          </a:custGeom>
          <a:solidFill>
            <a:srgbClr val="2785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81000" y="1524000"/>
            <a:ext cx="15494000" cy="6604000"/>
          </a:xfrm>
          <a:prstGeom prst="roundRect">
            <a:avLst>
              <a:gd name="adj" fmla="val 1923"/>
            </a:avLst>
          </a:prstGeom>
          <a:solidFill>
            <a:srgbClr val="F5F8FC"/>
          </a:solidFill>
          <a:ln w="16510">
            <a:solidFill>
              <a:srgbClr val="3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39750" y="1644650"/>
            <a:ext cx="400050" cy="476250"/>
          </a:xfrm>
          <a:prstGeom prst="roundRect">
            <a:avLst>
              <a:gd name="adj" fmla="val 11111"/>
            </a:avLst>
          </a:prstGeom>
          <a:solidFill>
            <a:srgbClr val="EDF3FC"/>
          </a:solidFill>
          <a:ln w="12700">
            <a:solidFill>
              <a:srgbClr val="3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90550" y="1708150"/>
            <a:ext cx="298450" cy="95250"/>
          </a:xfrm>
          <a:prstGeom prst="roundRect">
            <a:avLst>
              <a:gd name="adj" fmla="val 20000"/>
            </a:avLst>
          </a:prstGeom>
          <a:solidFill>
            <a:srgbClr val="FFFFFF"/>
          </a:solidFill>
          <a:ln w="6350">
            <a:solidFill>
              <a:srgbClr val="3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815975" y="1739900"/>
            <a:ext cx="31750" cy="31750"/>
          </a:xfrm>
          <a:prstGeom prst="ellipse">
            <a:avLst/>
          </a:prstGeom>
          <a:solidFill>
            <a:srgbClr val="2785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a:off x="628650" y="1755775"/>
            <a:ext cx="120650" cy="0"/>
          </a:xfrm>
          <a:prstGeom prst="line">
            <a:avLst/>
          </a:prstGeom>
          <a:ln w="9525">
            <a:solidFill>
              <a:srgbClr val="3B6CB0"/>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90550" y="1841500"/>
            <a:ext cx="298450" cy="95250"/>
          </a:xfrm>
          <a:prstGeom prst="roundRect">
            <a:avLst>
              <a:gd name="adj" fmla="val 20000"/>
            </a:avLst>
          </a:prstGeom>
          <a:solidFill>
            <a:srgbClr val="FFFFFF"/>
          </a:solidFill>
          <a:ln w="6350">
            <a:solidFill>
              <a:srgbClr val="3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15975" y="1873250"/>
            <a:ext cx="31750" cy="31750"/>
          </a:xfrm>
          <a:prstGeom prst="ellipse">
            <a:avLst/>
          </a:prstGeom>
          <a:solidFill>
            <a:srgbClr val="2785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a:off x="628650" y="1889125"/>
            <a:ext cx="120650" cy="0"/>
          </a:xfrm>
          <a:prstGeom prst="line">
            <a:avLst/>
          </a:prstGeom>
          <a:ln w="9525">
            <a:solidFill>
              <a:srgbClr val="3B6CB0"/>
            </a:solidFill>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90550" y="1974850"/>
            <a:ext cx="298450" cy="95250"/>
          </a:xfrm>
          <a:prstGeom prst="roundRect">
            <a:avLst>
              <a:gd name="adj" fmla="val 20000"/>
            </a:avLst>
          </a:prstGeom>
          <a:solidFill>
            <a:srgbClr val="FFFFFF"/>
          </a:solidFill>
          <a:ln w="6350">
            <a:solidFill>
              <a:srgbClr val="3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15975" y="2006600"/>
            <a:ext cx="31750" cy="31750"/>
          </a:xfrm>
          <a:prstGeom prst="ellipse">
            <a:avLst/>
          </a:prstGeom>
          <a:solidFill>
            <a:srgbClr val="2785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628650" y="2022475"/>
            <a:ext cx="120650" cy="0"/>
          </a:xfrm>
          <a:prstGeom prst="line">
            <a:avLst/>
          </a:prstGeom>
          <a:ln w="9525">
            <a:solidFill>
              <a:srgbClr val="3B6CB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085850" y="1663700"/>
            <a:ext cx="5012177" cy="302259"/>
          </a:xfrm>
          <a:prstGeom prst="rect">
            <a:avLst/>
          </a:prstGeom>
          <a:noFill/>
        </p:spPr>
        <p:txBody>
          <a:bodyPr wrap="none" lIns="0" rIns="0" tIns="0" bIns="0">
            <a:spAutoFit/>
          </a:bodyPr>
          <a:lstStyle/>
          <a:p>
            <a:pPr>
              <a:lnSpc>
                <a:spcPts val="2125"/>
              </a:lnSpc>
              <a:spcBef>
                <a:spcPts val="0"/>
              </a:spcBef>
              <a:spcAft>
                <a:spcPts val="0"/>
              </a:spcAft>
            </a:pPr>
            <a:r>
              <a:rPr sz="1700" b="1">
                <a:solidFill>
                  <a:srgbClr val="11233E"/>
                </a:solidFill>
                <a:latin typeface="Arial"/>
                <a:ea typeface="Microsoft YaHei"/>
              </a:rPr>
              <a:t>ONE</a:t>
            </a:r>
            <a:r>
              <a:rPr sz="1700" b="1">
                <a:solidFill>
                  <a:srgbClr val="11233E"/>
                </a:solidFill>
                <a:latin typeface="Microsoft YaHei"/>
                <a:ea typeface="Microsoft YaHei"/>
              </a:rPr>
              <a:t> </a:t>
            </a:r>
            <a:r>
              <a:rPr sz="1700" b="1">
                <a:solidFill>
                  <a:srgbClr val="11233E"/>
                </a:solidFill>
                <a:latin typeface="Arial"/>
                <a:ea typeface="Microsoft YaHei"/>
              </a:rPr>
              <a:t>CENTRAL</a:t>
            </a:r>
            <a:r>
              <a:rPr sz="1700" b="1">
                <a:solidFill>
                  <a:srgbClr val="11233E"/>
                </a:solidFill>
                <a:latin typeface="Microsoft YaHei"/>
                <a:ea typeface="Microsoft YaHei"/>
              </a:rPr>
              <a:t> </a:t>
            </a:r>
            <a:r>
              <a:rPr sz="1700" b="1">
                <a:solidFill>
                  <a:srgbClr val="11233E"/>
                </a:solidFill>
                <a:latin typeface="Arial"/>
                <a:ea typeface="Microsoft YaHei"/>
              </a:rPr>
              <a:t>SERVER</a:t>
            </a:r>
            <a:r>
              <a:rPr sz="1700" b="1">
                <a:solidFill>
                  <a:srgbClr val="11233E"/>
                </a:solidFill>
                <a:latin typeface="Microsoft YaHei"/>
                <a:ea typeface="Microsoft YaHei"/>
              </a:rPr>
              <a:t>  </a:t>
            </a:r>
            <a:r>
              <a:rPr sz="1700" b="1">
                <a:solidFill>
                  <a:srgbClr val="11233E"/>
                </a:solidFill>
                <a:latin typeface="Arial"/>
                <a:ea typeface="Microsoft YaHei"/>
              </a:rPr>
              <a:t>/</a:t>
            </a:r>
            <a:r>
              <a:rPr sz="1700" b="1">
                <a:solidFill>
                  <a:srgbClr val="11233E"/>
                </a:solidFill>
                <a:latin typeface="Microsoft YaHei"/>
                <a:ea typeface="Microsoft YaHei"/>
              </a:rPr>
              <a:t>  </a:t>
            </a:r>
            <a:r>
              <a:rPr sz="1700" b="1">
                <a:solidFill>
                  <a:srgbClr val="11233E"/>
                </a:solidFill>
                <a:latin typeface="Arial"/>
                <a:ea typeface="Microsoft YaHei"/>
              </a:rPr>
              <a:t>LABOS</a:t>
            </a:r>
            <a:r>
              <a:rPr sz="1700" b="1">
                <a:solidFill>
                  <a:srgbClr val="11233E"/>
                </a:solidFill>
                <a:latin typeface="Microsoft YaHei"/>
                <a:ea typeface="Microsoft YaHei"/>
              </a:rPr>
              <a:t> </a:t>
            </a:r>
            <a:r>
              <a:rPr sz="1700" b="1">
                <a:solidFill>
                  <a:srgbClr val="11233E"/>
                </a:solidFill>
                <a:latin typeface="Arial"/>
                <a:ea typeface="Microsoft YaHei"/>
              </a:rPr>
              <a:t>RUNTIME</a:t>
            </a:r>
          </a:p>
        </p:txBody>
      </p:sp>
      <p:sp>
        <p:nvSpPr>
          <p:cNvPr id="31" name="TextBox 30"/>
          <p:cNvSpPr txBox="1"/>
          <p:nvPr/>
        </p:nvSpPr>
        <p:spPr>
          <a:xfrm>
            <a:off x="1092200" y="1949450"/>
            <a:ext cx="6808446" cy="195579"/>
          </a:xfrm>
          <a:prstGeom prst="rect">
            <a:avLst/>
          </a:prstGeom>
          <a:noFill/>
        </p:spPr>
        <p:txBody>
          <a:bodyPr wrap="none" lIns="0" rIns="0" tIns="0" bIns="0">
            <a:spAutoFit/>
          </a:bodyPr>
          <a:lstStyle/>
          <a:p>
            <a:pPr>
              <a:lnSpc>
                <a:spcPts val="1375"/>
              </a:lnSpc>
              <a:spcBef>
                <a:spcPts val="0"/>
              </a:spcBef>
              <a:spcAft>
                <a:spcPts val="0"/>
              </a:spcAft>
            </a:pPr>
            <a:r>
              <a:rPr sz="1100" b="0">
                <a:solidFill>
                  <a:srgbClr val="62758C"/>
                </a:solidFill>
                <a:latin typeface="Arial"/>
                <a:ea typeface="Microsoft YaHei"/>
              </a:rPr>
              <a:t>Scientific</a:t>
            </a:r>
            <a:r>
              <a:rPr sz="1100" b="0">
                <a:solidFill>
                  <a:srgbClr val="62758C"/>
                </a:solidFill>
                <a:latin typeface="Microsoft YaHei"/>
                <a:ea typeface="Microsoft YaHei"/>
              </a:rPr>
              <a:t> </a:t>
            </a:r>
            <a:r>
              <a:rPr sz="1100" b="0">
                <a:solidFill>
                  <a:srgbClr val="62758C"/>
                </a:solidFill>
                <a:latin typeface="Arial"/>
                <a:ea typeface="Microsoft YaHei"/>
              </a:rPr>
              <a:t>reasoning,</a:t>
            </a:r>
            <a:r>
              <a:rPr sz="1100" b="0">
                <a:solidFill>
                  <a:srgbClr val="62758C"/>
                </a:solidFill>
                <a:latin typeface="Microsoft YaHei"/>
                <a:ea typeface="Microsoft YaHei"/>
              </a:rPr>
              <a:t> </a:t>
            </a:r>
            <a:r>
              <a:rPr sz="1100" b="0">
                <a:solidFill>
                  <a:srgbClr val="62758C"/>
                </a:solidFill>
                <a:latin typeface="Arial"/>
                <a:ea typeface="Microsoft YaHei"/>
              </a:rPr>
              <a:t>reusable</a:t>
            </a:r>
            <a:r>
              <a:rPr sz="1100" b="0">
                <a:solidFill>
                  <a:srgbClr val="62758C"/>
                </a:solidFill>
                <a:latin typeface="Microsoft YaHei"/>
                <a:ea typeface="Microsoft YaHei"/>
              </a:rPr>
              <a:t> </a:t>
            </a:r>
            <a:r>
              <a:rPr sz="1100" b="0">
                <a:solidFill>
                  <a:srgbClr val="62758C"/>
                </a:solidFill>
                <a:latin typeface="Arial"/>
                <a:ea typeface="Microsoft YaHei"/>
              </a:rPr>
              <a:t>methods,</a:t>
            </a:r>
            <a:r>
              <a:rPr sz="1100" b="0">
                <a:solidFill>
                  <a:srgbClr val="62758C"/>
                </a:solidFill>
                <a:latin typeface="Microsoft YaHei"/>
                <a:ea typeface="Microsoft YaHei"/>
              </a:rPr>
              <a:t> </a:t>
            </a:r>
            <a:r>
              <a:rPr sz="1100" b="0">
                <a:solidFill>
                  <a:srgbClr val="62758C"/>
                </a:solidFill>
                <a:latin typeface="Arial"/>
                <a:ea typeface="Microsoft YaHei"/>
              </a:rPr>
              <a:t>tool</a:t>
            </a:r>
            <a:r>
              <a:rPr sz="1100" b="0">
                <a:solidFill>
                  <a:srgbClr val="62758C"/>
                </a:solidFill>
                <a:latin typeface="Microsoft YaHei"/>
                <a:ea typeface="Microsoft YaHei"/>
              </a:rPr>
              <a:t> </a:t>
            </a:r>
            <a:r>
              <a:rPr sz="1100" b="0">
                <a:solidFill>
                  <a:srgbClr val="62758C"/>
                </a:solidFill>
                <a:latin typeface="Arial"/>
                <a:ea typeface="Microsoft YaHei"/>
              </a:rPr>
              <a:t>access,</a:t>
            </a:r>
            <a:r>
              <a:rPr sz="1100" b="0">
                <a:solidFill>
                  <a:srgbClr val="62758C"/>
                </a:solidFill>
                <a:latin typeface="Microsoft YaHei"/>
                <a:ea typeface="Microsoft YaHei"/>
              </a:rPr>
              <a:t> </a:t>
            </a:r>
            <a:r>
              <a:rPr sz="1100" b="0">
                <a:solidFill>
                  <a:srgbClr val="62758C"/>
                </a:solidFill>
                <a:latin typeface="Arial"/>
                <a:ea typeface="Microsoft YaHei"/>
              </a:rPr>
              <a:t>model</a:t>
            </a:r>
            <a:r>
              <a:rPr sz="1100" b="0">
                <a:solidFill>
                  <a:srgbClr val="62758C"/>
                </a:solidFill>
                <a:latin typeface="Microsoft YaHei"/>
                <a:ea typeface="Microsoft YaHei"/>
              </a:rPr>
              <a:t> </a:t>
            </a:r>
            <a:r>
              <a:rPr sz="1100" b="0">
                <a:solidFill>
                  <a:srgbClr val="62758C"/>
                </a:solidFill>
                <a:latin typeface="Arial"/>
                <a:ea typeface="Microsoft YaHei"/>
              </a:rPr>
              <a:t>routing</a:t>
            </a:r>
            <a:r>
              <a:rPr sz="1100" b="0">
                <a:solidFill>
                  <a:srgbClr val="62758C"/>
                </a:solidFill>
                <a:latin typeface="Microsoft YaHei"/>
                <a:ea typeface="Microsoft YaHei"/>
              </a:rPr>
              <a:t> </a:t>
            </a:r>
            <a:r>
              <a:rPr sz="1100" b="0">
                <a:solidFill>
                  <a:srgbClr val="62758C"/>
                </a:solidFill>
                <a:latin typeface="Arial"/>
                <a:ea typeface="Microsoft YaHei"/>
              </a:rPr>
              <a:t>and</a:t>
            </a:r>
            <a:r>
              <a:rPr sz="1100" b="0">
                <a:solidFill>
                  <a:srgbClr val="62758C"/>
                </a:solidFill>
                <a:latin typeface="Microsoft YaHei"/>
                <a:ea typeface="Microsoft YaHei"/>
              </a:rPr>
              <a:t> </a:t>
            </a:r>
            <a:r>
              <a:rPr sz="1100" b="0">
                <a:solidFill>
                  <a:srgbClr val="62758C"/>
                </a:solidFill>
                <a:latin typeface="Arial"/>
                <a:ea typeface="Microsoft YaHei"/>
              </a:rPr>
              <a:t>persistent</a:t>
            </a:r>
            <a:r>
              <a:rPr sz="1100" b="0">
                <a:solidFill>
                  <a:srgbClr val="62758C"/>
                </a:solidFill>
                <a:latin typeface="Microsoft YaHei"/>
                <a:ea typeface="Microsoft YaHei"/>
              </a:rPr>
              <a:t> </a:t>
            </a:r>
            <a:r>
              <a:rPr sz="1100" b="0">
                <a:solidFill>
                  <a:srgbClr val="62758C"/>
                </a:solidFill>
                <a:latin typeface="Arial"/>
                <a:ea typeface="Microsoft YaHei"/>
              </a:rPr>
              <a:t>execution</a:t>
            </a:r>
            <a:r>
              <a:rPr sz="1100" b="0">
                <a:solidFill>
                  <a:srgbClr val="62758C"/>
                </a:solidFill>
                <a:latin typeface="Microsoft YaHei"/>
                <a:ea typeface="Microsoft YaHei"/>
              </a:rPr>
              <a:t> </a:t>
            </a:r>
            <a:r>
              <a:rPr sz="1100" b="0">
                <a:solidFill>
                  <a:srgbClr val="62758C"/>
                </a:solidFill>
                <a:latin typeface="Arial"/>
                <a:ea typeface="Microsoft YaHei"/>
              </a:rPr>
              <a:t>state</a:t>
            </a:r>
          </a:p>
        </p:txBody>
      </p:sp>
      <p:sp>
        <p:nvSpPr>
          <p:cNvPr id="32" name="Rounded Rectangle 31"/>
          <p:cNvSpPr/>
          <p:nvPr/>
        </p:nvSpPr>
        <p:spPr>
          <a:xfrm>
            <a:off x="635000" y="2349500"/>
            <a:ext cx="3556000" cy="1778000"/>
          </a:xfrm>
          <a:prstGeom prst="roundRect">
            <a:avLst>
              <a:gd name="adj" fmla="val 5357"/>
            </a:avLst>
          </a:prstGeom>
          <a:solidFill>
            <a:srgbClr val="E9F6EF"/>
          </a:solidFill>
          <a:ln w="11430">
            <a:solidFill>
              <a:srgbClr val="27856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74700" y="2463800"/>
            <a:ext cx="2300792" cy="257809"/>
          </a:xfrm>
          <a:prstGeom prst="rect">
            <a:avLst/>
          </a:prstGeom>
          <a:noFill/>
        </p:spPr>
        <p:txBody>
          <a:bodyPr wrap="none" lIns="0" rIns="0" tIns="0" bIns="0">
            <a:spAutoFit/>
          </a:bodyPr>
          <a:lstStyle/>
          <a:p>
            <a:pPr>
              <a:lnSpc>
                <a:spcPts val="1812"/>
              </a:lnSpc>
              <a:spcBef>
                <a:spcPts val="0"/>
              </a:spcBef>
              <a:spcAft>
                <a:spcPts val="0"/>
              </a:spcAft>
            </a:pPr>
            <a:r>
              <a:rPr sz="1450" b="1">
                <a:solidFill>
                  <a:srgbClr val="278565"/>
                </a:solidFill>
                <a:latin typeface="Arial"/>
                <a:ea typeface="Microsoft YaHei"/>
              </a:rPr>
              <a:t>Knowledge</a:t>
            </a:r>
            <a:r>
              <a:rPr sz="1450" b="1">
                <a:solidFill>
                  <a:srgbClr val="278565"/>
                </a:solidFill>
                <a:latin typeface="Microsoft YaHei"/>
                <a:ea typeface="Microsoft YaHei"/>
              </a:rPr>
              <a:t> </a:t>
            </a:r>
            <a:r>
              <a:rPr sz="1450" b="1">
                <a:solidFill>
                  <a:srgbClr val="278565"/>
                </a:solidFill>
                <a:latin typeface="Arial"/>
                <a:ea typeface="Microsoft YaHei"/>
              </a:rPr>
              <a:t>&amp;</a:t>
            </a:r>
            <a:r>
              <a:rPr sz="1450" b="1">
                <a:solidFill>
                  <a:srgbClr val="278565"/>
                </a:solidFill>
                <a:latin typeface="Microsoft YaHei"/>
                <a:ea typeface="Microsoft YaHei"/>
              </a:rPr>
              <a:t> </a:t>
            </a:r>
            <a:r>
              <a:rPr sz="1450" b="1">
                <a:solidFill>
                  <a:srgbClr val="278565"/>
                </a:solidFill>
                <a:latin typeface="Arial"/>
                <a:ea typeface="Microsoft YaHei"/>
              </a:rPr>
              <a:t>memory</a:t>
            </a:r>
          </a:p>
        </p:txBody>
      </p:sp>
      <p:sp>
        <p:nvSpPr>
          <p:cNvPr id="34" name="Rounded Rectangle 33"/>
          <p:cNvSpPr/>
          <p:nvPr/>
        </p:nvSpPr>
        <p:spPr>
          <a:xfrm>
            <a:off x="3543300" y="2692400"/>
            <a:ext cx="457200" cy="184150"/>
          </a:xfrm>
          <a:prstGeom prst="roundRect">
            <a:avLst>
              <a:gd name="adj" fmla="val 34482"/>
            </a:avLst>
          </a:prstGeom>
          <a:solidFill>
            <a:srgbClr val="FFFFFF"/>
          </a:solidFill>
          <a:ln w="10795">
            <a:solidFill>
              <a:srgbClr val="27856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3543300" y="2578100"/>
            <a:ext cx="457200" cy="184150"/>
          </a:xfrm>
          <a:prstGeom prst="roundRect">
            <a:avLst>
              <a:gd name="adj" fmla="val 34482"/>
            </a:avLst>
          </a:prstGeom>
          <a:solidFill>
            <a:srgbClr val="FFFFFF"/>
          </a:solidFill>
          <a:ln w="10795">
            <a:solidFill>
              <a:srgbClr val="27856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3543300" y="2470150"/>
            <a:ext cx="457200" cy="184150"/>
          </a:xfrm>
          <a:prstGeom prst="roundRect">
            <a:avLst>
              <a:gd name="adj" fmla="val 34482"/>
            </a:avLst>
          </a:prstGeom>
          <a:solidFill>
            <a:srgbClr val="FFFFFF"/>
          </a:solidFill>
          <a:ln w="10795">
            <a:solidFill>
              <a:srgbClr val="27856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Freeform 36"/>
          <p:cNvSpPr/>
          <p:nvPr/>
        </p:nvSpPr>
        <p:spPr>
          <a:xfrm>
            <a:off x="3543300" y="2463800"/>
            <a:ext cx="457200" cy="101600"/>
          </a:xfrm>
          <a:custGeom>
            <a:avLst/>
            <a:gdLst/>
            <a:ahLst/>
            <a:cxnLst/>
            <a:rect l="l" t="t" r="r" b="b"/>
            <a:pathLst>
              <a:path w="36" h="8">
                <a:moveTo>
                  <a:pt x="36" y="4"/>
                </a:moveTo>
                <a:lnTo>
                  <a:pt x="35" y="6"/>
                </a:lnTo>
                <a:lnTo>
                  <a:pt x="34" y="6"/>
                </a:lnTo>
                <a:lnTo>
                  <a:pt x="31" y="7"/>
                </a:lnTo>
                <a:lnTo>
                  <a:pt x="27" y="8"/>
                </a:lnTo>
                <a:lnTo>
                  <a:pt x="23" y="8"/>
                </a:lnTo>
                <a:lnTo>
                  <a:pt x="18" y="8"/>
                </a:lnTo>
                <a:lnTo>
                  <a:pt x="13" y="8"/>
                </a:lnTo>
                <a:lnTo>
                  <a:pt x="9" y="8"/>
                </a:lnTo>
                <a:lnTo>
                  <a:pt x="5" y="7"/>
                </a:lnTo>
                <a:lnTo>
                  <a:pt x="2" y="6"/>
                </a:lnTo>
                <a:lnTo>
                  <a:pt x="1" y="6"/>
                </a:lnTo>
                <a:lnTo>
                  <a:pt x="0" y="4"/>
                </a:lnTo>
                <a:lnTo>
                  <a:pt x="1" y="3"/>
                </a:lnTo>
                <a:lnTo>
                  <a:pt x="2" y="2"/>
                </a:lnTo>
                <a:lnTo>
                  <a:pt x="5" y="2"/>
                </a:lnTo>
                <a:lnTo>
                  <a:pt x="9" y="1"/>
                </a:lnTo>
                <a:lnTo>
                  <a:pt x="13" y="1"/>
                </a:lnTo>
                <a:lnTo>
                  <a:pt x="18" y="0"/>
                </a:lnTo>
                <a:lnTo>
                  <a:pt x="23" y="1"/>
                </a:lnTo>
                <a:lnTo>
                  <a:pt x="27" y="1"/>
                </a:lnTo>
                <a:lnTo>
                  <a:pt x="31" y="2"/>
                </a:lnTo>
                <a:lnTo>
                  <a:pt x="34" y="2"/>
                </a:lnTo>
                <a:lnTo>
                  <a:pt x="35" y="3"/>
                </a:lnTo>
                <a:close/>
              </a:path>
            </a:pathLst>
          </a:custGeom>
          <a:solidFill>
            <a:srgbClr val="E9F6EF"/>
          </a:solidFill>
          <a:ln w="9525">
            <a:solidFill>
              <a:srgbClr val="27856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74700" y="2768600"/>
            <a:ext cx="1568512" cy="160020"/>
          </a:xfrm>
          <a:prstGeom prst="rect">
            <a:avLst/>
          </a:prstGeom>
          <a:noFill/>
        </p:spPr>
        <p:txBody>
          <a:bodyPr wrap="none" lIns="0" rIns="0" tIns="0" bIns="0">
            <a:spAutoFit/>
          </a:bodyPr>
          <a:lstStyle/>
          <a:p>
            <a:pPr>
              <a:lnSpc>
                <a:spcPts val="1125"/>
              </a:lnSpc>
              <a:spcBef>
                <a:spcPts val="0"/>
              </a:spcBef>
              <a:spcAft>
                <a:spcPts val="0"/>
              </a:spcAft>
            </a:pPr>
            <a:r>
              <a:rPr sz="900" b="1">
                <a:solidFill>
                  <a:srgbClr val="278565"/>
                </a:solidFill>
                <a:latin typeface="Arial"/>
                <a:ea typeface="Microsoft YaHei"/>
              </a:rPr>
              <a:t>SEMANTIC</a:t>
            </a:r>
            <a:r>
              <a:rPr sz="900" b="1">
                <a:solidFill>
                  <a:srgbClr val="278565"/>
                </a:solidFill>
                <a:latin typeface="Microsoft YaHei"/>
                <a:ea typeface="Microsoft YaHei"/>
              </a:rPr>
              <a:t> </a:t>
            </a:r>
            <a:r>
              <a:rPr sz="900" b="1">
                <a:solidFill>
                  <a:srgbClr val="278565"/>
                </a:solidFill>
                <a:latin typeface="Arial"/>
                <a:ea typeface="Microsoft YaHei"/>
              </a:rPr>
              <a:t>KNOWLEDGE</a:t>
            </a:r>
          </a:p>
        </p:txBody>
      </p:sp>
      <p:sp>
        <p:nvSpPr>
          <p:cNvPr id="39" name="TextBox 38"/>
          <p:cNvSpPr txBox="1"/>
          <p:nvPr/>
        </p:nvSpPr>
        <p:spPr>
          <a:xfrm>
            <a:off x="774700" y="2990850"/>
            <a:ext cx="2273244" cy="195579"/>
          </a:xfrm>
          <a:prstGeom prst="rect">
            <a:avLst/>
          </a:prstGeom>
          <a:noFill/>
        </p:spPr>
        <p:txBody>
          <a:bodyPr wrap="none" lIns="0" rIns="0" tIns="0" bIns="0">
            <a:spAutoFit/>
          </a:bodyPr>
          <a:lstStyle/>
          <a:p>
            <a:pPr>
              <a:lnSpc>
                <a:spcPts val="1375"/>
              </a:lnSpc>
              <a:spcBef>
                <a:spcPts val="0"/>
              </a:spcBef>
              <a:spcAft>
                <a:spcPts val="0"/>
              </a:spcAft>
            </a:pPr>
            <a:r>
              <a:rPr sz="1100" b="0">
                <a:solidFill>
                  <a:srgbClr val="23364D"/>
                </a:solidFill>
                <a:latin typeface="Arial"/>
                <a:ea typeface="Microsoft YaHei"/>
              </a:rPr>
              <a:t>Literature</a:t>
            </a:r>
            <a:r>
              <a:rPr sz="1100" b="0">
                <a:solidFill>
                  <a:srgbClr val="23364D"/>
                </a:solidFill>
                <a:latin typeface="Microsoft YaHei"/>
                <a:ea typeface="Microsoft YaHei"/>
              </a:rPr>
              <a:t> </a:t>
            </a:r>
            <a:r>
              <a:rPr sz="1100" b="0">
                <a:solidFill>
                  <a:srgbClr val="23364D"/>
                </a:solidFill>
                <a:latin typeface="Arial"/>
                <a:ea typeface="Microsoft YaHei"/>
              </a:rPr>
              <a:t>/</a:t>
            </a:r>
            <a:r>
              <a:rPr sz="1100" b="0">
                <a:solidFill>
                  <a:srgbClr val="23364D"/>
                </a:solidFill>
                <a:latin typeface="Microsoft YaHei"/>
                <a:ea typeface="Microsoft YaHei"/>
              </a:rPr>
              <a:t> </a:t>
            </a:r>
            <a:r>
              <a:rPr sz="1100" b="0">
                <a:solidFill>
                  <a:srgbClr val="23364D"/>
                </a:solidFill>
                <a:latin typeface="Arial"/>
                <a:ea typeface="Microsoft YaHei"/>
              </a:rPr>
              <a:t>manuals</a:t>
            </a:r>
            <a:r>
              <a:rPr sz="1100" b="0">
                <a:solidFill>
                  <a:srgbClr val="23364D"/>
                </a:solidFill>
                <a:latin typeface="Microsoft YaHei"/>
                <a:ea typeface="Microsoft YaHei"/>
              </a:rPr>
              <a:t> </a:t>
            </a:r>
            <a:r>
              <a:rPr sz="1100" b="0">
                <a:solidFill>
                  <a:srgbClr val="23364D"/>
                </a:solidFill>
                <a:latin typeface="Arial"/>
                <a:ea typeface="Microsoft YaHei"/>
              </a:rPr>
              <a:t>/</a:t>
            </a:r>
            <a:r>
              <a:rPr sz="1100" b="0">
                <a:solidFill>
                  <a:srgbClr val="23364D"/>
                </a:solidFill>
                <a:latin typeface="Microsoft YaHei"/>
                <a:ea typeface="Microsoft YaHei"/>
              </a:rPr>
              <a:t> </a:t>
            </a:r>
            <a:r>
              <a:rPr sz="1100" b="0">
                <a:solidFill>
                  <a:srgbClr val="23364D"/>
                </a:solidFill>
                <a:latin typeface="Arial"/>
                <a:ea typeface="Microsoft YaHei"/>
              </a:rPr>
              <a:t>local</a:t>
            </a:r>
            <a:r>
              <a:rPr sz="1100" b="0">
                <a:solidFill>
                  <a:srgbClr val="23364D"/>
                </a:solidFill>
                <a:latin typeface="Microsoft YaHei"/>
                <a:ea typeface="Microsoft YaHei"/>
              </a:rPr>
              <a:t> </a:t>
            </a:r>
            <a:r>
              <a:rPr sz="1100" b="0">
                <a:solidFill>
                  <a:srgbClr val="23364D"/>
                </a:solidFill>
                <a:latin typeface="Arial"/>
                <a:ea typeface="Microsoft YaHei"/>
              </a:rPr>
              <a:t>code</a:t>
            </a:r>
          </a:p>
        </p:txBody>
      </p:sp>
      <p:sp>
        <p:nvSpPr>
          <p:cNvPr id="40" name="TextBox 39"/>
          <p:cNvSpPr txBox="1"/>
          <p:nvPr/>
        </p:nvSpPr>
        <p:spPr>
          <a:xfrm>
            <a:off x="774700" y="3165475"/>
            <a:ext cx="2226654" cy="195579"/>
          </a:xfrm>
          <a:prstGeom prst="rect">
            <a:avLst/>
          </a:prstGeom>
          <a:noFill/>
        </p:spPr>
        <p:txBody>
          <a:bodyPr wrap="none" lIns="0" rIns="0" tIns="0" bIns="0">
            <a:spAutoFit/>
          </a:bodyPr>
          <a:lstStyle/>
          <a:p>
            <a:pPr>
              <a:lnSpc>
                <a:spcPts val="1375"/>
              </a:lnSpc>
              <a:spcBef>
                <a:spcPts val="0"/>
              </a:spcBef>
              <a:spcAft>
                <a:spcPts val="0"/>
              </a:spcAft>
            </a:pPr>
            <a:r>
              <a:rPr sz="1100" b="0">
                <a:solidFill>
                  <a:srgbClr val="23364D"/>
                </a:solidFill>
                <a:latin typeface="Arial"/>
                <a:ea typeface="Microsoft YaHei"/>
              </a:rPr>
              <a:t>Setup</a:t>
            </a:r>
            <a:r>
              <a:rPr sz="1100" b="0">
                <a:solidFill>
                  <a:srgbClr val="23364D"/>
                </a:solidFill>
                <a:latin typeface="Microsoft YaHei"/>
                <a:ea typeface="Microsoft YaHei"/>
              </a:rPr>
              <a:t> </a:t>
            </a:r>
            <a:r>
              <a:rPr sz="1100" b="0">
                <a:solidFill>
                  <a:srgbClr val="23364D"/>
                </a:solidFill>
                <a:latin typeface="Arial"/>
                <a:ea typeface="Microsoft YaHei"/>
              </a:rPr>
              <a:t>definitions</a:t>
            </a:r>
            <a:r>
              <a:rPr sz="1100" b="0">
                <a:solidFill>
                  <a:srgbClr val="23364D"/>
                </a:solidFill>
                <a:latin typeface="Microsoft YaHei"/>
                <a:ea typeface="Microsoft YaHei"/>
              </a:rPr>
              <a:t> </a:t>
            </a:r>
            <a:r>
              <a:rPr sz="1100" b="0">
                <a:solidFill>
                  <a:srgbClr val="23364D"/>
                </a:solidFill>
                <a:latin typeface="Arial"/>
                <a:ea typeface="Microsoft YaHei"/>
              </a:rPr>
              <a:t>+</a:t>
            </a:r>
            <a:r>
              <a:rPr sz="1100" b="0">
                <a:solidFill>
                  <a:srgbClr val="23364D"/>
                </a:solidFill>
                <a:latin typeface="Microsoft YaHei"/>
                <a:ea typeface="Microsoft YaHei"/>
              </a:rPr>
              <a:t> </a:t>
            </a:r>
            <a:r>
              <a:rPr sz="1100" b="0">
                <a:solidFill>
                  <a:srgbClr val="23364D"/>
                </a:solidFill>
                <a:latin typeface="Arial"/>
                <a:ea typeface="Microsoft YaHei"/>
              </a:rPr>
              <a:t>calibrations</a:t>
            </a:r>
          </a:p>
        </p:txBody>
      </p:sp>
      <p:sp>
        <p:nvSpPr>
          <p:cNvPr id="41" name="TextBox 40"/>
          <p:cNvSpPr txBox="1"/>
          <p:nvPr/>
        </p:nvSpPr>
        <p:spPr>
          <a:xfrm>
            <a:off x="774700" y="3467100"/>
            <a:ext cx="2113334" cy="160020"/>
          </a:xfrm>
          <a:prstGeom prst="rect">
            <a:avLst/>
          </a:prstGeom>
          <a:noFill/>
        </p:spPr>
        <p:txBody>
          <a:bodyPr wrap="none" lIns="0" rIns="0" tIns="0" bIns="0">
            <a:spAutoFit/>
          </a:bodyPr>
          <a:lstStyle/>
          <a:p>
            <a:pPr>
              <a:lnSpc>
                <a:spcPts val="1125"/>
              </a:lnSpc>
              <a:spcBef>
                <a:spcPts val="0"/>
              </a:spcBef>
              <a:spcAft>
                <a:spcPts val="0"/>
              </a:spcAft>
            </a:pPr>
            <a:r>
              <a:rPr sz="900" b="1">
                <a:solidFill>
                  <a:srgbClr val="278565"/>
                </a:solidFill>
                <a:latin typeface="Arial"/>
                <a:ea typeface="Microsoft YaHei"/>
              </a:rPr>
              <a:t>EPISODIC</a:t>
            </a:r>
            <a:r>
              <a:rPr sz="900" b="1">
                <a:solidFill>
                  <a:srgbClr val="278565"/>
                </a:solidFill>
                <a:latin typeface="Microsoft YaHei"/>
                <a:ea typeface="Microsoft YaHei"/>
              </a:rPr>
              <a:t> </a:t>
            </a:r>
            <a:r>
              <a:rPr sz="900" b="1">
                <a:solidFill>
                  <a:srgbClr val="278565"/>
                </a:solidFill>
                <a:latin typeface="Arial"/>
                <a:ea typeface="Microsoft YaHei"/>
              </a:rPr>
              <a:t>EXPERIMENT</a:t>
            </a:r>
            <a:r>
              <a:rPr sz="900" b="1">
                <a:solidFill>
                  <a:srgbClr val="278565"/>
                </a:solidFill>
                <a:latin typeface="Microsoft YaHei"/>
                <a:ea typeface="Microsoft YaHei"/>
              </a:rPr>
              <a:t> </a:t>
            </a:r>
            <a:r>
              <a:rPr sz="900" b="1">
                <a:solidFill>
                  <a:srgbClr val="278565"/>
                </a:solidFill>
                <a:latin typeface="Arial"/>
                <a:ea typeface="Microsoft YaHei"/>
              </a:rPr>
              <a:t>MEMORY</a:t>
            </a:r>
          </a:p>
        </p:txBody>
      </p:sp>
      <p:sp>
        <p:nvSpPr>
          <p:cNvPr id="42" name="TextBox 41"/>
          <p:cNvSpPr txBox="1"/>
          <p:nvPr/>
        </p:nvSpPr>
        <p:spPr>
          <a:xfrm>
            <a:off x="774700" y="3689350"/>
            <a:ext cx="2266897" cy="186690"/>
          </a:xfrm>
          <a:prstGeom prst="rect">
            <a:avLst/>
          </a:prstGeom>
          <a:noFill/>
        </p:spPr>
        <p:txBody>
          <a:bodyPr wrap="none" lIns="0" rIns="0" tIns="0" bIns="0">
            <a:spAutoFit/>
          </a:bodyPr>
          <a:lstStyle/>
          <a:p>
            <a:pPr>
              <a:lnSpc>
                <a:spcPts val="1312"/>
              </a:lnSpc>
              <a:spcBef>
                <a:spcPts val="0"/>
              </a:spcBef>
              <a:spcAft>
                <a:spcPts val="0"/>
              </a:spcAft>
            </a:pPr>
            <a:r>
              <a:rPr sz="1050" b="0">
                <a:solidFill>
                  <a:srgbClr val="23364D"/>
                </a:solidFill>
                <a:latin typeface="Arial"/>
                <a:ea typeface="Microsoft YaHei"/>
              </a:rPr>
              <a:t>Runs</a:t>
            </a:r>
            <a:r>
              <a:rPr sz="1050" b="0">
                <a:solidFill>
                  <a:srgbClr val="23364D"/>
                </a:solidFill>
                <a:latin typeface="Microsoft YaHei"/>
                <a:ea typeface="Microsoft YaHei"/>
              </a:rPr>
              <a:t> </a:t>
            </a:r>
            <a:r>
              <a:rPr sz="1050" b="0">
                <a:solidFill>
                  <a:srgbClr val="23364D"/>
                </a:solidFill>
                <a:latin typeface="Arial"/>
                <a:ea typeface="Microsoft YaHei"/>
              </a:rPr>
              <a:t>/</a:t>
            </a:r>
            <a:r>
              <a:rPr sz="1050" b="0">
                <a:solidFill>
                  <a:srgbClr val="23364D"/>
                </a:solidFill>
                <a:latin typeface="Microsoft YaHei"/>
                <a:ea typeface="Microsoft YaHei"/>
              </a:rPr>
              <a:t> </a:t>
            </a:r>
            <a:r>
              <a:rPr sz="1050" b="0">
                <a:solidFill>
                  <a:srgbClr val="23364D"/>
                </a:solidFill>
                <a:latin typeface="Arial"/>
                <a:ea typeface="Microsoft YaHei"/>
              </a:rPr>
              <a:t>artifacts</a:t>
            </a:r>
            <a:r>
              <a:rPr sz="1050" b="0">
                <a:solidFill>
                  <a:srgbClr val="23364D"/>
                </a:solidFill>
                <a:latin typeface="Microsoft YaHei"/>
                <a:ea typeface="Microsoft YaHei"/>
              </a:rPr>
              <a:t> </a:t>
            </a:r>
            <a:r>
              <a:rPr sz="1050" b="0">
                <a:solidFill>
                  <a:srgbClr val="23364D"/>
                </a:solidFill>
                <a:latin typeface="Arial"/>
                <a:ea typeface="Microsoft YaHei"/>
              </a:rPr>
              <a:t>/</a:t>
            </a:r>
            <a:r>
              <a:rPr sz="1050" b="0">
                <a:solidFill>
                  <a:srgbClr val="23364D"/>
                </a:solidFill>
                <a:latin typeface="Microsoft YaHei"/>
                <a:ea typeface="Microsoft YaHei"/>
              </a:rPr>
              <a:t> </a:t>
            </a:r>
            <a:r>
              <a:rPr sz="1050" b="0">
                <a:solidFill>
                  <a:srgbClr val="23364D"/>
                </a:solidFill>
                <a:latin typeface="Arial"/>
                <a:ea typeface="Microsoft YaHei"/>
              </a:rPr>
              <a:t>faults</a:t>
            </a:r>
            <a:r>
              <a:rPr sz="1050" b="0">
                <a:solidFill>
                  <a:srgbClr val="23364D"/>
                </a:solidFill>
                <a:latin typeface="Microsoft YaHei"/>
                <a:ea typeface="Microsoft YaHei"/>
              </a:rPr>
              <a:t> </a:t>
            </a:r>
            <a:r>
              <a:rPr sz="1050" b="0">
                <a:solidFill>
                  <a:srgbClr val="23364D"/>
                </a:solidFill>
                <a:latin typeface="Arial"/>
                <a:ea typeface="Microsoft YaHei"/>
              </a:rPr>
              <a:t>/</a:t>
            </a:r>
            <a:r>
              <a:rPr sz="1050" b="0">
                <a:solidFill>
                  <a:srgbClr val="23364D"/>
                </a:solidFill>
                <a:latin typeface="Microsoft YaHei"/>
                <a:ea typeface="Microsoft YaHei"/>
              </a:rPr>
              <a:t> </a:t>
            </a:r>
            <a:r>
              <a:rPr sz="1050" b="0">
                <a:solidFill>
                  <a:srgbClr val="23364D"/>
                </a:solidFill>
                <a:latin typeface="Arial"/>
                <a:ea typeface="Microsoft YaHei"/>
              </a:rPr>
              <a:t>decisions</a:t>
            </a:r>
          </a:p>
        </p:txBody>
      </p:sp>
      <p:sp>
        <p:nvSpPr>
          <p:cNvPr id="43" name="TextBox 42"/>
          <p:cNvSpPr txBox="1"/>
          <p:nvPr/>
        </p:nvSpPr>
        <p:spPr>
          <a:xfrm>
            <a:off x="774700" y="3856037"/>
            <a:ext cx="2327321" cy="186690"/>
          </a:xfrm>
          <a:prstGeom prst="rect">
            <a:avLst/>
          </a:prstGeom>
          <a:noFill/>
        </p:spPr>
        <p:txBody>
          <a:bodyPr wrap="none" lIns="0" rIns="0" tIns="0" bIns="0">
            <a:spAutoFit/>
          </a:bodyPr>
          <a:lstStyle/>
          <a:p>
            <a:pPr>
              <a:lnSpc>
                <a:spcPts val="1312"/>
              </a:lnSpc>
              <a:spcBef>
                <a:spcPts val="0"/>
              </a:spcBef>
              <a:spcAft>
                <a:spcPts val="0"/>
              </a:spcAft>
            </a:pPr>
            <a:r>
              <a:rPr sz="1050" b="0">
                <a:solidFill>
                  <a:srgbClr val="23364D"/>
                </a:solidFill>
                <a:latin typeface="Arial"/>
                <a:ea typeface="Microsoft YaHei"/>
              </a:rPr>
              <a:t>Versioned</a:t>
            </a:r>
            <a:r>
              <a:rPr sz="1050" b="0">
                <a:solidFill>
                  <a:srgbClr val="23364D"/>
                </a:solidFill>
                <a:latin typeface="Microsoft YaHei"/>
                <a:ea typeface="Microsoft YaHei"/>
              </a:rPr>
              <a:t> </a:t>
            </a:r>
            <a:r>
              <a:rPr sz="1050" b="0">
                <a:solidFill>
                  <a:srgbClr val="23364D"/>
                </a:solidFill>
                <a:latin typeface="Arial"/>
                <a:ea typeface="Microsoft YaHei"/>
              </a:rPr>
              <a:t>evidence</a:t>
            </a:r>
            <a:r>
              <a:rPr sz="1050" b="0">
                <a:solidFill>
                  <a:srgbClr val="23364D"/>
                </a:solidFill>
                <a:latin typeface="Microsoft YaHei"/>
                <a:ea typeface="Microsoft YaHei"/>
              </a:rPr>
              <a:t> </a:t>
            </a:r>
            <a:r>
              <a:rPr sz="1050" b="0">
                <a:solidFill>
                  <a:srgbClr val="23364D"/>
                </a:solidFill>
                <a:latin typeface="Arial"/>
                <a:ea typeface="Microsoft YaHei"/>
              </a:rPr>
              <a:t>+</a:t>
            </a:r>
            <a:r>
              <a:rPr sz="1050" b="0">
                <a:solidFill>
                  <a:srgbClr val="23364D"/>
                </a:solidFill>
                <a:latin typeface="Microsoft YaHei"/>
                <a:ea typeface="Microsoft YaHei"/>
              </a:rPr>
              <a:t> </a:t>
            </a:r>
            <a:r>
              <a:rPr sz="1050" b="0">
                <a:solidFill>
                  <a:srgbClr val="23364D"/>
                </a:solidFill>
                <a:latin typeface="Arial"/>
                <a:ea typeface="Microsoft YaHei"/>
              </a:rPr>
              <a:t>provenance</a:t>
            </a:r>
          </a:p>
        </p:txBody>
      </p:sp>
      <p:sp>
        <p:nvSpPr>
          <p:cNvPr id="44" name="Rounded Rectangle 43"/>
          <p:cNvSpPr/>
          <p:nvPr/>
        </p:nvSpPr>
        <p:spPr>
          <a:xfrm>
            <a:off x="5080000" y="2349500"/>
            <a:ext cx="6604000" cy="1778000"/>
          </a:xfrm>
          <a:prstGeom prst="roundRect">
            <a:avLst>
              <a:gd name="adj" fmla="val 5357"/>
            </a:avLst>
          </a:prstGeom>
          <a:solidFill>
            <a:srgbClr val="F1ECFC"/>
          </a:solidFill>
          <a:ln w="11430">
            <a:solidFill>
              <a:srgbClr val="7653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219700" y="2463800"/>
            <a:ext cx="2789435" cy="284480"/>
          </a:xfrm>
          <a:prstGeom prst="rect">
            <a:avLst/>
          </a:prstGeom>
          <a:noFill/>
        </p:spPr>
        <p:txBody>
          <a:bodyPr wrap="none" lIns="0" rIns="0" tIns="0" bIns="0">
            <a:spAutoFit/>
          </a:bodyPr>
          <a:lstStyle/>
          <a:p>
            <a:pPr>
              <a:lnSpc>
                <a:spcPts val="2000"/>
              </a:lnSpc>
              <a:spcBef>
                <a:spcPts val="0"/>
              </a:spcBef>
              <a:spcAft>
                <a:spcPts val="0"/>
              </a:spcAft>
            </a:pPr>
            <a:r>
              <a:rPr sz="1600" b="1">
                <a:solidFill>
                  <a:srgbClr val="7653CF"/>
                </a:solidFill>
                <a:latin typeface="Arial"/>
                <a:ea typeface="Microsoft YaHei"/>
              </a:rPr>
              <a:t>Scientific</a:t>
            </a:r>
            <a:r>
              <a:rPr sz="1600" b="1">
                <a:solidFill>
                  <a:srgbClr val="7653CF"/>
                </a:solidFill>
                <a:latin typeface="Microsoft YaHei"/>
                <a:ea typeface="Microsoft YaHei"/>
              </a:rPr>
              <a:t> </a:t>
            </a:r>
            <a:r>
              <a:rPr sz="1600" b="1">
                <a:solidFill>
                  <a:srgbClr val="7653CF"/>
                </a:solidFill>
                <a:latin typeface="Arial"/>
                <a:ea typeface="Microsoft YaHei"/>
              </a:rPr>
              <a:t>agent</a:t>
            </a:r>
            <a:r>
              <a:rPr sz="1600" b="1">
                <a:solidFill>
                  <a:srgbClr val="7653CF"/>
                </a:solidFill>
                <a:latin typeface="Microsoft YaHei"/>
                <a:ea typeface="Microsoft YaHei"/>
              </a:rPr>
              <a:t> </a:t>
            </a:r>
            <a:r>
              <a:rPr sz="1600" b="1">
                <a:solidFill>
                  <a:srgbClr val="7653CF"/>
                </a:solidFill>
                <a:latin typeface="Arial"/>
                <a:ea typeface="Microsoft YaHei"/>
              </a:rPr>
              <a:t>runtime</a:t>
            </a:r>
          </a:p>
        </p:txBody>
      </p:sp>
      <p:sp>
        <p:nvSpPr>
          <p:cNvPr id="46" name="Rounded Rectangle 45"/>
          <p:cNvSpPr/>
          <p:nvPr/>
        </p:nvSpPr>
        <p:spPr>
          <a:xfrm>
            <a:off x="5245100" y="2743200"/>
            <a:ext cx="6273800" cy="336550"/>
          </a:xfrm>
          <a:prstGeom prst="roundRect">
            <a:avLst>
              <a:gd name="adj" fmla="val 16981"/>
            </a:avLst>
          </a:prstGeom>
          <a:solidFill>
            <a:srgbClr val="FFFFFF"/>
          </a:solidFill>
          <a:ln w="10160">
            <a:solidFill>
              <a:srgbClr val="7653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656632" y="2832100"/>
            <a:ext cx="3501535" cy="231140"/>
          </a:xfrm>
          <a:prstGeom prst="rect">
            <a:avLst/>
          </a:prstGeom>
          <a:noFill/>
        </p:spPr>
        <p:txBody>
          <a:bodyPr wrap="none" lIns="0" rIns="0" tIns="0" bIns="0">
            <a:spAutoFit/>
          </a:bodyPr>
          <a:lstStyle/>
          <a:p>
            <a:pPr>
              <a:lnSpc>
                <a:spcPts val="1625"/>
              </a:lnSpc>
              <a:spcBef>
                <a:spcPts val="0"/>
              </a:spcBef>
              <a:spcAft>
                <a:spcPts val="0"/>
              </a:spcAft>
            </a:pPr>
            <a:r>
              <a:rPr sz="1300" b="1">
                <a:solidFill>
                  <a:srgbClr val="7653CF"/>
                </a:solidFill>
                <a:latin typeface="Arial"/>
                <a:ea typeface="Microsoft YaHei"/>
              </a:rPr>
              <a:t>LabOS</a:t>
            </a:r>
            <a:r>
              <a:rPr sz="1300" b="1">
                <a:solidFill>
                  <a:srgbClr val="7653CF"/>
                </a:solidFill>
                <a:latin typeface="Microsoft YaHei"/>
                <a:ea typeface="Microsoft YaHei"/>
              </a:rPr>
              <a:t> </a:t>
            </a:r>
            <a:r>
              <a:rPr sz="1300" b="1">
                <a:solidFill>
                  <a:srgbClr val="7653CF"/>
                </a:solidFill>
                <a:latin typeface="Arial"/>
                <a:ea typeface="Microsoft YaHei"/>
              </a:rPr>
              <a:t>control</a:t>
            </a:r>
            <a:r>
              <a:rPr sz="1300" b="1">
                <a:solidFill>
                  <a:srgbClr val="7653CF"/>
                </a:solidFill>
                <a:latin typeface="Microsoft YaHei"/>
                <a:ea typeface="Microsoft YaHei"/>
              </a:rPr>
              <a:t> </a:t>
            </a:r>
            <a:r>
              <a:rPr sz="1300" b="1">
                <a:solidFill>
                  <a:srgbClr val="7653CF"/>
                </a:solidFill>
                <a:latin typeface="Arial"/>
                <a:ea typeface="Microsoft YaHei"/>
              </a:rPr>
              <a:t>agent</a:t>
            </a:r>
            <a:r>
              <a:rPr sz="1300" b="1">
                <a:solidFill>
                  <a:srgbClr val="7653CF"/>
                </a:solidFill>
                <a:latin typeface="Microsoft YaHei"/>
                <a:ea typeface="Microsoft YaHei"/>
              </a:rPr>
              <a:t> </a:t>
            </a:r>
            <a:r>
              <a:rPr sz="1300" b="1">
                <a:solidFill>
                  <a:srgbClr val="7653CF"/>
                </a:solidFill>
                <a:latin typeface="Arial"/>
                <a:ea typeface="Microsoft YaHei"/>
              </a:rPr>
              <a:t>/</a:t>
            </a:r>
            <a:r>
              <a:rPr sz="1300" b="1">
                <a:solidFill>
                  <a:srgbClr val="7653CF"/>
                </a:solidFill>
                <a:latin typeface="Microsoft YaHei"/>
                <a:ea typeface="Microsoft YaHei"/>
              </a:rPr>
              <a:t> </a:t>
            </a:r>
            <a:r>
              <a:rPr sz="1300" b="1">
                <a:solidFill>
                  <a:srgbClr val="7653CF"/>
                </a:solidFill>
                <a:latin typeface="Arial"/>
                <a:ea typeface="Microsoft YaHei"/>
              </a:rPr>
              <a:t>task</a:t>
            </a:r>
            <a:r>
              <a:rPr sz="1300" b="1">
                <a:solidFill>
                  <a:srgbClr val="7653CF"/>
                </a:solidFill>
                <a:latin typeface="Microsoft YaHei"/>
                <a:ea typeface="Microsoft YaHei"/>
              </a:rPr>
              <a:t> </a:t>
            </a:r>
            <a:r>
              <a:rPr sz="1300" b="1">
                <a:solidFill>
                  <a:srgbClr val="7653CF"/>
                </a:solidFill>
                <a:latin typeface="Arial"/>
                <a:ea typeface="Microsoft YaHei"/>
              </a:rPr>
              <a:t>supervisor</a:t>
            </a:r>
          </a:p>
        </p:txBody>
      </p:sp>
      <p:sp>
        <p:nvSpPr>
          <p:cNvPr id="48" name="Rounded Rectangle 47"/>
          <p:cNvSpPr/>
          <p:nvPr/>
        </p:nvSpPr>
        <p:spPr>
          <a:xfrm>
            <a:off x="5245100" y="3257550"/>
            <a:ext cx="1993900" cy="285750"/>
          </a:xfrm>
          <a:prstGeom prst="roundRect">
            <a:avLst>
              <a:gd name="adj" fmla="val 15555"/>
            </a:avLst>
          </a:prstGeom>
          <a:solidFill>
            <a:srgbClr val="FFFFFF"/>
          </a:solidFill>
          <a:ln w="7620">
            <a:solidFill>
              <a:srgbClr val="C9B9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677623" y="3340100"/>
            <a:ext cx="1179652" cy="186690"/>
          </a:xfrm>
          <a:prstGeom prst="rect">
            <a:avLst/>
          </a:prstGeom>
          <a:noFill/>
        </p:spPr>
        <p:txBody>
          <a:bodyPr wrap="none" lIns="0" rIns="0" tIns="0" bIns="0">
            <a:spAutoFit/>
          </a:bodyPr>
          <a:lstStyle/>
          <a:p>
            <a:pPr>
              <a:lnSpc>
                <a:spcPts val="1312"/>
              </a:lnSpc>
              <a:spcBef>
                <a:spcPts val="0"/>
              </a:spcBef>
              <a:spcAft>
                <a:spcPts val="0"/>
              </a:spcAft>
            </a:pPr>
            <a:r>
              <a:rPr sz="1050" b="1">
                <a:solidFill>
                  <a:srgbClr val="7653CF"/>
                </a:solidFill>
                <a:latin typeface="Arial"/>
                <a:ea typeface="Microsoft YaHei"/>
              </a:rPr>
              <a:t>Planning</a:t>
            </a:r>
            <a:r>
              <a:rPr sz="1050" b="1">
                <a:solidFill>
                  <a:srgbClr val="7653CF"/>
                </a:solidFill>
                <a:latin typeface="Microsoft YaHei"/>
                <a:ea typeface="Microsoft YaHei"/>
              </a:rPr>
              <a:t> </a:t>
            </a:r>
            <a:r>
              <a:rPr sz="1050" b="1">
                <a:solidFill>
                  <a:srgbClr val="7653CF"/>
                </a:solidFill>
                <a:latin typeface="Arial"/>
                <a:ea typeface="Microsoft YaHei"/>
              </a:rPr>
              <a:t>agent</a:t>
            </a:r>
          </a:p>
        </p:txBody>
      </p:sp>
      <p:cxnSp>
        <p:nvCxnSpPr>
          <p:cNvPr id="50" name="Connector 49"/>
          <p:cNvCxnSpPr/>
          <p:nvPr/>
        </p:nvCxnSpPr>
        <p:spPr>
          <a:xfrm>
            <a:off x="6242050" y="3079750"/>
            <a:ext cx="0" cy="177800"/>
          </a:xfrm>
          <a:prstGeom prst="line">
            <a:avLst/>
          </a:prstGeom>
          <a:ln w="10795">
            <a:solidFill>
              <a:srgbClr val="7653CF"/>
            </a:solidFill>
          </a:ln>
        </p:spPr>
        <p:style>
          <a:lnRef idx="2">
            <a:schemeClr val="accent1"/>
          </a:lnRef>
          <a:fillRef idx="0">
            <a:schemeClr val="accent1"/>
          </a:fillRef>
          <a:effectRef idx="1">
            <a:schemeClr val="accent1"/>
          </a:effectRef>
          <a:fontRef idx="minor">
            <a:schemeClr val="tx1"/>
          </a:fontRef>
        </p:style>
      </p:cxnSp>
      <p:sp>
        <p:nvSpPr>
          <p:cNvPr id="51" name="Freeform 50"/>
          <p:cNvSpPr/>
          <p:nvPr/>
        </p:nvSpPr>
        <p:spPr>
          <a:xfrm>
            <a:off x="6223000" y="3213100"/>
            <a:ext cx="38100" cy="38100"/>
          </a:xfrm>
          <a:custGeom>
            <a:avLst/>
            <a:gdLst/>
            <a:ahLst/>
            <a:cxnLst/>
            <a:rect l="l" t="t" r="r" b="b"/>
            <a:pathLst>
              <a:path w="3" h="3">
                <a:moveTo>
                  <a:pt x="2" y="3"/>
                </a:moveTo>
                <a:lnTo>
                  <a:pt x="3" y="0"/>
                </a:lnTo>
                <a:lnTo>
                  <a:pt x="0" y="0"/>
                </a:lnTo>
                <a:close/>
              </a:path>
            </a:pathLst>
          </a:custGeom>
          <a:solidFill>
            <a:srgbClr val="7653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ounded Rectangle 51"/>
          <p:cNvSpPr/>
          <p:nvPr/>
        </p:nvSpPr>
        <p:spPr>
          <a:xfrm>
            <a:off x="7385050" y="3257550"/>
            <a:ext cx="1993900" cy="285750"/>
          </a:xfrm>
          <a:prstGeom prst="roundRect">
            <a:avLst>
              <a:gd name="adj" fmla="val 15555"/>
            </a:avLst>
          </a:prstGeom>
          <a:solidFill>
            <a:srgbClr val="FFFFFF"/>
          </a:solidFill>
          <a:ln w="7620">
            <a:solidFill>
              <a:srgbClr val="C9B9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834665" y="3340100"/>
            <a:ext cx="1145468" cy="186690"/>
          </a:xfrm>
          <a:prstGeom prst="rect">
            <a:avLst/>
          </a:prstGeom>
          <a:noFill/>
        </p:spPr>
        <p:txBody>
          <a:bodyPr wrap="none" lIns="0" rIns="0" tIns="0" bIns="0">
            <a:spAutoFit/>
          </a:bodyPr>
          <a:lstStyle/>
          <a:p>
            <a:pPr>
              <a:lnSpc>
                <a:spcPts val="1312"/>
              </a:lnSpc>
              <a:spcBef>
                <a:spcPts val="0"/>
              </a:spcBef>
              <a:spcAft>
                <a:spcPts val="0"/>
              </a:spcAft>
            </a:pPr>
            <a:r>
              <a:rPr sz="1050" b="1">
                <a:solidFill>
                  <a:srgbClr val="7653CF"/>
                </a:solidFill>
                <a:latin typeface="Arial"/>
                <a:ea typeface="Microsoft YaHei"/>
              </a:rPr>
              <a:t>Analysis</a:t>
            </a:r>
            <a:r>
              <a:rPr sz="1050" b="1">
                <a:solidFill>
                  <a:srgbClr val="7653CF"/>
                </a:solidFill>
                <a:latin typeface="Microsoft YaHei"/>
                <a:ea typeface="Microsoft YaHei"/>
              </a:rPr>
              <a:t> </a:t>
            </a:r>
            <a:r>
              <a:rPr sz="1050" b="1">
                <a:solidFill>
                  <a:srgbClr val="7653CF"/>
                </a:solidFill>
                <a:latin typeface="Arial"/>
                <a:ea typeface="Microsoft YaHei"/>
              </a:rPr>
              <a:t>agent</a:t>
            </a:r>
          </a:p>
        </p:txBody>
      </p:sp>
      <p:cxnSp>
        <p:nvCxnSpPr>
          <p:cNvPr id="54" name="Connector 53"/>
          <p:cNvCxnSpPr/>
          <p:nvPr/>
        </p:nvCxnSpPr>
        <p:spPr>
          <a:xfrm>
            <a:off x="8382000" y="3079750"/>
            <a:ext cx="0" cy="177800"/>
          </a:xfrm>
          <a:prstGeom prst="line">
            <a:avLst/>
          </a:prstGeom>
          <a:ln w="10795">
            <a:solidFill>
              <a:srgbClr val="7653CF"/>
            </a:solidFill>
          </a:ln>
        </p:spPr>
        <p:style>
          <a:lnRef idx="2">
            <a:schemeClr val="accent1"/>
          </a:lnRef>
          <a:fillRef idx="0">
            <a:schemeClr val="accent1"/>
          </a:fillRef>
          <a:effectRef idx="1">
            <a:schemeClr val="accent1"/>
          </a:effectRef>
          <a:fontRef idx="minor">
            <a:schemeClr val="tx1"/>
          </a:fontRef>
        </p:style>
      </p:cxnSp>
      <p:sp>
        <p:nvSpPr>
          <p:cNvPr id="55" name="Freeform 54"/>
          <p:cNvSpPr/>
          <p:nvPr/>
        </p:nvSpPr>
        <p:spPr>
          <a:xfrm>
            <a:off x="8356600" y="3213100"/>
            <a:ext cx="50800" cy="38100"/>
          </a:xfrm>
          <a:custGeom>
            <a:avLst/>
            <a:gdLst/>
            <a:ahLst/>
            <a:cxnLst/>
            <a:rect l="l" t="t" r="r" b="b"/>
            <a:pathLst>
              <a:path w="4" h="3">
                <a:moveTo>
                  <a:pt x="2" y="3"/>
                </a:moveTo>
                <a:lnTo>
                  <a:pt x="4" y="0"/>
                </a:lnTo>
                <a:lnTo>
                  <a:pt x="0" y="0"/>
                </a:lnTo>
                <a:close/>
              </a:path>
            </a:pathLst>
          </a:custGeom>
          <a:solidFill>
            <a:srgbClr val="7653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9525000" y="3257550"/>
            <a:ext cx="1993900" cy="285750"/>
          </a:xfrm>
          <a:prstGeom prst="roundRect">
            <a:avLst>
              <a:gd name="adj" fmla="val 15555"/>
            </a:avLst>
          </a:prstGeom>
          <a:solidFill>
            <a:srgbClr val="FFFFFF"/>
          </a:solidFill>
          <a:ln w="7620">
            <a:solidFill>
              <a:srgbClr val="C9B9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9849405" y="3340100"/>
            <a:ext cx="1395889" cy="186690"/>
          </a:xfrm>
          <a:prstGeom prst="rect">
            <a:avLst/>
          </a:prstGeom>
          <a:noFill/>
        </p:spPr>
        <p:txBody>
          <a:bodyPr wrap="none" lIns="0" rIns="0" tIns="0" bIns="0">
            <a:spAutoFit/>
          </a:bodyPr>
          <a:lstStyle/>
          <a:p>
            <a:pPr>
              <a:lnSpc>
                <a:spcPts val="1312"/>
              </a:lnSpc>
              <a:spcBef>
                <a:spcPts val="0"/>
              </a:spcBef>
              <a:spcAft>
                <a:spcPts val="0"/>
              </a:spcAft>
            </a:pPr>
            <a:r>
              <a:rPr sz="1050" b="1">
                <a:solidFill>
                  <a:srgbClr val="7653CF"/>
                </a:solidFill>
                <a:latin typeface="Arial"/>
                <a:ea typeface="Microsoft YaHei"/>
              </a:rPr>
              <a:t>Diagnostics</a:t>
            </a:r>
            <a:r>
              <a:rPr sz="1050" b="1">
                <a:solidFill>
                  <a:srgbClr val="7653CF"/>
                </a:solidFill>
                <a:latin typeface="Microsoft YaHei"/>
                <a:ea typeface="Microsoft YaHei"/>
              </a:rPr>
              <a:t> </a:t>
            </a:r>
            <a:r>
              <a:rPr sz="1050" b="1">
                <a:solidFill>
                  <a:srgbClr val="7653CF"/>
                </a:solidFill>
                <a:latin typeface="Arial"/>
                <a:ea typeface="Microsoft YaHei"/>
              </a:rPr>
              <a:t>agent</a:t>
            </a:r>
          </a:p>
        </p:txBody>
      </p:sp>
      <p:cxnSp>
        <p:nvCxnSpPr>
          <p:cNvPr id="58" name="Connector 57"/>
          <p:cNvCxnSpPr/>
          <p:nvPr/>
        </p:nvCxnSpPr>
        <p:spPr>
          <a:xfrm>
            <a:off x="10521950" y="3079750"/>
            <a:ext cx="0" cy="177800"/>
          </a:xfrm>
          <a:prstGeom prst="line">
            <a:avLst/>
          </a:prstGeom>
          <a:ln w="10795">
            <a:solidFill>
              <a:srgbClr val="7653CF"/>
            </a:solidFill>
          </a:ln>
        </p:spPr>
        <p:style>
          <a:lnRef idx="2">
            <a:schemeClr val="accent1"/>
          </a:lnRef>
          <a:fillRef idx="0">
            <a:schemeClr val="accent1"/>
          </a:fillRef>
          <a:effectRef idx="1">
            <a:schemeClr val="accent1"/>
          </a:effectRef>
          <a:fontRef idx="minor">
            <a:schemeClr val="tx1"/>
          </a:fontRef>
        </p:style>
      </p:cxnSp>
      <p:sp>
        <p:nvSpPr>
          <p:cNvPr id="59" name="Freeform 58"/>
          <p:cNvSpPr/>
          <p:nvPr/>
        </p:nvSpPr>
        <p:spPr>
          <a:xfrm>
            <a:off x="10502900" y="3213100"/>
            <a:ext cx="38100" cy="38100"/>
          </a:xfrm>
          <a:custGeom>
            <a:avLst/>
            <a:gdLst/>
            <a:ahLst/>
            <a:cxnLst/>
            <a:rect l="l" t="t" r="r" b="b"/>
            <a:pathLst>
              <a:path w="3" h="3">
                <a:moveTo>
                  <a:pt x="1" y="3"/>
                </a:moveTo>
                <a:lnTo>
                  <a:pt x="3" y="0"/>
                </a:lnTo>
                <a:lnTo>
                  <a:pt x="0" y="0"/>
                </a:lnTo>
                <a:close/>
              </a:path>
            </a:pathLst>
          </a:custGeom>
          <a:solidFill>
            <a:srgbClr val="7653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898579" y="3746500"/>
            <a:ext cx="5017641" cy="204469"/>
          </a:xfrm>
          <a:prstGeom prst="rect">
            <a:avLst/>
          </a:prstGeom>
          <a:noFill/>
        </p:spPr>
        <p:txBody>
          <a:bodyPr wrap="none" lIns="0" rIns="0" tIns="0" bIns="0">
            <a:spAutoFit/>
          </a:bodyPr>
          <a:lstStyle/>
          <a:p>
            <a:pPr>
              <a:lnSpc>
                <a:spcPts val="1437"/>
              </a:lnSpc>
              <a:spcBef>
                <a:spcPts val="0"/>
              </a:spcBef>
              <a:spcAft>
                <a:spcPts val="0"/>
              </a:spcAft>
            </a:pPr>
            <a:r>
              <a:rPr sz="1150" b="1">
                <a:solidFill>
                  <a:srgbClr val="7653CF"/>
                </a:solidFill>
                <a:latin typeface="Arial"/>
                <a:ea typeface="Microsoft YaHei"/>
              </a:rPr>
              <a:t>Observe</a:t>
            </a:r>
            <a:r>
              <a:rPr sz="1150" b="1">
                <a:solidFill>
                  <a:srgbClr val="7653CF"/>
                </a:solidFill>
                <a:latin typeface="Microsoft YaHei"/>
                <a:ea typeface="Microsoft YaHei"/>
              </a:rPr>
              <a:t> </a:t>
            </a:r>
            <a:r>
              <a:rPr sz="1150" b="1">
                <a:solidFill>
                  <a:srgbClr val="7653CF"/>
                </a:solidFill>
                <a:latin typeface="Arial"/>
                <a:ea typeface="Microsoft YaHei"/>
              </a:rPr>
              <a:t>→</a:t>
            </a:r>
            <a:r>
              <a:rPr sz="1150" b="1">
                <a:solidFill>
                  <a:srgbClr val="7653CF"/>
                </a:solidFill>
                <a:latin typeface="Microsoft YaHei"/>
                <a:ea typeface="Microsoft YaHei"/>
              </a:rPr>
              <a:t> </a:t>
            </a:r>
            <a:r>
              <a:rPr sz="1150" b="1">
                <a:solidFill>
                  <a:srgbClr val="7653CF"/>
                </a:solidFill>
                <a:latin typeface="Arial"/>
                <a:ea typeface="Microsoft YaHei"/>
              </a:rPr>
              <a:t>frame</a:t>
            </a:r>
            <a:r>
              <a:rPr sz="1150" b="1">
                <a:solidFill>
                  <a:srgbClr val="7653CF"/>
                </a:solidFill>
                <a:latin typeface="Microsoft YaHei"/>
                <a:ea typeface="Microsoft YaHei"/>
              </a:rPr>
              <a:t> </a:t>
            </a:r>
            <a:r>
              <a:rPr sz="1150" b="1">
                <a:solidFill>
                  <a:srgbClr val="7653CF"/>
                </a:solidFill>
                <a:latin typeface="Arial"/>
                <a:ea typeface="Microsoft YaHei"/>
              </a:rPr>
              <a:t>→</a:t>
            </a:r>
            <a:r>
              <a:rPr sz="1150" b="1">
                <a:solidFill>
                  <a:srgbClr val="7653CF"/>
                </a:solidFill>
                <a:latin typeface="Microsoft YaHei"/>
                <a:ea typeface="Microsoft YaHei"/>
              </a:rPr>
              <a:t> </a:t>
            </a:r>
            <a:r>
              <a:rPr sz="1150" b="1">
                <a:solidFill>
                  <a:srgbClr val="7653CF"/>
                </a:solidFill>
                <a:latin typeface="Arial"/>
                <a:ea typeface="Microsoft YaHei"/>
              </a:rPr>
              <a:t>select</a:t>
            </a:r>
            <a:r>
              <a:rPr sz="1150" b="1">
                <a:solidFill>
                  <a:srgbClr val="7653CF"/>
                </a:solidFill>
                <a:latin typeface="Microsoft YaHei"/>
                <a:ea typeface="Microsoft YaHei"/>
              </a:rPr>
              <a:t> </a:t>
            </a:r>
            <a:r>
              <a:rPr sz="1150" b="1">
                <a:solidFill>
                  <a:srgbClr val="7653CF"/>
                </a:solidFill>
                <a:latin typeface="Arial"/>
                <a:ea typeface="Microsoft YaHei"/>
              </a:rPr>
              <a:t>skills</a:t>
            </a:r>
            <a:r>
              <a:rPr sz="1150" b="1">
                <a:solidFill>
                  <a:srgbClr val="7653CF"/>
                </a:solidFill>
                <a:latin typeface="Microsoft YaHei"/>
                <a:ea typeface="Microsoft YaHei"/>
              </a:rPr>
              <a:t> </a:t>
            </a:r>
            <a:r>
              <a:rPr sz="1150" b="1">
                <a:solidFill>
                  <a:srgbClr val="7653CF"/>
                </a:solidFill>
                <a:latin typeface="Arial"/>
                <a:ea typeface="Microsoft YaHei"/>
              </a:rPr>
              <a:t>→</a:t>
            </a:r>
            <a:r>
              <a:rPr sz="1150" b="1">
                <a:solidFill>
                  <a:srgbClr val="7653CF"/>
                </a:solidFill>
                <a:latin typeface="Microsoft YaHei"/>
                <a:ea typeface="Microsoft YaHei"/>
              </a:rPr>
              <a:t> </a:t>
            </a:r>
            <a:r>
              <a:rPr sz="1150" b="1">
                <a:solidFill>
                  <a:srgbClr val="7653CF"/>
                </a:solidFill>
                <a:latin typeface="Arial"/>
                <a:ea typeface="Microsoft YaHei"/>
              </a:rPr>
              <a:t>delegate</a:t>
            </a:r>
            <a:r>
              <a:rPr sz="1150" b="1">
                <a:solidFill>
                  <a:srgbClr val="7653CF"/>
                </a:solidFill>
                <a:latin typeface="Microsoft YaHei"/>
                <a:ea typeface="Microsoft YaHei"/>
              </a:rPr>
              <a:t> </a:t>
            </a:r>
            <a:r>
              <a:rPr sz="1150" b="1">
                <a:solidFill>
                  <a:srgbClr val="7653CF"/>
                </a:solidFill>
                <a:latin typeface="Arial"/>
                <a:ea typeface="Microsoft YaHei"/>
              </a:rPr>
              <a:t>→</a:t>
            </a:r>
            <a:r>
              <a:rPr sz="1150" b="1">
                <a:solidFill>
                  <a:srgbClr val="7653CF"/>
                </a:solidFill>
                <a:latin typeface="Microsoft YaHei"/>
                <a:ea typeface="Microsoft YaHei"/>
              </a:rPr>
              <a:t> </a:t>
            </a:r>
            <a:r>
              <a:rPr sz="1150" b="1">
                <a:solidFill>
                  <a:srgbClr val="7653CF"/>
                </a:solidFill>
                <a:latin typeface="Arial"/>
                <a:ea typeface="Microsoft YaHei"/>
              </a:rPr>
              <a:t>review</a:t>
            </a:r>
            <a:r>
              <a:rPr sz="1150" b="1">
                <a:solidFill>
                  <a:srgbClr val="7653CF"/>
                </a:solidFill>
                <a:latin typeface="Microsoft YaHei"/>
                <a:ea typeface="Microsoft YaHei"/>
              </a:rPr>
              <a:t> </a:t>
            </a:r>
            <a:r>
              <a:rPr sz="1150" b="1">
                <a:solidFill>
                  <a:srgbClr val="7653CF"/>
                </a:solidFill>
                <a:latin typeface="Arial"/>
                <a:ea typeface="Microsoft YaHei"/>
              </a:rPr>
              <a:t>→</a:t>
            </a:r>
            <a:r>
              <a:rPr sz="1150" b="1">
                <a:solidFill>
                  <a:srgbClr val="7653CF"/>
                </a:solidFill>
                <a:latin typeface="Microsoft YaHei"/>
                <a:ea typeface="Microsoft YaHei"/>
              </a:rPr>
              <a:t> </a:t>
            </a:r>
            <a:r>
              <a:rPr sz="1150" b="1">
                <a:solidFill>
                  <a:srgbClr val="7653CF"/>
                </a:solidFill>
                <a:latin typeface="Arial"/>
                <a:ea typeface="Microsoft YaHei"/>
              </a:rPr>
              <a:t>update</a:t>
            </a:r>
          </a:p>
        </p:txBody>
      </p:sp>
      <p:cxnSp>
        <p:nvCxnSpPr>
          <p:cNvPr id="61" name="Connector 60"/>
          <p:cNvCxnSpPr/>
          <p:nvPr/>
        </p:nvCxnSpPr>
        <p:spPr>
          <a:xfrm>
            <a:off x="4191000" y="3130550"/>
            <a:ext cx="889000" cy="0"/>
          </a:xfrm>
          <a:prstGeom prst="line">
            <a:avLst/>
          </a:prstGeom>
          <a:ln w="13970">
            <a:solidFill>
              <a:srgbClr val="278565"/>
            </a:solidFill>
          </a:ln>
        </p:spPr>
        <p:style>
          <a:lnRef idx="2">
            <a:schemeClr val="accent1"/>
          </a:lnRef>
          <a:fillRef idx="0">
            <a:schemeClr val="accent1"/>
          </a:fillRef>
          <a:effectRef idx="1">
            <a:schemeClr val="accent1"/>
          </a:effectRef>
          <a:fontRef idx="minor">
            <a:schemeClr val="tx1"/>
          </a:fontRef>
        </p:style>
      </p:cxnSp>
      <p:sp>
        <p:nvSpPr>
          <p:cNvPr id="62" name="Freeform 61"/>
          <p:cNvSpPr/>
          <p:nvPr/>
        </p:nvSpPr>
        <p:spPr>
          <a:xfrm>
            <a:off x="5029200" y="3098800"/>
            <a:ext cx="50800" cy="63500"/>
          </a:xfrm>
          <a:custGeom>
            <a:avLst/>
            <a:gdLst/>
            <a:ahLst/>
            <a:cxnLst/>
            <a:rect l="l" t="t" r="r" b="b"/>
            <a:pathLst>
              <a:path w="4" h="5">
                <a:moveTo>
                  <a:pt x="4" y="2"/>
                </a:moveTo>
                <a:lnTo>
                  <a:pt x="0" y="0"/>
                </a:lnTo>
                <a:lnTo>
                  <a:pt x="0" y="5"/>
                </a:lnTo>
                <a:close/>
              </a:path>
            </a:pathLst>
          </a:custGeom>
          <a:solidFill>
            <a:srgbClr val="2785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3" name="Connector 62"/>
          <p:cNvCxnSpPr/>
          <p:nvPr/>
        </p:nvCxnSpPr>
        <p:spPr>
          <a:xfrm flipH="1">
            <a:off x="4191000" y="3295650"/>
            <a:ext cx="889000" cy="0"/>
          </a:xfrm>
          <a:prstGeom prst="line">
            <a:avLst/>
          </a:prstGeom>
          <a:ln w="13970">
            <a:solidFill>
              <a:srgbClr val="278565"/>
            </a:solidFill>
          </a:ln>
        </p:spPr>
        <p:style>
          <a:lnRef idx="2">
            <a:schemeClr val="accent1"/>
          </a:lnRef>
          <a:fillRef idx="0">
            <a:schemeClr val="accent1"/>
          </a:fillRef>
          <a:effectRef idx="1">
            <a:schemeClr val="accent1"/>
          </a:effectRef>
          <a:fontRef idx="minor">
            <a:schemeClr val="tx1"/>
          </a:fontRef>
        </p:style>
      </p:cxnSp>
      <p:sp>
        <p:nvSpPr>
          <p:cNvPr id="64" name="Freeform 63"/>
          <p:cNvSpPr/>
          <p:nvPr/>
        </p:nvSpPr>
        <p:spPr>
          <a:xfrm>
            <a:off x="4191000" y="3263900"/>
            <a:ext cx="50800" cy="63500"/>
          </a:xfrm>
          <a:custGeom>
            <a:avLst/>
            <a:gdLst/>
            <a:ahLst/>
            <a:cxnLst/>
            <a:rect l="l" t="t" r="r" b="b"/>
            <a:pathLst>
              <a:path w="4" h="5">
                <a:moveTo>
                  <a:pt x="0" y="3"/>
                </a:moveTo>
                <a:lnTo>
                  <a:pt x="4" y="5"/>
                </a:lnTo>
                <a:lnTo>
                  <a:pt x="4" y="0"/>
                </a:lnTo>
                <a:close/>
              </a:path>
            </a:pathLst>
          </a:custGeom>
          <a:solidFill>
            <a:srgbClr val="2785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4361308" y="2838450"/>
            <a:ext cx="599182" cy="142240"/>
          </a:xfrm>
          <a:prstGeom prst="rect">
            <a:avLst/>
          </a:prstGeom>
          <a:noFill/>
        </p:spPr>
        <p:txBody>
          <a:bodyPr wrap="none" lIns="0" rIns="0" tIns="0" bIns="0">
            <a:spAutoFit/>
          </a:bodyPr>
          <a:lstStyle/>
          <a:p>
            <a:pPr>
              <a:lnSpc>
                <a:spcPts val="1000"/>
              </a:lnSpc>
              <a:spcBef>
                <a:spcPts val="0"/>
              </a:spcBef>
              <a:spcAft>
                <a:spcPts val="0"/>
              </a:spcAft>
            </a:pPr>
            <a:r>
              <a:rPr sz="800" b="1">
                <a:solidFill>
                  <a:srgbClr val="278565"/>
                </a:solidFill>
                <a:latin typeface="Arial"/>
                <a:ea typeface="Microsoft YaHei"/>
              </a:rPr>
              <a:t>Retrieve</a:t>
            </a:r>
            <a:r>
              <a:rPr sz="800" b="1">
                <a:solidFill>
                  <a:srgbClr val="278565"/>
                </a:solidFill>
                <a:latin typeface="Microsoft YaHei"/>
                <a:ea typeface="Microsoft YaHei"/>
              </a:rPr>
              <a:t> </a:t>
            </a:r>
            <a:r>
              <a:rPr sz="800" b="1">
                <a:solidFill>
                  <a:srgbClr val="278565"/>
                </a:solidFill>
                <a:latin typeface="Arial"/>
                <a:ea typeface="Microsoft YaHei"/>
              </a:rPr>
              <a:t>/</a:t>
            </a:r>
          </a:p>
        </p:txBody>
      </p:sp>
      <p:sp>
        <p:nvSpPr>
          <p:cNvPr id="66" name="TextBox 65"/>
          <p:cNvSpPr txBox="1"/>
          <p:nvPr/>
        </p:nvSpPr>
        <p:spPr>
          <a:xfrm>
            <a:off x="4437459" y="2965450"/>
            <a:ext cx="446881" cy="142240"/>
          </a:xfrm>
          <a:prstGeom prst="rect">
            <a:avLst/>
          </a:prstGeom>
          <a:noFill/>
        </p:spPr>
        <p:txBody>
          <a:bodyPr wrap="none" lIns="0" rIns="0" tIns="0" bIns="0">
            <a:spAutoFit/>
          </a:bodyPr>
          <a:lstStyle/>
          <a:p>
            <a:pPr>
              <a:lnSpc>
                <a:spcPts val="1000"/>
              </a:lnSpc>
              <a:spcBef>
                <a:spcPts val="0"/>
              </a:spcBef>
              <a:spcAft>
                <a:spcPts val="0"/>
              </a:spcAft>
            </a:pPr>
            <a:r>
              <a:rPr sz="800" b="1">
                <a:solidFill>
                  <a:srgbClr val="278565"/>
                </a:solidFill>
                <a:latin typeface="Arial"/>
                <a:ea typeface="Microsoft YaHei"/>
              </a:rPr>
              <a:t>persist</a:t>
            </a:r>
          </a:p>
        </p:txBody>
      </p:sp>
      <p:sp>
        <p:nvSpPr>
          <p:cNvPr id="67" name="Rounded Rectangle 66"/>
          <p:cNvSpPr/>
          <p:nvPr/>
        </p:nvSpPr>
        <p:spPr>
          <a:xfrm>
            <a:off x="12065000" y="2349500"/>
            <a:ext cx="3556000" cy="1778000"/>
          </a:xfrm>
          <a:prstGeom prst="roundRect">
            <a:avLst>
              <a:gd name="adj" fmla="val 5357"/>
            </a:avLst>
          </a:prstGeom>
          <a:solidFill>
            <a:srgbClr val="F1ECFC"/>
          </a:solidFill>
          <a:ln w="11430">
            <a:solidFill>
              <a:srgbClr val="7653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12204700" y="2463800"/>
            <a:ext cx="2392064" cy="248919"/>
          </a:xfrm>
          <a:prstGeom prst="rect">
            <a:avLst/>
          </a:prstGeom>
          <a:noFill/>
        </p:spPr>
        <p:txBody>
          <a:bodyPr wrap="none" lIns="0" rIns="0" tIns="0" bIns="0">
            <a:spAutoFit/>
          </a:bodyPr>
          <a:lstStyle/>
          <a:p>
            <a:pPr>
              <a:lnSpc>
                <a:spcPts val="1750"/>
              </a:lnSpc>
              <a:spcBef>
                <a:spcPts val="0"/>
              </a:spcBef>
              <a:spcAft>
                <a:spcPts val="0"/>
              </a:spcAft>
            </a:pPr>
            <a:r>
              <a:rPr sz="1400" b="1">
                <a:solidFill>
                  <a:srgbClr val="7653CF"/>
                </a:solidFill>
                <a:latin typeface="Arial"/>
                <a:ea typeface="Microsoft YaHei"/>
              </a:rPr>
              <a:t>Model</a:t>
            </a:r>
            <a:r>
              <a:rPr sz="1400" b="1">
                <a:solidFill>
                  <a:srgbClr val="7653CF"/>
                </a:solidFill>
                <a:latin typeface="Microsoft YaHei"/>
                <a:ea typeface="Microsoft YaHei"/>
              </a:rPr>
              <a:t> </a:t>
            </a:r>
            <a:r>
              <a:rPr sz="1400" b="1">
                <a:solidFill>
                  <a:srgbClr val="7653CF"/>
                </a:solidFill>
                <a:latin typeface="Arial"/>
                <a:ea typeface="Microsoft YaHei"/>
              </a:rPr>
              <a:t>runtime</a:t>
            </a:r>
            <a:r>
              <a:rPr sz="1400" b="1">
                <a:solidFill>
                  <a:srgbClr val="7653CF"/>
                </a:solidFill>
                <a:latin typeface="Microsoft YaHei"/>
                <a:ea typeface="Microsoft YaHei"/>
              </a:rPr>
              <a:t> </a:t>
            </a:r>
            <a:r>
              <a:rPr sz="1400" b="1">
                <a:solidFill>
                  <a:srgbClr val="7653CF"/>
                </a:solidFill>
                <a:latin typeface="Arial"/>
                <a:ea typeface="Microsoft YaHei"/>
              </a:rPr>
              <a:t>/</a:t>
            </a:r>
            <a:r>
              <a:rPr sz="1400" b="1">
                <a:solidFill>
                  <a:srgbClr val="7653CF"/>
                </a:solidFill>
                <a:latin typeface="Microsoft YaHei"/>
                <a:ea typeface="Microsoft YaHei"/>
              </a:rPr>
              <a:t> </a:t>
            </a:r>
            <a:r>
              <a:rPr sz="1400" b="1">
                <a:solidFill>
                  <a:srgbClr val="7653CF"/>
                </a:solidFill>
                <a:latin typeface="Arial"/>
                <a:ea typeface="Microsoft YaHei"/>
              </a:rPr>
              <a:t>routing</a:t>
            </a:r>
          </a:p>
        </p:txBody>
      </p:sp>
      <p:sp>
        <p:nvSpPr>
          <p:cNvPr id="69" name="Rounded Rectangle 68"/>
          <p:cNvSpPr/>
          <p:nvPr/>
        </p:nvSpPr>
        <p:spPr>
          <a:xfrm>
            <a:off x="12204700" y="2762250"/>
            <a:ext cx="3276600" cy="387350"/>
          </a:xfrm>
          <a:prstGeom prst="roundRect">
            <a:avLst>
              <a:gd name="adj" fmla="val 13114"/>
            </a:avLst>
          </a:prstGeom>
          <a:solidFill>
            <a:srgbClr val="FFFFFF"/>
          </a:solidFill>
          <a:ln w="8255">
            <a:solidFill>
              <a:srgbClr val="7653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2299950" y="2800350"/>
            <a:ext cx="1785215" cy="204469"/>
          </a:xfrm>
          <a:prstGeom prst="rect">
            <a:avLst/>
          </a:prstGeom>
          <a:noFill/>
        </p:spPr>
        <p:txBody>
          <a:bodyPr wrap="none" lIns="0" rIns="0" tIns="0" bIns="0">
            <a:spAutoFit/>
          </a:bodyPr>
          <a:lstStyle/>
          <a:p>
            <a:pPr>
              <a:lnSpc>
                <a:spcPts val="1437"/>
              </a:lnSpc>
              <a:spcBef>
                <a:spcPts val="0"/>
              </a:spcBef>
              <a:spcAft>
                <a:spcPts val="0"/>
              </a:spcAft>
            </a:pPr>
            <a:r>
              <a:rPr sz="1150" b="1">
                <a:solidFill>
                  <a:srgbClr val="7653CF"/>
                </a:solidFill>
                <a:latin typeface="Arial"/>
                <a:ea typeface="Microsoft YaHei"/>
              </a:rPr>
              <a:t>Cloud</a:t>
            </a:r>
            <a:r>
              <a:rPr sz="1150" b="1">
                <a:solidFill>
                  <a:srgbClr val="7653CF"/>
                </a:solidFill>
                <a:latin typeface="Microsoft YaHei"/>
                <a:ea typeface="Microsoft YaHei"/>
              </a:rPr>
              <a:t> </a:t>
            </a:r>
            <a:r>
              <a:rPr sz="1150" b="1">
                <a:solidFill>
                  <a:srgbClr val="7653CF"/>
                </a:solidFill>
                <a:latin typeface="Arial"/>
                <a:ea typeface="Microsoft YaHei"/>
              </a:rPr>
              <a:t>API</a:t>
            </a:r>
            <a:r>
              <a:rPr sz="1150" b="1">
                <a:solidFill>
                  <a:srgbClr val="7653CF"/>
                </a:solidFill>
                <a:latin typeface="Microsoft YaHei"/>
                <a:ea typeface="Microsoft YaHei"/>
              </a:rPr>
              <a:t> </a:t>
            </a:r>
            <a:r>
              <a:rPr sz="1150" b="1">
                <a:solidFill>
                  <a:srgbClr val="7653CF"/>
                </a:solidFill>
                <a:latin typeface="Arial"/>
                <a:ea typeface="Microsoft YaHei"/>
              </a:rPr>
              <a:t>•</a:t>
            </a:r>
            <a:r>
              <a:rPr sz="1150" b="1">
                <a:solidFill>
                  <a:srgbClr val="7653CF"/>
                </a:solidFill>
                <a:latin typeface="Microsoft YaHei"/>
                <a:ea typeface="Microsoft YaHei"/>
              </a:rPr>
              <a:t> </a:t>
            </a:r>
            <a:r>
              <a:rPr sz="1150" b="1">
                <a:solidFill>
                  <a:srgbClr val="7653CF"/>
                </a:solidFill>
                <a:latin typeface="Arial"/>
                <a:ea typeface="Microsoft YaHei"/>
              </a:rPr>
              <a:t>preferred</a:t>
            </a:r>
          </a:p>
        </p:txBody>
      </p:sp>
      <p:sp>
        <p:nvSpPr>
          <p:cNvPr id="71" name="TextBox 70"/>
          <p:cNvSpPr txBox="1"/>
          <p:nvPr/>
        </p:nvSpPr>
        <p:spPr>
          <a:xfrm>
            <a:off x="12299950" y="2997200"/>
            <a:ext cx="1496370" cy="151129"/>
          </a:xfrm>
          <a:prstGeom prst="rect">
            <a:avLst/>
          </a:prstGeom>
          <a:noFill/>
        </p:spPr>
        <p:txBody>
          <a:bodyPr wrap="none" lIns="0" rIns="0" tIns="0" bIns="0">
            <a:spAutoFit/>
          </a:bodyPr>
          <a:lstStyle/>
          <a:p>
            <a:pPr>
              <a:lnSpc>
                <a:spcPts val="1062"/>
              </a:lnSpc>
              <a:spcBef>
                <a:spcPts val="0"/>
              </a:spcBef>
              <a:spcAft>
                <a:spcPts val="0"/>
              </a:spcAft>
            </a:pPr>
            <a:r>
              <a:rPr sz="850" b="0">
                <a:solidFill>
                  <a:srgbClr val="62758C"/>
                </a:solidFill>
                <a:latin typeface="Arial"/>
                <a:ea typeface="Microsoft YaHei"/>
              </a:rPr>
              <a:t>Remote</a:t>
            </a:r>
            <a:r>
              <a:rPr sz="850" b="0">
                <a:solidFill>
                  <a:srgbClr val="62758C"/>
                </a:solidFill>
                <a:latin typeface="Microsoft YaHei"/>
                <a:ea typeface="Microsoft YaHei"/>
              </a:rPr>
              <a:t> </a:t>
            </a:r>
            <a:r>
              <a:rPr sz="850" b="0">
                <a:solidFill>
                  <a:srgbClr val="62758C"/>
                </a:solidFill>
                <a:latin typeface="Arial"/>
                <a:ea typeface="Microsoft YaHei"/>
              </a:rPr>
              <a:t>inference</a:t>
            </a:r>
            <a:r>
              <a:rPr sz="850" b="0">
                <a:solidFill>
                  <a:srgbClr val="62758C"/>
                </a:solidFill>
                <a:latin typeface="Microsoft YaHei"/>
                <a:ea typeface="Microsoft YaHei"/>
              </a:rPr>
              <a:t> </a:t>
            </a:r>
            <a:r>
              <a:rPr sz="850" b="0">
                <a:solidFill>
                  <a:srgbClr val="62758C"/>
                </a:solidFill>
                <a:latin typeface="Arial"/>
                <a:ea typeface="Microsoft YaHei"/>
              </a:rPr>
              <a:t>backend</a:t>
            </a:r>
          </a:p>
        </p:txBody>
      </p:sp>
      <p:sp>
        <p:nvSpPr>
          <p:cNvPr id="72" name="Rounded Rectangle 71"/>
          <p:cNvSpPr/>
          <p:nvPr/>
        </p:nvSpPr>
        <p:spPr>
          <a:xfrm>
            <a:off x="12204700" y="3282950"/>
            <a:ext cx="3276600" cy="387350"/>
          </a:xfrm>
          <a:prstGeom prst="roundRect">
            <a:avLst>
              <a:gd name="adj" fmla="val 13114"/>
            </a:avLst>
          </a:prstGeom>
          <a:solidFill>
            <a:srgbClr val="FFFFFF"/>
          </a:solidFill>
          <a:ln w="8255">
            <a:solidFill>
              <a:srgbClr val="7653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12299950" y="3321050"/>
            <a:ext cx="2134722" cy="204469"/>
          </a:xfrm>
          <a:prstGeom prst="rect">
            <a:avLst/>
          </a:prstGeom>
          <a:noFill/>
        </p:spPr>
        <p:txBody>
          <a:bodyPr wrap="none" lIns="0" rIns="0" tIns="0" bIns="0">
            <a:spAutoFit/>
          </a:bodyPr>
          <a:lstStyle/>
          <a:p>
            <a:pPr>
              <a:lnSpc>
                <a:spcPts val="1437"/>
              </a:lnSpc>
              <a:spcBef>
                <a:spcPts val="0"/>
              </a:spcBef>
              <a:spcAft>
                <a:spcPts val="0"/>
              </a:spcAft>
            </a:pPr>
            <a:r>
              <a:rPr sz="1150" b="1">
                <a:solidFill>
                  <a:srgbClr val="7653CF"/>
                </a:solidFill>
                <a:latin typeface="Arial"/>
                <a:ea typeface="Microsoft YaHei"/>
              </a:rPr>
              <a:t>Local</a:t>
            </a:r>
            <a:r>
              <a:rPr sz="1150" b="1">
                <a:solidFill>
                  <a:srgbClr val="7653CF"/>
                </a:solidFill>
                <a:latin typeface="Microsoft YaHei"/>
                <a:ea typeface="Microsoft YaHei"/>
              </a:rPr>
              <a:t> </a:t>
            </a:r>
            <a:r>
              <a:rPr sz="1150" b="1">
                <a:solidFill>
                  <a:srgbClr val="7653CF"/>
                </a:solidFill>
                <a:latin typeface="Arial"/>
                <a:ea typeface="Microsoft YaHei"/>
              </a:rPr>
              <a:t>LLM</a:t>
            </a:r>
            <a:r>
              <a:rPr sz="1150" b="1">
                <a:solidFill>
                  <a:srgbClr val="7653CF"/>
                </a:solidFill>
                <a:latin typeface="Microsoft YaHei"/>
                <a:ea typeface="Microsoft YaHei"/>
              </a:rPr>
              <a:t> </a:t>
            </a:r>
            <a:r>
              <a:rPr sz="1150" b="1">
                <a:solidFill>
                  <a:srgbClr val="7653CF"/>
                </a:solidFill>
                <a:latin typeface="Arial"/>
                <a:ea typeface="Microsoft YaHei"/>
              </a:rPr>
              <a:t>•</a:t>
            </a:r>
            <a:r>
              <a:rPr sz="1150" b="1">
                <a:solidFill>
                  <a:srgbClr val="7653CF"/>
                </a:solidFill>
                <a:latin typeface="Microsoft YaHei"/>
                <a:ea typeface="Microsoft YaHei"/>
              </a:rPr>
              <a:t> </a:t>
            </a:r>
            <a:r>
              <a:rPr sz="1150" b="1">
                <a:solidFill>
                  <a:srgbClr val="7653CF"/>
                </a:solidFill>
                <a:latin typeface="Arial"/>
                <a:ea typeface="Microsoft YaHei"/>
              </a:rPr>
              <a:t>on</a:t>
            </a:r>
            <a:r>
              <a:rPr sz="1150" b="1">
                <a:solidFill>
                  <a:srgbClr val="7653CF"/>
                </a:solidFill>
                <a:latin typeface="Microsoft YaHei"/>
                <a:ea typeface="Microsoft YaHei"/>
              </a:rPr>
              <a:t> </a:t>
            </a:r>
            <a:r>
              <a:rPr sz="1150" b="1">
                <a:solidFill>
                  <a:srgbClr val="7653CF"/>
                </a:solidFill>
                <a:latin typeface="Arial"/>
                <a:ea typeface="Microsoft YaHei"/>
              </a:rPr>
              <a:t>this</a:t>
            </a:r>
            <a:r>
              <a:rPr sz="1150" b="1">
                <a:solidFill>
                  <a:srgbClr val="7653CF"/>
                </a:solidFill>
                <a:latin typeface="Microsoft YaHei"/>
                <a:ea typeface="Microsoft YaHei"/>
              </a:rPr>
              <a:t> </a:t>
            </a:r>
            <a:r>
              <a:rPr sz="1150" b="1">
                <a:solidFill>
                  <a:srgbClr val="7653CF"/>
                </a:solidFill>
                <a:latin typeface="Arial"/>
                <a:ea typeface="Microsoft YaHei"/>
              </a:rPr>
              <a:t>server</a:t>
            </a:r>
          </a:p>
        </p:txBody>
      </p:sp>
      <p:sp>
        <p:nvSpPr>
          <p:cNvPr id="74" name="TextBox 73"/>
          <p:cNvSpPr txBox="1"/>
          <p:nvPr/>
        </p:nvSpPr>
        <p:spPr>
          <a:xfrm>
            <a:off x="12299950" y="3517900"/>
            <a:ext cx="1519773" cy="151129"/>
          </a:xfrm>
          <a:prstGeom prst="rect">
            <a:avLst/>
          </a:prstGeom>
          <a:noFill/>
        </p:spPr>
        <p:txBody>
          <a:bodyPr wrap="none" lIns="0" rIns="0" tIns="0" bIns="0">
            <a:spAutoFit/>
          </a:bodyPr>
          <a:lstStyle/>
          <a:p>
            <a:pPr>
              <a:lnSpc>
                <a:spcPts val="1062"/>
              </a:lnSpc>
              <a:spcBef>
                <a:spcPts val="0"/>
              </a:spcBef>
              <a:spcAft>
                <a:spcPts val="0"/>
              </a:spcAft>
            </a:pPr>
            <a:r>
              <a:rPr sz="850" b="0">
                <a:solidFill>
                  <a:srgbClr val="62758C"/>
                </a:solidFill>
                <a:latin typeface="Arial"/>
                <a:ea typeface="Microsoft YaHei"/>
              </a:rPr>
              <a:t>Fallback</a:t>
            </a:r>
            <a:r>
              <a:rPr sz="850" b="0">
                <a:solidFill>
                  <a:srgbClr val="62758C"/>
                </a:solidFill>
                <a:latin typeface="Microsoft YaHei"/>
                <a:ea typeface="Microsoft YaHei"/>
              </a:rPr>
              <a:t> </a:t>
            </a:r>
            <a:r>
              <a:rPr sz="850" b="0">
                <a:solidFill>
                  <a:srgbClr val="62758C"/>
                </a:solidFill>
                <a:latin typeface="Arial"/>
                <a:ea typeface="Microsoft YaHei"/>
              </a:rPr>
              <a:t>inference</a:t>
            </a:r>
            <a:r>
              <a:rPr sz="850" b="0">
                <a:solidFill>
                  <a:srgbClr val="62758C"/>
                </a:solidFill>
                <a:latin typeface="Microsoft YaHei"/>
                <a:ea typeface="Microsoft YaHei"/>
              </a:rPr>
              <a:t> </a:t>
            </a:r>
            <a:r>
              <a:rPr sz="850" b="0">
                <a:solidFill>
                  <a:srgbClr val="62758C"/>
                </a:solidFill>
                <a:latin typeface="Arial"/>
                <a:ea typeface="Microsoft YaHei"/>
              </a:rPr>
              <a:t>backend</a:t>
            </a:r>
          </a:p>
        </p:txBody>
      </p:sp>
      <p:cxnSp>
        <p:nvCxnSpPr>
          <p:cNvPr id="75" name="Connector 74"/>
          <p:cNvCxnSpPr/>
          <p:nvPr/>
        </p:nvCxnSpPr>
        <p:spPr>
          <a:xfrm>
            <a:off x="13843000" y="3149600"/>
            <a:ext cx="0" cy="133350"/>
          </a:xfrm>
          <a:prstGeom prst="line">
            <a:avLst/>
          </a:prstGeom>
          <a:ln w="12700">
            <a:solidFill>
              <a:srgbClr val="7653CF"/>
            </a:solidFill>
          </a:ln>
        </p:spPr>
        <p:style>
          <a:lnRef idx="2">
            <a:schemeClr val="accent1"/>
          </a:lnRef>
          <a:fillRef idx="0">
            <a:schemeClr val="accent1"/>
          </a:fillRef>
          <a:effectRef idx="1">
            <a:schemeClr val="accent1"/>
          </a:effectRef>
          <a:fontRef idx="minor">
            <a:schemeClr val="tx1"/>
          </a:fontRef>
        </p:style>
      </p:cxnSp>
      <p:sp>
        <p:nvSpPr>
          <p:cNvPr id="76" name="Freeform 75"/>
          <p:cNvSpPr/>
          <p:nvPr/>
        </p:nvSpPr>
        <p:spPr>
          <a:xfrm>
            <a:off x="13817600" y="3238500"/>
            <a:ext cx="50800" cy="38100"/>
          </a:xfrm>
          <a:custGeom>
            <a:avLst/>
            <a:gdLst/>
            <a:ahLst/>
            <a:cxnLst/>
            <a:rect l="l" t="t" r="r" b="b"/>
            <a:pathLst>
              <a:path w="4" h="3">
                <a:moveTo>
                  <a:pt x="2" y="3"/>
                </a:moveTo>
                <a:lnTo>
                  <a:pt x="4" y="0"/>
                </a:lnTo>
                <a:lnTo>
                  <a:pt x="0" y="0"/>
                </a:lnTo>
                <a:close/>
              </a:path>
            </a:pathLst>
          </a:custGeom>
          <a:solidFill>
            <a:srgbClr val="7653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12211050" y="3810000"/>
            <a:ext cx="2415158" cy="160020"/>
          </a:xfrm>
          <a:prstGeom prst="rect">
            <a:avLst/>
          </a:prstGeom>
          <a:noFill/>
        </p:spPr>
        <p:txBody>
          <a:bodyPr wrap="none" lIns="0" rIns="0" tIns="0" bIns="0">
            <a:spAutoFit/>
          </a:bodyPr>
          <a:lstStyle/>
          <a:p>
            <a:pPr>
              <a:lnSpc>
                <a:spcPts val="1125"/>
              </a:lnSpc>
              <a:spcBef>
                <a:spcPts val="0"/>
              </a:spcBef>
              <a:spcAft>
                <a:spcPts val="0"/>
              </a:spcAft>
            </a:pPr>
            <a:r>
              <a:rPr sz="900" b="0">
                <a:solidFill>
                  <a:srgbClr val="7653CF"/>
                </a:solidFill>
                <a:latin typeface="Arial"/>
                <a:ea typeface="Microsoft YaHei"/>
              </a:rPr>
              <a:t>Internet</a:t>
            </a:r>
            <a:r>
              <a:rPr sz="900" b="0">
                <a:solidFill>
                  <a:srgbClr val="7653CF"/>
                </a:solidFill>
                <a:latin typeface="Microsoft YaHei"/>
                <a:ea typeface="Microsoft YaHei"/>
              </a:rPr>
              <a:t> </a:t>
            </a:r>
            <a:r>
              <a:rPr sz="900" b="0">
                <a:solidFill>
                  <a:srgbClr val="7653CF"/>
                </a:solidFill>
                <a:latin typeface="Arial"/>
                <a:ea typeface="Microsoft YaHei"/>
              </a:rPr>
              <a:t>/</a:t>
            </a:r>
            <a:r>
              <a:rPr sz="900" b="0">
                <a:solidFill>
                  <a:srgbClr val="7653CF"/>
                </a:solidFill>
                <a:latin typeface="Microsoft YaHei"/>
                <a:ea typeface="Microsoft YaHei"/>
              </a:rPr>
              <a:t> </a:t>
            </a:r>
            <a:r>
              <a:rPr sz="900" b="0">
                <a:solidFill>
                  <a:srgbClr val="7653CF"/>
                </a:solidFill>
                <a:latin typeface="Arial"/>
                <a:ea typeface="Microsoft YaHei"/>
              </a:rPr>
              <a:t>API</a:t>
            </a:r>
            <a:r>
              <a:rPr sz="900" b="0">
                <a:solidFill>
                  <a:srgbClr val="7653CF"/>
                </a:solidFill>
                <a:latin typeface="Microsoft YaHei"/>
                <a:ea typeface="Microsoft YaHei"/>
              </a:rPr>
              <a:t> </a:t>
            </a:r>
            <a:r>
              <a:rPr sz="900" b="0">
                <a:solidFill>
                  <a:srgbClr val="7653CF"/>
                </a:solidFill>
                <a:latin typeface="Arial"/>
                <a:ea typeface="Microsoft YaHei"/>
              </a:rPr>
              <a:t>/</a:t>
            </a:r>
            <a:r>
              <a:rPr sz="900" b="0">
                <a:solidFill>
                  <a:srgbClr val="7653CF"/>
                </a:solidFill>
                <a:latin typeface="Microsoft YaHei"/>
                <a:ea typeface="Microsoft YaHei"/>
              </a:rPr>
              <a:t> </a:t>
            </a:r>
            <a:r>
              <a:rPr sz="900" b="0">
                <a:solidFill>
                  <a:srgbClr val="7653CF"/>
                </a:solidFill>
                <a:latin typeface="Arial"/>
                <a:ea typeface="Microsoft YaHei"/>
              </a:rPr>
              <a:t>quota</a:t>
            </a:r>
            <a:r>
              <a:rPr sz="900" b="0">
                <a:solidFill>
                  <a:srgbClr val="7653CF"/>
                </a:solidFill>
                <a:latin typeface="Microsoft YaHei"/>
                <a:ea typeface="Microsoft YaHei"/>
              </a:rPr>
              <a:t> </a:t>
            </a:r>
            <a:r>
              <a:rPr sz="900" b="0">
                <a:solidFill>
                  <a:srgbClr val="7653CF"/>
                </a:solidFill>
                <a:latin typeface="Arial"/>
                <a:ea typeface="Microsoft YaHei"/>
              </a:rPr>
              <a:t>failure</a:t>
            </a:r>
            <a:r>
              <a:rPr sz="900" b="0">
                <a:solidFill>
                  <a:srgbClr val="7653CF"/>
                </a:solidFill>
                <a:latin typeface="Microsoft YaHei"/>
                <a:ea typeface="Microsoft YaHei"/>
              </a:rPr>
              <a:t> </a:t>
            </a:r>
            <a:r>
              <a:rPr sz="900" b="0">
                <a:solidFill>
                  <a:srgbClr val="7653CF"/>
                </a:solidFill>
                <a:latin typeface="Arial"/>
                <a:ea typeface="Microsoft YaHei"/>
              </a:rPr>
              <a:t>→</a:t>
            </a:r>
            <a:r>
              <a:rPr sz="900" b="0">
                <a:solidFill>
                  <a:srgbClr val="7653CF"/>
                </a:solidFill>
                <a:latin typeface="Microsoft YaHei"/>
                <a:ea typeface="Microsoft YaHei"/>
              </a:rPr>
              <a:t> </a:t>
            </a:r>
            <a:r>
              <a:rPr sz="900" b="0">
                <a:solidFill>
                  <a:srgbClr val="7653CF"/>
                </a:solidFill>
                <a:latin typeface="Arial"/>
                <a:ea typeface="Microsoft YaHei"/>
              </a:rPr>
              <a:t>local</a:t>
            </a:r>
            <a:r>
              <a:rPr sz="900" b="0">
                <a:solidFill>
                  <a:srgbClr val="7653CF"/>
                </a:solidFill>
                <a:latin typeface="Microsoft YaHei"/>
                <a:ea typeface="Microsoft YaHei"/>
              </a:rPr>
              <a:t> </a:t>
            </a:r>
            <a:r>
              <a:rPr sz="900" b="0">
                <a:solidFill>
                  <a:srgbClr val="7653CF"/>
                </a:solidFill>
                <a:latin typeface="Arial"/>
                <a:ea typeface="Microsoft YaHei"/>
              </a:rPr>
              <a:t>model</a:t>
            </a:r>
          </a:p>
        </p:txBody>
      </p:sp>
      <p:sp>
        <p:nvSpPr>
          <p:cNvPr id="78" name="TextBox 77"/>
          <p:cNvSpPr txBox="1"/>
          <p:nvPr/>
        </p:nvSpPr>
        <p:spPr>
          <a:xfrm>
            <a:off x="12211050" y="3952875"/>
            <a:ext cx="2478614" cy="160020"/>
          </a:xfrm>
          <a:prstGeom prst="rect">
            <a:avLst/>
          </a:prstGeom>
          <a:noFill/>
        </p:spPr>
        <p:txBody>
          <a:bodyPr wrap="none" lIns="0" rIns="0" tIns="0" bIns="0">
            <a:spAutoFit/>
          </a:bodyPr>
          <a:lstStyle/>
          <a:p>
            <a:pPr>
              <a:lnSpc>
                <a:spcPts val="1125"/>
              </a:lnSpc>
              <a:spcBef>
                <a:spcPts val="0"/>
              </a:spcBef>
              <a:spcAft>
                <a:spcPts val="0"/>
              </a:spcAft>
            </a:pPr>
            <a:r>
              <a:rPr sz="900" b="0">
                <a:solidFill>
                  <a:srgbClr val="7653CF"/>
                </a:solidFill>
                <a:latin typeface="Arial"/>
                <a:ea typeface="Microsoft YaHei"/>
              </a:rPr>
              <a:t>Context</a:t>
            </a:r>
            <a:r>
              <a:rPr sz="900" b="0">
                <a:solidFill>
                  <a:srgbClr val="7653CF"/>
                </a:solidFill>
                <a:latin typeface="Microsoft YaHei"/>
                <a:ea typeface="Microsoft YaHei"/>
              </a:rPr>
              <a:t> </a:t>
            </a:r>
            <a:r>
              <a:rPr sz="900" b="0">
                <a:solidFill>
                  <a:srgbClr val="7653CF"/>
                </a:solidFill>
                <a:latin typeface="Arial"/>
                <a:ea typeface="Microsoft YaHei"/>
              </a:rPr>
              <a:t>+</a:t>
            </a:r>
            <a:r>
              <a:rPr sz="900" b="0">
                <a:solidFill>
                  <a:srgbClr val="7653CF"/>
                </a:solidFill>
                <a:latin typeface="Microsoft YaHei"/>
                <a:ea typeface="Microsoft YaHei"/>
              </a:rPr>
              <a:t> </a:t>
            </a:r>
            <a:r>
              <a:rPr sz="900" b="0">
                <a:solidFill>
                  <a:srgbClr val="7653CF"/>
                </a:solidFill>
                <a:latin typeface="Arial"/>
                <a:ea typeface="Microsoft YaHei"/>
              </a:rPr>
              <a:t>tool</a:t>
            </a:r>
            <a:r>
              <a:rPr sz="900" b="0">
                <a:solidFill>
                  <a:srgbClr val="7653CF"/>
                </a:solidFill>
                <a:latin typeface="Microsoft YaHei"/>
                <a:ea typeface="Microsoft YaHei"/>
              </a:rPr>
              <a:t> </a:t>
            </a:r>
            <a:r>
              <a:rPr sz="900" b="0">
                <a:solidFill>
                  <a:srgbClr val="7653CF"/>
                </a:solidFill>
                <a:latin typeface="Arial"/>
                <a:ea typeface="Microsoft YaHei"/>
              </a:rPr>
              <a:t>permissions</a:t>
            </a:r>
            <a:r>
              <a:rPr sz="900" b="0">
                <a:solidFill>
                  <a:srgbClr val="7653CF"/>
                </a:solidFill>
                <a:latin typeface="Microsoft YaHei"/>
                <a:ea typeface="Microsoft YaHei"/>
              </a:rPr>
              <a:t> </a:t>
            </a:r>
            <a:r>
              <a:rPr sz="900" b="0">
                <a:solidFill>
                  <a:srgbClr val="7653CF"/>
                </a:solidFill>
                <a:latin typeface="Arial"/>
                <a:ea typeface="Microsoft YaHei"/>
              </a:rPr>
              <a:t>stay</a:t>
            </a:r>
            <a:r>
              <a:rPr sz="900" b="0">
                <a:solidFill>
                  <a:srgbClr val="7653CF"/>
                </a:solidFill>
                <a:latin typeface="Microsoft YaHei"/>
                <a:ea typeface="Microsoft YaHei"/>
              </a:rPr>
              <a:t> </a:t>
            </a:r>
            <a:r>
              <a:rPr sz="900" b="0">
                <a:solidFill>
                  <a:srgbClr val="7653CF"/>
                </a:solidFill>
                <a:latin typeface="Arial"/>
                <a:ea typeface="Microsoft YaHei"/>
              </a:rPr>
              <a:t>consistent</a:t>
            </a:r>
          </a:p>
        </p:txBody>
      </p:sp>
      <p:cxnSp>
        <p:nvCxnSpPr>
          <p:cNvPr id="79" name="Connector 78"/>
          <p:cNvCxnSpPr/>
          <p:nvPr/>
        </p:nvCxnSpPr>
        <p:spPr>
          <a:xfrm>
            <a:off x="11684000" y="2946400"/>
            <a:ext cx="381000" cy="0"/>
          </a:xfrm>
          <a:prstGeom prst="line">
            <a:avLst/>
          </a:prstGeom>
          <a:ln w="13970">
            <a:solidFill>
              <a:srgbClr val="7653CF"/>
            </a:solidFill>
          </a:ln>
        </p:spPr>
        <p:style>
          <a:lnRef idx="2">
            <a:schemeClr val="accent1"/>
          </a:lnRef>
          <a:fillRef idx="0">
            <a:schemeClr val="accent1"/>
          </a:fillRef>
          <a:effectRef idx="1">
            <a:schemeClr val="accent1"/>
          </a:effectRef>
          <a:fontRef idx="minor">
            <a:schemeClr val="tx1"/>
          </a:fontRef>
        </p:style>
      </p:cxnSp>
      <p:sp>
        <p:nvSpPr>
          <p:cNvPr id="80" name="Freeform 79"/>
          <p:cNvSpPr/>
          <p:nvPr/>
        </p:nvSpPr>
        <p:spPr>
          <a:xfrm>
            <a:off x="12014200" y="2921000"/>
            <a:ext cx="50800" cy="50800"/>
          </a:xfrm>
          <a:custGeom>
            <a:avLst/>
            <a:gdLst/>
            <a:ahLst/>
            <a:cxnLst/>
            <a:rect l="l" t="t" r="r" b="b"/>
            <a:pathLst>
              <a:path w="4" h="4">
                <a:moveTo>
                  <a:pt x="4" y="2"/>
                </a:moveTo>
                <a:lnTo>
                  <a:pt x="0" y="0"/>
                </a:lnTo>
                <a:lnTo>
                  <a:pt x="0" y="4"/>
                </a:lnTo>
                <a:close/>
              </a:path>
            </a:pathLst>
          </a:custGeom>
          <a:solidFill>
            <a:srgbClr val="7653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1" name="Connector 80"/>
          <p:cNvCxnSpPr/>
          <p:nvPr/>
        </p:nvCxnSpPr>
        <p:spPr>
          <a:xfrm flipH="1">
            <a:off x="11684000" y="3105150"/>
            <a:ext cx="381000" cy="0"/>
          </a:xfrm>
          <a:prstGeom prst="line">
            <a:avLst/>
          </a:prstGeom>
          <a:ln w="13970">
            <a:solidFill>
              <a:srgbClr val="7653CF"/>
            </a:solidFill>
          </a:ln>
        </p:spPr>
        <p:style>
          <a:lnRef idx="2">
            <a:schemeClr val="accent1"/>
          </a:lnRef>
          <a:fillRef idx="0">
            <a:schemeClr val="accent1"/>
          </a:fillRef>
          <a:effectRef idx="1">
            <a:schemeClr val="accent1"/>
          </a:effectRef>
          <a:fontRef idx="minor">
            <a:schemeClr val="tx1"/>
          </a:fontRef>
        </p:style>
      </p:cxnSp>
      <p:sp>
        <p:nvSpPr>
          <p:cNvPr id="82" name="Freeform 81"/>
          <p:cNvSpPr/>
          <p:nvPr/>
        </p:nvSpPr>
        <p:spPr>
          <a:xfrm>
            <a:off x="11684000" y="3086100"/>
            <a:ext cx="50800" cy="38100"/>
          </a:xfrm>
          <a:custGeom>
            <a:avLst/>
            <a:gdLst/>
            <a:ahLst/>
            <a:cxnLst/>
            <a:rect l="l" t="t" r="r" b="b"/>
            <a:pathLst>
              <a:path w="4" h="3">
                <a:moveTo>
                  <a:pt x="0" y="1"/>
                </a:moveTo>
                <a:lnTo>
                  <a:pt x="4" y="3"/>
                </a:lnTo>
                <a:lnTo>
                  <a:pt x="4" y="0"/>
                </a:lnTo>
                <a:close/>
              </a:path>
            </a:pathLst>
          </a:custGeom>
          <a:solidFill>
            <a:srgbClr val="7653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1752002" y="2692400"/>
            <a:ext cx="295795" cy="151129"/>
          </a:xfrm>
          <a:prstGeom prst="rect">
            <a:avLst/>
          </a:prstGeom>
          <a:noFill/>
        </p:spPr>
        <p:txBody>
          <a:bodyPr wrap="none" lIns="0" rIns="0" tIns="0" bIns="0">
            <a:spAutoFit/>
          </a:bodyPr>
          <a:lstStyle/>
          <a:p>
            <a:pPr>
              <a:lnSpc>
                <a:spcPts val="1062"/>
              </a:lnSpc>
              <a:spcBef>
                <a:spcPts val="0"/>
              </a:spcBef>
              <a:spcAft>
                <a:spcPts val="0"/>
              </a:spcAft>
            </a:pPr>
            <a:r>
              <a:rPr sz="850" b="1">
                <a:solidFill>
                  <a:srgbClr val="7653CF"/>
                </a:solidFill>
                <a:latin typeface="Arial"/>
                <a:ea typeface="Microsoft YaHei"/>
              </a:rPr>
              <a:t>LLM</a:t>
            </a:r>
          </a:p>
        </p:txBody>
      </p:sp>
      <p:sp>
        <p:nvSpPr>
          <p:cNvPr id="84" name="Rounded Rectangle 83"/>
          <p:cNvSpPr/>
          <p:nvPr/>
        </p:nvSpPr>
        <p:spPr>
          <a:xfrm>
            <a:off x="635000" y="4794250"/>
            <a:ext cx="3556000" cy="1746250"/>
          </a:xfrm>
          <a:prstGeom prst="roundRect">
            <a:avLst>
              <a:gd name="adj" fmla="val 5454"/>
            </a:avLst>
          </a:prstGeom>
          <a:solidFill>
            <a:srgbClr val="FFF4DE"/>
          </a:solidFill>
          <a:ln w="11430">
            <a:solidFill>
              <a:srgbClr val="BC7D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774700" y="4908550"/>
            <a:ext cx="1268028" cy="266700"/>
          </a:xfrm>
          <a:prstGeom prst="rect">
            <a:avLst/>
          </a:prstGeom>
          <a:noFill/>
        </p:spPr>
        <p:txBody>
          <a:bodyPr wrap="none" lIns="0" rIns="0" tIns="0" bIns="0">
            <a:spAutoFit/>
          </a:bodyPr>
          <a:lstStyle/>
          <a:p>
            <a:pPr>
              <a:lnSpc>
                <a:spcPts val="1875"/>
              </a:lnSpc>
              <a:spcBef>
                <a:spcPts val="0"/>
              </a:spcBef>
              <a:spcAft>
                <a:spcPts val="0"/>
              </a:spcAft>
            </a:pPr>
            <a:r>
              <a:rPr sz="1500" b="1">
                <a:solidFill>
                  <a:srgbClr val="BC7D1D"/>
                </a:solidFill>
                <a:latin typeface="Arial"/>
                <a:ea typeface="Microsoft YaHei"/>
              </a:rPr>
              <a:t>Skill</a:t>
            </a:r>
            <a:r>
              <a:rPr sz="1500" b="1">
                <a:solidFill>
                  <a:srgbClr val="BC7D1D"/>
                </a:solidFill>
                <a:latin typeface="Microsoft YaHei"/>
                <a:ea typeface="Microsoft YaHei"/>
              </a:rPr>
              <a:t> </a:t>
            </a:r>
            <a:r>
              <a:rPr sz="1500" b="1">
                <a:solidFill>
                  <a:srgbClr val="BC7D1D"/>
                </a:solidFill>
                <a:latin typeface="Arial"/>
                <a:ea typeface="Microsoft YaHei"/>
              </a:rPr>
              <a:t>library</a:t>
            </a:r>
          </a:p>
        </p:txBody>
      </p:sp>
      <p:sp>
        <p:nvSpPr>
          <p:cNvPr id="86" name="Rounded Rectangle 85"/>
          <p:cNvSpPr/>
          <p:nvPr/>
        </p:nvSpPr>
        <p:spPr>
          <a:xfrm>
            <a:off x="774700" y="5238750"/>
            <a:ext cx="1562100" cy="234950"/>
          </a:xfrm>
          <a:prstGeom prst="roundRect">
            <a:avLst>
              <a:gd name="adj" fmla="val 16216"/>
            </a:avLst>
          </a:prstGeom>
          <a:solidFill>
            <a:srgbClr val="FFFFFF"/>
          </a:solidFill>
          <a:ln w="6985">
            <a:solidFill>
              <a:srgbClr val="E3C9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1121209" y="5289550"/>
            <a:ext cx="919881" cy="151129"/>
          </a:xfrm>
          <a:prstGeom prst="rect">
            <a:avLst/>
          </a:prstGeom>
          <a:noFill/>
        </p:spPr>
        <p:txBody>
          <a:bodyPr wrap="none" lIns="0" rIns="0" tIns="0" bIns="0">
            <a:spAutoFit/>
          </a:bodyPr>
          <a:lstStyle/>
          <a:p>
            <a:pPr>
              <a:lnSpc>
                <a:spcPts val="1062"/>
              </a:lnSpc>
              <a:spcBef>
                <a:spcPts val="0"/>
              </a:spcBef>
              <a:spcAft>
                <a:spcPts val="0"/>
              </a:spcAft>
            </a:pPr>
            <a:r>
              <a:rPr sz="850" b="1">
                <a:solidFill>
                  <a:srgbClr val="BC7D1D"/>
                </a:solidFill>
                <a:latin typeface="Arial"/>
                <a:ea typeface="Microsoft YaHei"/>
              </a:rPr>
              <a:t>Brainstorming</a:t>
            </a:r>
          </a:p>
        </p:txBody>
      </p:sp>
      <p:sp>
        <p:nvSpPr>
          <p:cNvPr id="88" name="Rounded Rectangle 87"/>
          <p:cNvSpPr/>
          <p:nvPr/>
        </p:nvSpPr>
        <p:spPr>
          <a:xfrm>
            <a:off x="2413000" y="5238750"/>
            <a:ext cx="1562100" cy="234950"/>
          </a:xfrm>
          <a:prstGeom prst="roundRect">
            <a:avLst>
              <a:gd name="adj" fmla="val 16216"/>
            </a:avLst>
          </a:prstGeom>
          <a:solidFill>
            <a:srgbClr val="FFFFFF"/>
          </a:solidFill>
          <a:ln w="6985">
            <a:solidFill>
              <a:srgbClr val="E3C9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2627865" y="5289550"/>
            <a:ext cx="1183168" cy="151129"/>
          </a:xfrm>
          <a:prstGeom prst="rect">
            <a:avLst/>
          </a:prstGeom>
          <a:noFill/>
        </p:spPr>
        <p:txBody>
          <a:bodyPr wrap="none" lIns="0" rIns="0" tIns="0" bIns="0">
            <a:spAutoFit/>
          </a:bodyPr>
          <a:lstStyle/>
          <a:p>
            <a:pPr>
              <a:lnSpc>
                <a:spcPts val="1062"/>
              </a:lnSpc>
              <a:spcBef>
                <a:spcPts val="0"/>
              </a:spcBef>
              <a:spcAft>
                <a:spcPts val="0"/>
              </a:spcAft>
            </a:pPr>
            <a:r>
              <a:rPr sz="850" b="1">
                <a:solidFill>
                  <a:srgbClr val="BC7D1D"/>
                </a:solidFill>
                <a:latin typeface="Arial"/>
                <a:ea typeface="Microsoft YaHei"/>
              </a:rPr>
              <a:t>Experiment</a:t>
            </a:r>
            <a:r>
              <a:rPr sz="850" b="1">
                <a:solidFill>
                  <a:srgbClr val="BC7D1D"/>
                </a:solidFill>
                <a:latin typeface="Microsoft YaHei"/>
                <a:ea typeface="Microsoft YaHei"/>
              </a:rPr>
              <a:t> </a:t>
            </a:r>
            <a:r>
              <a:rPr sz="850" b="1">
                <a:solidFill>
                  <a:srgbClr val="BC7D1D"/>
                </a:solidFill>
                <a:latin typeface="Arial"/>
                <a:ea typeface="Microsoft YaHei"/>
              </a:rPr>
              <a:t>design</a:t>
            </a:r>
          </a:p>
        </p:txBody>
      </p:sp>
      <p:sp>
        <p:nvSpPr>
          <p:cNvPr id="90" name="Rounded Rectangle 89"/>
          <p:cNvSpPr/>
          <p:nvPr/>
        </p:nvSpPr>
        <p:spPr>
          <a:xfrm>
            <a:off x="774700" y="5543550"/>
            <a:ext cx="1562100" cy="234950"/>
          </a:xfrm>
          <a:prstGeom prst="roundRect">
            <a:avLst>
              <a:gd name="adj" fmla="val 16216"/>
            </a:avLst>
          </a:prstGeom>
          <a:solidFill>
            <a:srgbClr val="FFFFFF"/>
          </a:solidFill>
          <a:ln w="6985">
            <a:solidFill>
              <a:srgbClr val="E3C9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062252" y="5594350"/>
            <a:ext cx="1037794" cy="151129"/>
          </a:xfrm>
          <a:prstGeom prst="rect">
            <a:avLst/>
          </a:prstGeom>
          <a:noFill/>
        </p:spPr>
        <p:txBody>
          <a:bodyPr wrap="none" lIns="0" rIns="0" tIns="0" bIns="0">
            <a:spAutoFit/>
          </a:bodyPr>
          <a:lstStyle/>
          <a:p>
            <a:pPr>
              <a:lnSpc>
                <a:spcPts val="1062"/>
              </a:lnSpc>
              <a:spcBef>
                <a:spcPts val="0"/>
              </a:spcBef>
              <a:spcAft>
                <a:spcPts val="0"/>
              </a:spcAft>
            </a:pPr>
            <a:r>
              <a:rPr sz="850" b="1">
                <a:solidFill>
                  <a:srgbClr val="BC7D1D"/>
                </a:solidFill>
                <a:latin typeface="Arial"/>
                <a:ea typeface="Microsoft YaHei"/>
              </a:rPr>
              <a:t>Calibration</a:t>
            </a:r>
            <a:r>
              <a:rPr sz="850" b="1">
                <a:solidFill>
                  <a:srgbClr val="BC7D1D"/>
                </a:solidFill>
                <a:latin typeface="Microsoft YaHei"/>
                <a:ea typeface="Microsoft YaHei"/>
              </a:rPr>
              <a:t> </a:t>
            </a:r>
            <a:r>
              <a:rPr sz="850" b="1">
                <a:solidFill>
                  <a:srgbClr val="BC7D1D"/>
                </a:solidFill>
                <a:latin typeface="Arial"/>
                <a:ea typeface="Microsoft YaHei"/>
              </a:rPr>
              <a:t>+</a:t>
            </a:r>
            <a:r>
              <a:rPr sz="850" b="1">
                <a:solidFill>
                  <a:srgbClr val="BC7D1D"/>
                </a:solidFill>
                <a:latin typeface="Microsoft YaHei"/>
                <a:ea typeface="Microsoft YaHei"/>
              </a:rPr>
              <a:t> </a:t>
            </a:r>
            <a:r>
              <a:rPr sz="850" b="1">
                <a:solidFill>
                  <a:srgbClr val="BC7D1D"/>
                </a:solidFill>
                <a:latin typeface="Arial"/>
                <a:ea typeface="Microsoft YaHei"/>
              </a:rPr>
              <a:t>QC</a:t>
            </a:r>
          </a:p>
        </p:txBody>
      </p:sp>
      <p:sp>
        <p:nvSpPr>
          <p:cNvPr id="92" name="Rounded Rectangle 91"/>
          <p:cNvSpPr/>
          <p:nvPr/>
        </p:nvSpPr>
        <p:spPr>
          <a:xfrm>
            <a:off x="2413000" y="5543550"/>
            <a:ext cx="1562100" cy="234950"/>
          </a:xfrm>
          <a:prstGeom prst="roundRect">
            <a:avLst>
              <a:gd name="adj" fmla="val 16216"/>
            </a:avLst>
          </a:prstGeom>
          <a:solidFill>
            <a:srgbClr val="FFFFFF"/>
          </a:solidFill>
          <a:ln w="6985">
            <a:solidFill>
              <a:srgbClr val="E3C9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2500545" y="5594350"/>
            <a:ext cx="1437809" cy="151129"/>
          </a:xfrm>
          <a:prstGeom prst="rect">
            <a:avLst/>
          </a:prstGeom>
          <a:noFill/>
        </p:spPr>
        <p:txBody>
          <a:bodyPr wrap="none" lIns="0" rIns="0" tIns="0" bIns="0">
            <a:spAutoFit/>
          </a:bodyPr>
          <a:lstStyle/>
          <a:p>
            <a:pPr>
              <a:lnSpc>
                <a:spcPts val="1062"/>
              </a:lnSpc>
              <a:spcBef>
                <a:spcPts val="0"/>
              </a:spcBef>
              <a:spcAft>
                <a:spcPts val="0"/>
              </a:spcAft>
            </a:pPr>
            <a:r>
              <a:rPr sz="850" b="1">
                <a:solidFill>
                  <a:srgbClr val="BC7D1D"/>
                </a:solidFill>
                <a:latin typeface="Arial"/>
                <a:ea typeface="Microsoft YaHei"/>
              </a:rPr>
              <a:t>Instrument</a:t>
            </a:r>
            <a:r>
              <a:rPr sz="850" b="1">
                <a:solidFill>
                  <a:srgbClr val="BC7D1D"/>
                </a:solidFill>
                <a:latin typeface="Microsoft YaHei"/>
                <a:ea typeface="Microsoft YaHei"/>
              </a:rPr>
              <a:t> </a:t>
            </a:r>
            <a:r>
              <a:rPr sz="850" b="1">
                <a:solidFill>
                  <a:srgbClr val="BC7D1D"/>
                </a:solidFill>
                <a:latin typeface="Arial"/>
                <a:ea typeface="Microsoft YaHei"/>
              </a:rPr>
              <a:t>integration</a:t>
            </a:r>
          </a:p>
        </p:txBody>
      </p:sp>
      <p:sp>
        <p:nvSpPr>
          <p:cNvPr id="94" name="Rounded Rectangle 93"/>
          <p:cNvSpPr/>
          <p:nvPr/>
        </p:nvSpPr>
        <p:spPr>
          <a:xfrm>
            <a:off x="774700" y="5848350"/>
            <a:ext cx="1562100" cy="234950"/>
          </a:xfrm>
          <a:prstGeom prst="roundRect">
            <a:avLst>
              <a:gd name="adj" fmla="val 16216"/>
            </a:avLst>
          </a:prstGeom>
          <a:solidFill>
            <a:srgbClr val="FFFFFF"/>
          </a:solidFill>
          <a:ln w="6985">
            <a:solidFill>
              <a:srgbClr val="E3C9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942285" y="5899150"/>
            <a:ext cx="1277729" cy="151129"/>
          </a:xfrm>
          <a:prstGeom prst="rect">
            <a:avLst/>
          </a:prstGeom>
          <a:noFill/>
        </p:spPr>
        <p:txBody>
          <a:bodyPr wrap="none" lIns="0" rIns="0" tIns="0" bIns="0">
            <a:spAutoFit/>
          </a:bodyPr>
          <a:lstStyle/>
          <a:p>
            <a:pPr>
              <a:lnSpc>
                <a:spcPts val="1062"/>
              </a:lnSpc>
              <a:spcBef>
                <a:spcPts val="0"/>
              </a:spcBef>
              <a:spcAft>
                <a:spcPts val="0"/>
              </a:spcAft>
            </a:pPr>
            <a:r>
              <a:rPr sz="850" b="1">
                <a:solidFill>
                  <a:srgbClr val="BC7D1D"/>
                </a:solidFill>
                <a:latin typeface="Arial"/>
                <a:ea typeface="Microsoft YaHei"/>
              </a:rPr>
              <a:t>Analysis</a:t>
            </a:r>
            <a:r>
              <a:rPr sz="850" b="1">
                <a:solidFill>
                  <a:srgbClr val="BC7D1D"/>
                </a:solidFill>
                <a:latin typeface="Microsoft YaHei"/>
                <a:ea typeface="Microsoft YaHei"/>
              </a:rPr>
              <a:t> </a:t>
            </a:r>
            <a:r>
              <a:rPr sz="850" b="1">
                <a:solidFill>
                  <a:srgbClr val="BC7D1D"/>
                </a:solidFill>
                <a:latin typeface="Arial"/>
                <a:ea typeface="Microsoft YaHei"/>
              </a:rPr>
              <a:t>+</a:t>
            </a:r>
            <a:r>
              <a:rPr sz="850" b="1">
                <a:solidFill>
                  <a:srgbClr val="BC7D1D"/>
                </a:solidFill>
                <a:latin typeface="Microsoft YaHei"/>
                <a:ea typeface="Microsoft YaHei"/>
              </a:rPr>
              <a:t> </a:t>
            </a:r>
            <a:r>
              <a:rPr sz="850" b="1">
                <a:solidFill>
                  <a:srgbClr val="BC7D1D"/>
                </a:solidFill>
                <a:latin typeface="Arial"/>
                <a:ea typeface="Microsoft YaHei"/>
              </a:rPr>
              <a:t>reporting</a:t>
            </a:r>
          </a:p>
        </p:txBody>
      </p:sp>
      <p:sp>
        <p:nvSpPr>
          <p:cNvPr id="96" name="Rounded Rectangle 95"/>
          <p:cNvSpPr/>
          <p:nvPr/>
        </p:nvSpPr>
        <p:spPr>
          <a:xfrm>
            <a:off x="2413000" y="5848350"/>
            <a:ext cx="1562100" cy="234950"/>
          </a:xfrm>
          <a:prstGeom prst="roundRect">
            <a:avLst>
              <a:gd name="adj" fmla="val 16216"/>
            </a:avLst>
          </a:prstGeom>
          <a:solidFill>
            <a:srgbClr val="FFFFFF"/>
          </a:solidFill>
          <a:ln w="6985">
            <a:solidFill>
              <a:srgbClr val="E3C9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2695281" y="5899150"/>
            <a:ext cx="1048336" cy="151129"/>
          </a:xfrm>
          <a:prstGeom prst="rect">
            <a:avLst/>
          </a:prstGeom>
          <a:noFill/>
        </p:spPr>
        <p:txBody>
          <a:bodyPr wrap="none" lIns="0" rIns="0" tIns="0" bIns="0">
            <a:spAutoFit/>
          </a:bodyPr>
          <a:lstStyle/>
          <a:p>
            <a:pPr>
              <a:lnSpc>
                <a:spcPts val="1062"/>
              </a:lnSpc>
              <a:spcBef>
                <a:spcPts val="0"/>
              </a:spcBef>
              <a:spcAft>
                <a:spcPts val="0"/>
              </a:spcAft>
            </a:pPr>
            <a:r>
              <a:rPr sz="850" b="1">
                <a:solidFill>
                  <a:srgbClr val="BC7D1D"/>
                </a:solidFill>
                <a:latin typeface="Arial"/>
                <a:ea typeface="Microsoft YaHei"/>
              </a:rPr>
              <a:t>Troubleshooting</a:t>
            </a:r>
          </a:p>
        </p:txBody>
      </p:sp>
      <p:sp>
        <p:nvSpPr>
          <p:cNvPr id="98" name="TextBox 97"/>
          <p:cNvSpPr txBox="1"/>
          <p:nvPr/>
        </p:nvSpPr>
        <p:spPr>
          <a:xfrm>
            <a:off x="774700" y="6229350"/>
            <a:ext cx="1723550" cy="151129"/>
          </a:xfrm>
          <a:prstGeom prst="rect">
            <a:avLst/>
          </a:prstGeom>
          <a:noFill/>
        </p:spPr>
        <p:txBody>
          <a:bodyPr wrap="none" lIns="0" rIns="0" tIns="0" bIns="0">
            <a:spAutoFit/>
          </a:bodyPr>
          <a:lstStyle/>
          <a:p>
            <a:pPr>
              <a:lnSpc>
                <a:spcPts val="1062"/>
              </a:lnSpc>
              <a:spcBef>
                <a:spcPts val="0"/>
              </a:spcBef>
              <a:spcAft>
                <a:spcPts val="0"/>
              </a:spcAft>
            </a:pPr>
            <a:r>
              <a:rPr sz="850" b="0">
                <a:solidFill>
                  <a:srgbClr val="BC7D1D"/>
                </a:solidFill>
                <a:latin typeface="Arial"/>
                <a:ea typeface="Microsoft YaHei"/>
              </a:rPr>
              <a:t>SKILL.md</a:t>
            </a:r>
            <a:r>
              <a:rPr sz="850" b="0">
                <a:solidFill>
                  <a:srgbClr val="BC7D1D"/>
                </a:solidFill>
                <a:latin typeface="Microsoft YaHei"/>
                <a:ea typeface="Microsoft YaHei"/>
              </a:rPr>
              <a:t> </a:t>
            </a:r>
            <a:r>
              <a:rPr sz="850" b="0">
                <a:solidFill>
                  <a:srgbClr val="BC7D1D"/>
                </a:solidFill>
                <a:latin typeface="Arial"/>
                <a:ea typeface="Microsoft YaHei"/>
              </a:rPr>
              <a:t>+</a:t>
            </a:r>
            <a:r>
              <a:rPr sz="850" b="0">
                <a:solidFill>
                  <a:srgbClr val="BC7D1D"/>
                </a:solidFill>
                <a:latin typeface="Microsoft YaHei"/>
                <a:ea typeface="Microsoft YaHei"/>
              </a:rPr>
              <a:t> </a:t>
            </a:r>
            <a:r>
              <a:rPr sz="850" b="0">
                <a:solidFill>
                  <a:srgbClr val="BC7D1D"/>
                </a:solidFill>
                <a:latin typeface="Arial"/>
                <a:ea typeface="Microsoft YaHei"/>
              </a:rPr>
              <a:t>references</a:t>
            </a:r>
            <a:r>
              <a:rPr sz="850" b="0">
                <a:solidFill>
                  <a:srgbClr val="BC7D1D"/>
                </a:solidFill>
                <a:latin typeface="Microsoft YaHei"/>
                <a:ea typeface="Microsoft YaHei"/>
              </a:rPr>
              <a:t> </a:t>
            </a:r>
            <a:r>
              <a:rPr sz="850" b="0">
                <a:solidFill>
                  <a:srgbClr val="BC7D1D"/>
                </a:solidFill>
                <a:latin typeface="Arial"/>
                <a:ea typeface="Microsoft YaHei"/>
              </a:rPr>
              <a:t>/</a:t>
            </a:r>
            <a:r>
              <a:rPr sz="850" b="0">
                <a:solidFill>
                  <a:srgbClr val="BC7D1D"/>
                </a:solidFill>
                <a:latin typeface="Microsoft YaHei"/>
                <a:ea typeface="Microsoft YaHei"/>
              </a:rPr>
              <a:t> </a:t>
            </a:r>
            <a:r>
              <a:rPr sz="850" b="0">
                <a:solidFill>
                  <a:srgbClr val="BC7D1D"/>
                </a:solidFill>
                <a:latin typeface="Arial"/>
                <a:ea typeface="Microsoft YaHei"/>
              </a:rPr>
              <a:t>scripts</a:t>
            </a:r>
          </a:p>
        </p:txBody>
      </p:sp>
      <p:sp>
        <p:nvSpPr>
          <p:cNvPr id="99" name="TextBox 98"/>
          <p:cNvSpPr txBox="1"/>
          <p:nvPr/>
        </p:nvSpPr>
        <p:spPr>
          <a:xfrm>
            <a:off x="774700" y="6364287"/>
            <a:ext cx="2509192" cy="151129"/>
          </a:xfrm>
          <a:prstGeom prst="rect">
            <a:avLst/>
          </a:prstGeom>
          <a:noFill/>
        </p:spPr>
        <p:txBody>
          <a:bodyPr wrap="none" lIns="0" rIns="0" tIns="0" bIns="0">
            <a:spAutoFit/>
          </a:bodyPr>
          <a:lstStyle/>
          <a:p>
            <a:pPr>
              <a:lnSpc>
                <a:spcPts val="1062"/>
              </a:lnSpc>
              <a:spcBef>
                <a:spcPts val="0"/>
              </a:spcBef>
              <a:spcAft>
                <a:spcPts val="0"/>
              </a:spcAft>
            </a:pPr>
            <a:r>
              <a:rPr sz="850" b="0">
                <a:solidFill>
                  <a:srgbClr val="BC7D1D"/>
                </a:solidFill>
                <a:latin typeface="Arial"/>
                <a:ea typeface="Microsoft YaHei"/>
              </a:rPr>
              <a:t>Discover</a:t>
            </a:r>
            <a:r>
              <a:rPr sz="850" b="0">
                <a:solidFill>
                  <a:srgbClr val="BC7D1D"/>
                </a:solidFill>
                <a:latin typeface="Microsoft YaHei"/>
                <a:ea typeface="Microsoft YaHei"/>
              </a:rPr>
              <a:t> </a:t>
            </a:r>
            <a:r>
              <a:rPr sz="850" b="0">
                <a:solidFill>
                  <a:srgbClr val="BC7D1D"/>
                </a:solidFill>
                <a:latin typeface="Arial"/>
                <a:ea typeface="Microsoft YaHei"/>
              </a:rPr>
              <a:t>→</a:t>
            </a:r>
            <a:r>
              <a:rPr sz="850" b="0">
                <a:solidFill>
                  <a:srgbClr val="BC7D1D"/>
                </a:solidFill>
                <a:latin typeface="Microsoft YaHei"/>
                <a:ea typeface="Microsoft YaHei"/>
              </a:rPr>
              <a:t> </a:t>
            </a:r>
            <a:r>
              <a:rPr sz="850" b="0">
                <a:solidFill>
                  <a:srgbClr val="BC7D1D"/>
                </a:solidFill>
                <a:latin typeface="Arial"/>
                <a:ea typeface="Microsoft YaHei"/>
              </a:rPr>
              <a:t>load</a:t>
            </a:r>
            <a:r>
              <a:rPr sz="850" b="0">
                <a:solidFill>
                  <a:srgbClr val="BC7D1D"/>
                </a:solidFill>
                <a:latin typeface="Microsoft YaHei"/>
                <a:ea typeface="Microsoft YaHei"/>
              </a:rPr>
              <a:t> </a:t>
            </a:r>
            <a:r>
              <a:rPr sz="850" b="0">
                <a:solidFill>
                  <a:srgbClr val="BC7D1D"/>
                </a:solidFill>
                <a:latin typeface="Arial"/>
                <a:ea typeface="Microsoft YaHei"/>
              </a:rPr>
              <a:t>on</a:t>
            </a:r>
            <a:r>
              <a:rPr sz="850" b="0">
                <a:solidFill>
                  <a:srgbClr val="BC7D1D"/>
                </a:solidFill>
                <a:latin typeface="Microsoft YaHei"/>
                <a:ea typeface="Microsoft YaHei"/>
              </a:rPr>
              <a:t> </a:t>
            </a:r>
            <a:r>
              <a:rPr sz="850" b="0">
                <a:solidFill>
                  <a:srgbClr val="BC7D1D"/>
                </a:solidFill>
                <a:latin typeface="Arial"/>
                <a:ea typeface="Microsoft YaHei"/>
              </a:rPr>
              <a:t>demand</a:t>
            </a:r>
            <a:r>
              <a:rPr sz="850" b="0">
                <a:solidFill>
                  <a:srgbClr val="BC7D1D"/>
                </a:solidFill>
                <a:latin typeface="Microsoft YaHei"/>
                <a:ea typeface="Microsoft YaHei"/>
              </a:rPr>
              <a:t> </a:t>
            </a:r>
            <a:r>
              <a:rPr sz="850" b="0">
                <a:solidFill>
                  <a:srgbClr val="BC7D1D"/>
                </a:solidFill>
                <a:latin typeface="Arial"/>
                <a:ea typeface="Microsoft YaHei"/>
              </a:rPr>
              <a:t>→</a:t>
            </a:r>
            <a:r>
              <a:rPr sz="850" b="0">
                <a:solidFill>
                  <a:srgbClr val="BC7D1D"/>
                </a:solidFill>
                <a:latin typeface="Microsoft YaHei"/>
                <a:ea typeface="Microsoft YaHei"/>
              </a:rPr>
              <a:t> </a:t>
            </a:r>
            <a:r>
              <a:rPr sz="850" b="0">
                <a:solidFill>
                  <a:srgbClr val="BC7D1D"/>
                </a:solidFill>
                <a:latin typeface="Arial"/>
                <a:ea typeface="Microsoft YaHei"/>
              </a:rPr>
              <a:t>follow</a:t>
            </a:r>
            <a:r>
              <a:rPr sz="850" b="0">
                <a:solidFill>
                  <a:srgbClr val="BC7D1D"/>
                </a:solidFill>
                <a:latin typeface="Microsoft YaHei"/>
                <a:ea typeface="Microsoft YaHei"/>
              </a:rPr>
              <a:t> </a:t>
            </a:r>
            <a:r>
              <a:rPr sz="850" b="0">
                <a:solidFill>
                  <a:srgbClr val="BC7D1D"/>
                </a:solidFill>
                <a:latin typeface="Arial"/>
                <a:ea typeface="Microsoft YaHei"/>
              </a:rPr>
              <a:t>workflow</a:t>
            </a:r>
          </a:p>
        </p:txBody>
      </p:sp>
      <p:cxnSp>
        <p:nvCxnSpPr>
          <p:cNvPr id="100" name="Connector 99"/>
          <p:cNvCxnSpPr/>
          <p:nvPr/>
        </p:nvCxnSpPr>
        <p:spPr>
          <a:xfrm>
            <a:off x="4191000" y="5467350"/>
            <a:ext cx="431800" cy="0"/>
          </a:xfrm>
          <a:prstGeom prst="line">
            <a:avLst/>
          </a:prstGeom>
          <a:ln w="13970">
            <a:solidFill>
              <a:srgbClr val="BC7D1D"/>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4622800" y="3676650"/>
            <a:ext cx="0" cy="1790700"/>
          </a:xfrm>
          <a:prstGeom prst="line">
            <a:avLst/>
          </a:prstGeom>
          <a:ln w="13970">
            <a:solidFill>
              <a:srgbClr val="BC7D1D"/>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a:off x="4622800" y="3676650"/>
            <a:ext cx="457200" cy="0"/>
          </a:xfrm>
          <a:prstGeom prst="line">
            <a:avLst/>
          </a:prstGeom>
          <a:ln w="13970">
            <a:solidFill>
              <a:srgbClr val="BC7D1D"/>
            </a:solidFill>
          </a:ln>
        </p:spPr>
        <p:style>
          <a:lnRef idx="2">
            <a:schemeClr val="accent1"/>
          </a:lnRef>
          <a:fillRef idx="0">
            <a:schemeClr val="accent1"/>
          </a:fillRef>
          <a:effectRef idx="1">
            <a:schemeClr val="accent1"/>
          </a:effectRef>
          <a:fontRef idx="minor">
            <a:schemeClr val="tx1"/>
          </a:fontRef>
        </p:style>
      </p:cxnSp>
      <p:sp>
        <p:nvSpPr>
          <p:cNvPr id="103" name="Freeform 102"/>
          <p:cNvSpPr/>
          <p:nvPr/>
        </p:nvSpPr>
        <p:spPr>
          <a:xfrm>
            <a:off x="5029200" y="3644900"/>
            <a:ext cx="50800" cy="63500"/>
          </a:xfrm>
          <a:custGeom>
            <a:avLst/>
            <a:gdLst/>
            <a:ahLst/>
            <a:cxnLst/>
            <a:rect l="l" t="t" r="r" b="b"/>
            <a:pathLst>
              <a:path w="4" h="5">
                <a:moveTo>
                  <a:pt x="4" y="3"/>
                </a:moveTo>
                <a:lnTo>
                  <a:pt x="0" y="0"/>
                </a:lnTo>
                <a:lnTo>
                  <a:pt x="0" y="5"/>
                </a:lnTo>
                <a:close/>
              </a:path>
            </a:pathLst>
          </a:custGeom>
          <a:solidFill>
            <a:srgbClr val="BC7D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4262635" y="4432300"/>
            <a:ext cx="326628" cy="142240"/>
          </a:xfrm>
          <a:prstGeom prst="rect">
            <a:avLst/>
          </a:prstGeom>
          <a:noFill/>
        </p:spPr>
        <p:txBody>
          <a:bodyPr wrap="none" lIns="0" rIns="0" tIns="0" bIns="0">
            <a:spAutoFit/>
          </a:bodyPr>
          <a:lstStyle/>
          <a:p>
            <a:pPr>
              <a:lnSpc>
                <a:spcPts val="1000"/>
              </a:lnSpc>
              <a:spcBef>
                <a:spcPts val="0"/>
              </a:spcBef>
              <a:spcAft>
                <a:spcPts val="0"/>
              </a:spcAft>
            </a:pPr>
            <a:r>
              <a:rPr sz="800" b="1">
                <a:solidFill>
                  <a:srgbClr val="BC7D1D"/>
                </a:solidFill>
                <a:latin typeface="Arial"/>
                <a:ea typeface="Microsoft YaHei"/>
              </a:rPr>
              <a:t>Load</a:t>
            </a:r>
          </a:p>
        </p:txBody>
      </p:sp>
      <p:sp>
        <p:nvSpPr>
          <p:cNvPr id="105" name="TextBox 104"/>
          <p:cNvSpPr txBox="1"/>
          <p:nvPr/>
        </p:nvSpPr>
        <p:spPr>
          <a:xfrm>
            <a:off x="4284290" y="4559300"/>
            <a:ext cx="283319" cy="142240"/>
          </a:xfrm>
          <a:prstGeom prst="rect">
            <a:avLst/>
          </a:prstGeom>
          <a:noFill/>
        </p:spPr>
        <p:txBody>
          <a:bodyPr wrap="none" lIns="0" rIns="0" tIns="0" bIns="0">
            <a:spAutoFit/>
          </a:bodyPr>
          <a:lstStyle/>
          <a:p>
            <a:pPr>
              <a:lnSpc>
                <a:spcPts val="1000"/>
              </a:lnSpc>
              <a:spcBef>
                <a:spcPts val="0"/>
              </a:spcBef>
              <a:spcAft>
                <a:spcPts val="0"/>
              </a:spcAft>
            </a:pPr>
            <a:r>
              <a:rPr sz="800" b="1">
                <a:solidFill>
                  <a:srgbClr val="BC7D1D"/>
                </a:solidFill>
                <a:latin typeface="Arial"/>
                <a:ea typeface="Microsoft YaHei"/>
              </a:rPr>
              <a:t>skill</a:t>
            </a:r>
          </a:p>
        </p:txBody>
      </p:sp>
      <p:sp>
        <p:nvSpPr>
          <p:cNvPr id="106" name="Rounded Rectangle 105"/>
          <p:cNvSpPr/>
          <p:nvPr/>
        </p:nvSpPr>
        <p:spPr>
          <a:xfrm>
            <a:off x="5080000" y="4794250"/>
            <a:ext cx="6604000" cy="1746250"/>
          </a:xfrm>
          <a:prstGeom prst="roundRect">
            <a:avLst>
              <a:gd name="adj" fmla="val 5454"/>
            </a:avLst>
          </a:prstGeom>
          <a:solidFill>
            <a:srgbClr val="EDF3FC"/>
          </a:solidFill>
          <a:ln w="11430">
            <a:solidFill>
              <a:srgbClr val="3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5219700" y="4908550"/>
            <a:ext cx="3269084" cy="248919"/>
          </a:xfrm>
          <a:prstGeom prst="rect">
            <a:avLst/>
          </a:prstGeom>
          <a:noFill/>
        </p:spPr>
        <p:txBody>
          <a:bodyPr wrap="none" lIns="0" rIns="0" tIns="0" bIns="0">
            <a:spAutoFit/>
          </a:bodyPr>
          <a:lstStyle/>
          <a:p>
            <a:pPr>
              <a:lnSpc>
                <a:spcPts val="1750"/>
              </a:lnSpc>
              <a:spcBef>
                <a:spcPts val="0"/>
              </a:spcBef>
              <a:spcAft>
                <a:spcPts val="0"/>
              </a:spcAft>
            </a:pPr>
            <a:r>
              <a:rPr sz="1400" b="1">
                <a:solidFill>
                  <a:srgbClr val="3B6CB0"/>
                </a:solidFill>
                <a:latin typeface="Arial"/>
                <a:ea typeface="Microsoft YaHei"/>
              </a:rPr>
              <a:t>Tool</a:t>
            </a:r>
            <a:r>
              <a:rPr sz="1400" b="1">
                <a:solidFill>
                  <a:srgbClr val="3B6CB0"/>
                </a:solidFill>
                <a:latin typeface="Microsoft YaHei"/>
                <a:ea typeface="Microsoft YaHei"/>
              </a:rPr>
              <a:t> </a:t>
            </a:r>
            <a:r>
              <a:rPr sz="1400" b="1">
                <a:solidFill>
                  <a:srgbClr val="3B6CB0"/>
                </a:solidFill>
                <a:latin typeface="Arial"/>
                <a:ea typeface="Microsoft YaHei"/>
              </a:rPr>
              <a:t>access</a:t>
            </a:r>
            <a:r>
              <a:rPr sz="1400" b="1">
                <a:solidFill>
                  <a:srgbClr val="3B6CB0"/>
                </a:solidFill>
                <a:latin typeface="Microsoft YaHei"/>
                <a:ea typeface="Microsoft YaHei"/>
              </a:rPr>
              <a:t>  </a:t>
            </a:r>
            <a:r>
              <a:rPr sz="1400" b="1">
                <a:solidFill>
                  <a:srgbClr val="3B6CB0"/>
                </a:solidFill>
                <a:latin typeface="Arial"/>
                <a:ea typeface="Microsoft YaHei"/>
              </a:rPr>
              <a:t>/</a:t>
            </a:r>
            <a:r>
              <a:rPr sz="1400" b="1">
                <a:solidFill>
                  <a:srgbClr val="3B6CB0"/>
                </a:solidFill>
                <a:latin typeface="Microsoft YaHei"/>
                <a:ea typeface="Microsoft YaHei"/>
              </a:rPr>
              <a:t>  </a:t>
            </a:r>
            <a:r>
              <a:rPr sz="1400" b="1">
                <a:solidFill>
                  <a:srgbClr val="3B6CB0"/>
                </a:solidFill>
                <a:latin typeface="Arial"/>
                <a:ea typeface="Microsoft YaHei"/>
              </a:rPr>
              <a:t>MCP</a:t>
            </a:r>
            <a:r>
              <a:rPr sz="1400" b="1">
                <a:solidFill>
                  <a:srgbClr val="3B6CB0"/>
                </a:solidFill>
                <a:latin typeface="Microsoft YaHei"/>
                <a:ea typeface="Microsoft YaHei"/>
              </a:rPr>
              <a:t> </a:t>
            </a:r>
            <a:r>
              <a:rPr sz="1400" b="1">
                <a:solidFill>
                  <a:srgbClr val="3B6CB0"/>
                </a:solidFill>
                <a:latin typeface="Arial"/>
                <a:ea typeface="Microsoft YaHei"/>
              </a:rPr>
              <a:t>host</a:t>
            </a:r>
            <a:r>
              <a:rPr sz="1400" b="1">
                <a:solidFill>
                  <a:srgbClr val="3B6CB0"/>
                </a:solidFill>
                <a:latin typeface="Microsoft YaHei"/>
                <a:ea typeface="Microsoft YaHei"/>
              </a:rPr>
              <a:t> </a:t>
            </a:r>
            <a:r>
              <a:rPr sz="1400" b="1">
                <a:solidFill>
                  <a:srgbClr val="3B6CB0"/>
                </a:solidFill>
                <a:latin typeface="Arial"/>
                <a:ea typeface="Microsoft YaHei"/>
              </a:rPr>
              <a:t>+</a:t>
            </a:r>
            <a:r>
              <a:rPr sz="1400" b="1">
                <a:solidFill>
                  <a:srgbClr val="3B6CB0"/>
                </a:solidFill>
                <a:latin typeface="Microsoft YaHei"/>
                <a:ea typeface="Microsoft YaHei"/>
              </a:rPr>
              <a:t> </a:t>
            </a:r>
            <a:r>
              <a:rPr sz="1400" b="1">
                <a:solidFill>
                  <a:srgbClr val="3B6CB0"/>
                </a:solidFill>
                <a:latin typeface="Arial"/>
                <a:ea typeface="Microsoft YaHei"/>
              </a:rPr>
              <a:t>clients</a:t>
            </a:r>
          </a:p>
        </p:txBody>
      </p:sp>
      <p:sp>
        <p:nvSpPr>
          <p:cNvPr id="108" name="Rounded Rectangle 107"/>
          <p:cNvSpPr/>
          <p:nvPr/>
        </p:nvSpPr>
        <p:spPr>
          <a:xfrm>
            <a:off x="5245100" y="5283200"/>
            <a:ext cx="1993900" cy="647700"/>
          </a:xfrm>
          <a:prstGeom prst="roundRect">
            <a:avLst>
              <a:gd name="adj" fmla="val 7843"/>
            </a:avLst>
          </a:prstGeom>
          <a:solidFill>
            <a:srgbClr val="FFFFFF"/>
          </a:solidFill>
          <a:ln w="8255">
            <a:solidFill>
              <a:srgbClr val="3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5588319" y="5365750"/>
            <a:ext cx="1358261" cy="204469"/>
          </a:xfrm>
          <a:prstGeom prst="rect">
            <a:avLst/>
          </a:prstGeom>
          <a:noFill/>
        </p:spPr>
        <p:txBody>
          <a:bodyPr wrap="none" lIns="0" rIns="0" tIns="0" bIns="0">
            <a:spAutoFit/>
          </a:bodyPr>
          <a:lstStyle/>
          <a:p>
            <a:pPr>
              <a:lnSpc>
                <a:spcPts val="1437"/>
              </a:lnSpc>
              <a:spcBef>
                <a:spcPts val="0"/>
              </a:spcBef>
              <a:spcAft>
                <a:spcPts val="0"/>
              </a:spcAft>
            </a:pPr>
            <a:r>
              <a:rPr sz="1150" b="1">
                <a:solidFill>
                  <a:srgbClr val="3B6CB0"/>
                </a:solidFill>
                <a:latin typeface="Arial"/>
                <a:ea typeface="Microsoft YaHei"/>
              </a:rPr>
              <a:t>Knowledge</a:t>
            </a:r>
            <a:r>
              <a:rPr sz="1150" b="1">
                <a:solidFill>
                  <a:srgbClr val="3B6CB0"/>
                </a:solidFill>
                <a:latin typeface="Microsoft YaHei"/>
                <a:ea typeface="Microsoft YaHei"/>
              </a:rPr>
              <a:t> </a:t>
            </a:r>
            <a:r>
              <a:rPr sz="1150" b="1">
                <a:solidFill>
                  <a:srgbClr val="3B6CB0"/>
                </a:solidFill>
                <a:latin typeface="Arial"/>
                <a:ea typeface="Microsoft YaHei"/>
              </a:rPr>
              <a:t>MCP</a:t>
            </a:r>
          </a:p>
        </p:txBody>
      </p:sp>
      <p:sp>
        <p:nvSpPr>
          <p:cNvPr id="110" name="TextBox 109"/>
          <p:cNvSpPr txBox="1"/>
          <p:nvPr/>
        </p:nvSpPr>
        <p:spPr>
          <a:xfrm>
            <a:off x="5627715" y="5632450"/>
            <a:ext cx="1279469" cy="151129"/>
          </a:xfrm>
          <a:prstGeom prst="rect">
            <a:avLst/>
          </a:prstGeom>
          <a:noFill/>
        </p:spPr>
        <p:txBody>
          <a:bodyPr wrap="none" lIns="0" rIns="0" tIns="0" bIns="0">
            <a:spAutoFit/>
          </a:bodyPr>
          <a:lstStyle/>
          <a:p>
            <a:pPr>
              <a:lnSpc>
                <a:spcPts val="1062"/>
              </a:lnSpc>
              <a:spcBef>
                <a:spcPts val="0"/>
              </a:spcBef>
              <a:spcAft>
                <a:spcPts val="0"/>
              </a:spcAft>
            </a:pPr>
            <a:r>
              <a:rPr sz="850" b="0">
                <a:solidFill>
                  <a:srgbClr val="62758C"/>
                </a:solidFill>
                <a:latin typeface="Arial"/>
                <a:ea typeface="Microsoft YaHei"/>
              </a:rPr>
              <a:t>Search</a:t>
            </a:r>
            <a:r>
              <a:rPr sz="850" b="0">
                <a:solidFill>
                  <a:srgbClr val="62758C"/>
                </a:solidFill>
                <a:latin typeface="Microsoft YaHei"/>
                <a:ea typeface="Microsoft YaHei"/>
              </a:rPr>
              <a:t> </a:t>
            </a:r>
            <a:r>
              <a:rPr sz="850" b="0">
                <a:solidFill>
                  <a:srgbClr val="62758C"/>
                </a:solidFill>
                <a:latin typeface="Arial"/>
                <a:ea typeface="Microsoft YaHei"/>
              </a:rPr>
              <a:t>/</a:t>
            </a:r>
            <a:r>
              <a:rPr sz="850" b="0">
                <a:solidFill>
                  <a:srgbClr val="62758C"/>
                </a:solidFill>
                <a:latin typeface="Microsoft YaHei"/>
                <a:ea typeface="Microsoft YaHei"/>
              </a:rPr>
              <a:t> </a:t>
            </a:r>
            <a:r>
              <a:rPr sz="850" b="0">
                <a:solidFill>
                  <a:srgbClr val="62758C"/>
                </a:solidFill>
                <a:latin typeface="Arial"/>
                <a:ea typeface="Microsoft YaHei"/>
              </a:rPr>
              <a:t>read</a:t>
            </a:r>
            <a:r>
              <a:rPr sz="850" b="0">
                <a:solidFill>
                  <a:srgbClr val="62758C"/>
                </a:solidFill>
                <a:latin typeface="Microsoft YaHei"/>
                <a:ea typeface="Microsoft YaHei"/>
              </a:rPr>
              <a:t> </a:t>
            </a:r>
            <a:r>
              <a:rPr sz="850" b="0">
                <a:solidFill>
                  <a:srgbClr val="62758C"/>
                </a:solidFill>
                <a:latin typeface="Arial"/>
                <a:ea typeface="Microsoft YaHei"/>
              </a:rPr>
              <a:t>/</a:t>
            </a:r>
            <a:r>
              <a:rPr sz="850" b="0">
                <a:solidFill>
                  <a:srgbClr val="62758C"/>
                </a:solidFill>
                <a:latin typeface="Microsoft YaHei"/>
                <a:ea typeface="Microsoft YaHei"/>
              </a:rPr>
              <a:t> </a:t>
            </a:r>
            <a:r>
              <a:rPr sz="850" b="0">
                <a:solidFill>
                  <a:srgbClr val="62758C"/>
                </a:solidFill>
                <a:latin typeface="Arial"/>
                <a:ea typeface="Microsoft YaHei"/>
              </a:rPr>
              <a:t>retrieve</a:t>
            </a:r>
          </a:p>
        </p:txBody>
      </p:sp>
      <p:sp>
        <p:nvSpPr>
          <p:cNvPr id="111" name="Rounded Rectangle 110"/>
          <p:cNvSpPr/>
          <p:nvPr/>
        </p:nvSpPr>
        <p:spPr>
          <a:xfrm>
            <a:off x="7385050" y="5283200"/>
            <a:ext cx="1993900" cy="647700"/>
          </a:xfrm>
          <a:prstGeom prst="roundRect">
            <a:avLst>
              <a:gd name="adj" fmla="val 7843"/>
            </a:avLst>
          </a:prstGeom>
          <a:solidFill>
            <a:srgbClr val="FFFFFF"/>
          </a:solidFill>
          <a:ln w="8255">
            <a:solidFill>
              <a:srgbClr val="3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7840730" y="5365750"/>
            <a:ext cx="1133338" cy="204469"/>
          </a:xfrm>
          <a:prstGeom prst="rect">
            <a:avLst/>
          </a:prstGeom>
          <a:noFill/>
        </p:spPr>
        <p:txBody>
          <a:bodyPr wrap="none" lIns="0" rIns="0" tIns="0" bIns="0">
            <a:spAutoFit/>
          </a:bodyPr>
          <a:lstStyle/>
          <a:p>
            <a:pPr>
              <a:lnSpc>
                <a:spcPts val="1437"/>
              </a:lnSpc>
              <a:spcBef>
                <a:spcPts val="0"/>
              </a:spcBef>
              <a:spcAft>
                <a:spcPts val="0"/>
              </a:spcAft>
            </a:pPr>
            <a:r>
              <a:rPr sz="1150" b="1">
                <a:solidFill>
                  <a:srgbClr val="3B6CB0"/>
                </a:solidFill>
                <a:latin typeface="Arial"/>
                <a:ea typeface="Microsoft YaHei"/>
              </a:rPr>
              <a:t>Analysis</a:t>
            </a:r>
            <a:r>
              <a:rPr sz="1150" b="1">
                <a:solidFill>
                  <a:srgbClr val="3B6CB0"/>
                </a:solidFill>
                <a:latin typeface="Microsoft YaHei"/>
                <a:ea typeface="Microsoft YaHei"/>
              </a:rPr>
              <a:t> </a:t>
            </a:r>
            <a:r>
              <a:rPr sz="1150" b="1">
                <a:solidFill>
                  <a:srgbClr val="3B6CB0"/>
                </a:solidFill>
                <a:latin typeface="Arial"/>
                <a:ea typeface="Microsoft YaHei"/>
              </a:rPr>
              <a:t>MCP</a:t>
            </a:r>
          </a:p>
        </p:txBody>
      </p:sp>
      <p:sp>
        <p:nvSpPr>
          <p:cNvPr id="113" name="TextBox 112"/>
          <p:cNvSpPr txBox="1"/>
          <p:nvPr/>
        </p:nvSpPr>
        <p:spPr>
          <a:xfrm>
            <a:off x="7750033" y="5632450"/>
            <a:ext cx="1314732" cy="151129"/>
          </a:xfrm>
          <a:prstGeom prst="rect">
            <a:avLst/>
          </a:prstGeom>
          <a:noFill/>
        </p:spPr>
        <p:txBody>
          <a:bodyPr wrap="none" lIns="0" rIns="0" tIns="0" bIns="0">
            <a:spAutoFit/>
          </a:bodyPr>
          <a:lstStyle/>
          <a:p>
            <a:pPr>
              <a:lnSpc>
                <a:spcPts val="1062"/>
              </a:lnSpc>
              <a:spcBef>
                <a:spcPts val="0"/>
              </a:spcBef>
              <a:spcAft>
                <a:spcPts val="0"/>
              </a:spcAft>
            </a:pPr>
            <a:r>
              <a:rPr sz="850" b="0">
                <a:solidFill>
                  <a:srgbClr val="62758C"/>
                </a:solidFill>
                <a:latin typeface="Arial"/>
                <a:ea typeface="Microsoft YaHei"/>
              </a:rPr>
              <a:t>Fit</a:t>
            </a:r>
            <a:r>
              <a:rPr sz="850" b="0">
                <a:solidFill>
                  <a:srgbClr val="62758C"/>
                </a:solidFill>
                <a:latin typeface="Microsoft YaHei"/>
                <a:ea typeface="Microsoft YaHei"/>
              </a:rPr>
              <a:t> </a:t>
            </a:r>
            <a:r>
              <a:rPr sz="850" b="0">
                <a:solidFill>
                  <a:srgbClr val="62758C"/>
                </a:solidFill>
                <a:latin typeface="Arial"/>
                <a:ea typeface="Microsoft YaHei"/>
              </a:rPr>
              <a:t>/</a:t>
            </a:r>
            <a:r>
              <a:rPr sz="850" b="0">
                <a:solidFill>
                  <a:srgbClr val="62758C"/>
                </a:solidFill>
                <a:latin typeface="Microsoft YaHei"/>
                <a:ea typeface="Microsoft YaHei"/>
              </a:rPr>
              <a:t> </a:t>
            </a:r>
            <a:r>
              <a:rPr sz="850" b="0">
                <a:solidFill>
                  <a:srgbClr val="62758C"/>
                </a:solidFill>
                <a:latin typeface="Arial"/>
                <a:ea typeface="Microsoft YaHei"/>
              </a:rPr>
              <a:t>compare</a:t>
            </a:r>
            <a:r>
              <a:rPr sz="850" b="0">
                <a:solidFill>
                  <a:srgbClr val="62758C"/>
                </a:solidFill>
                <a:latin typeface="Microsoft YaHei"/>
                <a:ea typeface="Microsoft YaHei"/>
              </a:rPr>
              <a:t> </a:t>
            </a:r>
            <a:r>
              <a:rPr sz="850" b="0">
                <a:solidFill>
                  <a:srgbClr val="62758C"/>
                </a:solidFill>
                <a:latin typeface="Arial"/>
                <a:ea typeface="Microsoft YaHei"/>
              </a:rPr>
              <a:t>/</a:t>
            </a:r>
            <a:r>
              <a:rPr sz="850" b="0">
                <a:solidFill>
                  <a:srgbClr val="62758C"/>
                </a:solidFill>
                <a:latin typeface="Microsoft YaHei"/>
                <a:ea typeface="Microsoft YaHei"/>
              </a:rPr>
              <a:t> </a:t>
            </a:r>
            <a:r>
              <a:rPr sz="850" b="0">
                <a:solidFill>
                  <a:srgbClr val="62758C"/>
                </a:solidFill>
                <a:latin typeface="Arial"/>
                <a:ea typeface="Microsoft YaHei"/>
              </a:rPr>
              <a:t>visualize</a:t>
            </a:r>
          </a:p>
        </p:txBody>
      </p:sp>
      <p:sp>
        <p:nvSpPr>
          <p:cNvPr id="114" name="Rounded Rectangle 113"/>
          <p:cNvSpPr/>
          <p:nvPr/>
        </p:nvSpPr>
        <p:spPr>
          <a:xfrm>
            <a:off x="9525000" y="5283200"/>
            <a:ext cx="1993900" cy="647700"/>
          </a:xfrm>
          <a:prstGeom prst="roundRect">
            <a:avLst>
              <a:gd name="adj" fmla="val 7843"/>
            </a:avLst>
          </a:prstGeom>
          <a:solidFill>
            <a:srgbClr val="FFFFFF"/>
          </a:solidFill>
          <a:ln w="8255">
            <a:solidFill>
              <a:srgbClr val="3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9739320" y="5365750"/>
            <a:ext cx="1616059" cy="204469"/>
          </a:xfrm>
          <a:prstGeom prst="rect">
            <a:avLst/>
          </a:prstGeom>
          <a:noFill/>
        </p:spPr>
        <p:txBody>
          <a:bodyPr wrap="none" lIns="0" rIns="0" tIns="0" bIns="0">
            <a:spAutoFit/>
          </a:bodyPr>
          <a:lstStyle/>
          <a:p>
            <a:pPr>
              <a:lnSpc>
                <a:spcPts val="1437"/>
              </a:lnSpc>
              <a:spcBef>
                <a:spcPts val="0"/>
              </a:spcBef>
              <a:spcAft>
                <a:spcPts val="0"/>
              </a:spcAft>
            </a:pPr>
            <a:r>
              <a:rPr sz="1150" b="1">
                <a:solidFill>
                  <a:srgbClr val="3B6CB0"/>
                </a:solidFill>
                <a:latin typeface="Arial"/>
                <a:ea typeface="Microsoft YaHei"/>
              </a:rPr>
              <a:t>LabOS</a:t>
            </a:r>
            <a:r>
              <a:rPr sz="1150" b="1">
                <a:solidFill>
                  <a:srgbClr val="3B6CB0"/>
                </a:solidFill>
                <a:latin typeface="Microsoft YaHei"/>
                <a:ea typeface="Microsoft YaHei"/>
              </a:rPr>
              <a:t> </a:t>
            </a:r>
            <a:r>
              <a:rPr sz="1150" b="1">
                <a:solidFill>
                  <a:srgbClr val="3B6CB0"/>
                </a:solidFill>
                <a:latin typeface="Arial"/>
                <a:ea typeface="Microsoft YaHei"/>
              </a:rPr>
              <a:t>Control</a:t>
            </a:r>
            <a:r>
              <a:rPr sz="1150" b="1">
                <a:solidFill>
                  <a:srgbClr val="3B6CB0"/>
                </a:solidFill>
                <a:latin typeface="Microsoft YaHei"/>
                <a:ea typeface="Microsoft YaHei"/>
              </a:rPr>
              <a:t> </a:t>
            </a:r>
            <a:r>
              <a:rPr sz="1150" b="1">
                <a:solidFill>
                  <a:srgbClr val="3B6CB0"/>
                </a:solidFill>
                <a:latin typeface="Arial"/>
                <a:ea typeface="Microsoft YaHei"/>
              </a:rPr>
              <a:t>MCP</a:t>
            </a:r>
          </a:p>
        </p:txBody>
      </p:sp>
      <p:sp>
        <p:nvSpPr>
          <p:cNvPr id="116" name="TextBox 115"/>
          <p:cNvSpPr txBox="1"/>
          <p:nvPr/>
        </p:nvSpPr>
        <p:spPr>
          <a:xfrm>
            <a:off x="9866712" y="5632450"/>
            <a:ext cx="1361275" cy="151129"/>
          </a:xfrm>
          <a:prstGeom prst="rect">
            <a:avLst/>
          </a:prstGeom>
          <a:noFill/>
        </p:spPr>
        <p:txBody>
          <a:bodyPr wrap="none" lIns="0" rIns="0" tIns="0" bIns="0">
            <a:spAutoFit/>
          </a:bodyPr>
          <a:lstStyle/>
          <a:p>
            <a:pPr>
              <a:lnSpc>
                <a:spcPts val="1062"/>
              </a:lnSpc>
              <a:spcBef>
                <a:spcPts val="0"/>
              </a:spcBef>
              <a:spcAft>
                <a:spcPts val="0"/>
              </a:spcAft>
            </a:pPr>
            <a:r>
              <a:rPr sz="850" b="0">
                <a:solidFill>
                  <a:srgbClr val="62758C"/>
                </a:solidFill>
                <a:latin typeface="Arial"/>
                <a:ea typeface="Microsoft YaHei"/>
              </a:rPr>
              <a:t>Request</a:t>
            </a:r>
            <a:r>
              <a:rPr sz="850" b="0">
                <a:solidFill>
                  <a:srgbClr val="62758C"/>
                </a:solidFill>
                <a:latin typeface="Microsoft YaHei"/>
                <a:ea typeface="Microsoft YaHei"/>
              </a:rPr>
              <a:t> </a:t>
            </a:r>
            <a:r>
              <a:rPr sz="850" b="0">
                <a:solidFill>
                  <a:srgbClr val="62758C"/>
                </a:solidFill>
                <a:latin typeface="Arial"/>
                <a:ea typeface="Microsoft YaHei"/>
              </a:rPr>
              <a:t>/</a:t>
            </a:r>
            <a:r>
              <a:rPr sz="850" b="0">
                <a:solidFill>
                  <a:srgbClr val="62758C"/>
                </a:solidFill>
                <a:latin typeface="Microsoft YaHei"/>
                <a:ea typeface="Microsoft YaHei"/>
              </a:rPr>
              <a:t> </a:t>
            </a:r>
            <a:r>
              <a:rPr sz="850" b="0">
                <a:solidFill>
                  <a:srgbClr val="62758C"/>
                </a:solidFill>
                <a:latin typeface="Arial"/>
                <a:ea typeface="Microsoft YaHei"/>
              </a:rPr>
              <a:t>status</a:t>
            </a:r>
            <a:r>
              <a:rPr sz="850" b="0">
                <a:solidFill>
                  <a:srgbClr val="62758C"/>
                </a:solidFill>
                <a:latin typeface="Microsoft YaHei"/>
                <a:ea typeface="Microsoft YaHei"/>
              </a:rPr>
              <a:t> </a:t>
            </a:r>
            <a:r>
              <a:rPr sz="850" b="0">
                <a:solidFill>
                  <a:srgbClr val="62758C"/>
                </a:solidFill>
                <a:latin typeface="Arial"/>
                <a:ea typeface="Microsoft YaHei"/>
              </a:rPr>
              <a:t>/</a:t>
            </a:r>
            <a:r>
              <a:rPr sz="850" b="0">
                <a:solidFill>
                  <a:srgbClr val="62758C"/>
                </a:solidFill>
                <a:latin typeface="Microsoft YaHei"/>
                <a:ea typeface="Microsoft YaHei"/>
              </a:rPr>
              <a:t> </a:t>
            </a:r>
            <a:r>
              <a:rPr sz="850" b="0">
                <a:solidFill>
                  <a:srgbClr val="62758C"/>
                </a:solidFill>
                <a:latin typeface="Arial"/>
                <a:ea typeface="Microsoft YaHei"/>
              </a:rPr>
              <a:t>cancel</a:t>
            </a:r>
          </a:p>
        </p:txBody>
      </p:sp>
      <p:sp>
        <p:nvSpPr>
          <p:cNvPr id="117" name="TextBox 116"/>
          <p:cNvSpPr txBox="1"/>
          <p:nvPr/>
        </p:nvSpPr>
        <p:spPr>
          <a:xfrm>
            <a:off x="5251450" y="6083300"/>
            <a:ext cx="5492576" cy="177800"/>
          </a:xfrm>
          <a:prstGeom prst="rect">
            <a:avLst/>
          </a:prstGeom>
          <a:noFill/>
        </p:spPr>
        <p:txBody>
          <a:bodyPr wrap="none" lIns="0" rIns="0" tIns="0" bIns="0">
            <a:spAutoFit/>
          </a:bodyPr>
          <a:lstStyle/>
          <a:p>
            <a:pPr>
              <a:lnSpc>
                <a:spcPts val="1250"/>
              </a:lnSpc>
              <a:spcBef>
                <a:spcPts val="0"/>
              </a:spcBef>
              <a:spcAft>
                <a:spcPts val="0"/>
              </a:spcAft>
            </a:pPr>
            <a:r>
              <a:rPr sz="1000" b="0">
                <a:solidFill>
                  <a:srgbClr val="3B6CB0"/>
                </a:solidFill>
                <a:latin typeface="Arial"/>
                <a:ea typeface="Microsoft YaHei"/>
              </a:rPr>
              <a:t>Connector</a:t>
            </a:r>
            <a:r>
              <a:rPr sz="1000" b="0">
                <a:solidFill>
                  <a:srgbClr val="3B6CB0"/>
                </a:solidFill>
                <a:latin typeface="Microsoft YaHei"/>
                <a:ea typeface="Microsoft YaHei"/>
              </a:rPr>
              <a:t> </a:t>
            </a:r>
            <a:r>
              <a:rPr sz="1000" b="0">
                <a:solidFill>
                  <a:srgbClr val="3B6CB0"/>
                </a:solidFill>
                <a:latin typeface="Arial"/>
                <a:ea typeface="Microsoft YaHei"/>
              </a:rPr>
              <a:t>services</a:t>
            </a:r>
            <a:r>
              <a:rPr sz="1000" b="0">
                <a:solidFill>
                  <a:srgbClr val="3B6CB0"/>
                </a:solidFill>
                <a:latin typeface="Microsoft YaHei"/>
                <a:ea typeface="Microsoft YaHei"/>
              </a:rPr>
              <a:t> </a:t>
            </a:r>
            <a:r>
              <a:rPr sz="1000" b="0">
                <a:solidFill>
                  <a:srgbClr val="3B6CB0"/>
                </a:solidFill>
                <a:latin typeface="Arial"/>
                <a:ea typeface="Microsoft YaHei"/>
              </a:rPr>
              <a:t>expose</a:t>
            </a:r>
            <a:r>
              <a:rPr sz="1000" b="0">
                <a:solidFill>
                  <a:srgbClr val="3B6CB0"/>
                </a:solidFill>
                <a:latin typeface="Microsoft YaHei"/>
                <a:ea typeface="Microsoft YaHei"/>
              </a:rPr>
              <a:t> </a:t>
            </a:r>
            <a:r>
              <a:rPr sz="1000" b="0">
                <a:solidFill>
                  <a:srgbClr val="3B6CB0"/>
                </a:solidFill>
                <a:latin typeface="Arial"/>
                <a:ea typeface="Microsoft YaHei"/>
              </a:rPr>
              <a:t>tools,</a:t>
            </a:r>
            <a:r>
              <a:rPr sz="1000" b="0">
                <a:solidFill>
                  <a:srgbClr val="3B6CB0"/>
                </a:solidFill>
                <a:latin typeface="Microsoft YaHei"/>
                <a:ea typeface="Microsoft YaHei"/>
              </a:rPr>
              <a:t> </a:t>
            </a:r>
            <a:r>
              <a:rPr sz="1000" b="0">
                <a:solidFill>
                  <a:srgbClr val="3B6CB0"/>
                </a:solidFill>
                <a:latin typeface="Arial"/>
                <a:ea typeface="Microsoft YaHei"/>
              </a:rPr>
              <a:t>resources</a:t>
            </a:r>
            <a:r>
              <a:rPr sz="1000" b="0">
                <a:solidFill>
                  <a:srgbClr val="3B6CB0"/>
                </a:solidFill>
                <a:latin typeface="Microsoft YaHei"/>
                <a:ea typeface="Microsoft YaHei"/>
              </a:rPr>
              <a:t> </a:t>
            </a:r>
            <a:r>
              <a:rPr sz="1000" b="0">
                <a:solidFill>
                  <a:srgbClr val="3B6CB0"/>
                </a:solidFill>
                <a:latin typeface="Arial"/>
                <a:ea typeface="Microsoft YaHei"/>
              </a:rPr>
              <a:t>and</a:t>
            </a:r>
            <a:r>
              <a:rPr sz="1000" b="0">
                <a:solidFill>
                  <a:srgbClr val="3B6CB0"/>
                </a:solidFill>
                <a:latin typeface="Microsoft YaHei"/>
                <a:ea typeface="Microsoft YaHei"/>
              </a:rPr>
              <a:t> </a:t>
            </a:r>
            <a:r>
              <a:rPr sz="1000" b="0">
                <a:solidFill>
                  <a:srgbClr val="3B6CB0"/>
                </a:solidFill>
                <a:latin typeface="Arial"/>
                <a:ea typeface="Microsoft YaHei"/>
              </a:rPr>
              <a:t>prompts</a:t>
            </a:r>
            <a:r>
              <a:rPr sz="1000" b="0">
                <a:solidFill>
                  <a:srgbClr val="3B6CB0"/>
                </a:solidFill>
                <a:latin typeface="Microsoft YaHei"/>
                <a:ea typeface="Microsoft YaHei"/>
              </a:rPr>
              <a:t> </a:t>
            </a:r>
            <a:r>
              <a:rPr sz="1000" b="0">
                <a:solidFill>
                  <a:srgbClr val="3B6CB0"/>
                </a:solidFill>
                <a:latin typeface="Arial"/>
                <a:ea typeface="Microsoft YaHei"/>
              </a:rPr>
              <a:t>through</a:t>
            </a:r>
            <a:r>
              <a:rPr sz="1000" b="0">
                <a:solidFill>
                  <a:srgbClr val="3B6CB0"/>
                </a:solidFill>
                <a:latin typeface="Microsoft YaHei"/>
                <a:ea typeface="Microsoft YaHei"/>
              </a:rPr>
              <a:t> </a:t>
            </a:r>
            <a:r>
              <a:rPr sz="1000" b="0">
                <a:solidFill>
                  <a:srgbClr val="3B6CB0"/>
                </a:solidFill>
                <a:latin typeface="Arial"/>
                <a:ea typeface="Microsoft YaHei"/>
              </a:rPr>
              <a:t>a</a:t>
            </a:r>
            <a:r>
              <a:rPr sz="1000" b="0">
                <a:solidFill>
                  <a:srgbClr val="3B6CB0"/>
                </a:solidFill>
                <a:latin typeface="Microsoft YaHei"/>
                <a:ea typeface="Microsoft YaHei"/>
              </a:rPr>
              <a:t> </a:t>
            </a:r>
            <a:r>
              <a:rPr sz="1000" b="0">
                <a:solidFill>
                  <a:srgbClr val="3B6CB0"/>
                </a:solidFill>
                <a:latin typeface="Arial"/>
                <a:ea typeface="Microsoft YaHei"/>
              </a:rPr>
              <a:t>common</a:t>
            </a:r>
            <a:r>
              <a:rPr sz="1000" b="0">
                <a:solidFill>
                  <a:srgbClr val="3B6CB0"/>
                </a:solidFill>
                <a:latin typeface="Microsoft YaHei"/>
                <a:ea typeface="Microsoft YaHei"/>
              </a:rPr>
              <a:t> </a:t>
            </a:r>
            <a:r>
              <a:rPr sz="1000" b="0">
                <a:solidFill>
                  <a:srgbClr val="3B6CB0"/>
                </a:solidFill>
                <a:latin typeface="Arial"/>
                <a:ea typeface="Microsoft YaHei"/>
              </a:rPr>
              <a:t>interface.</a:t>
            </a:r>
          </a:p>
        </p:txBody>
      </p:sp>
      <p:sp>
        <p:nvSpPr>
          <p:cNvPr id="118" name="TextBox 117"/>
          <p:cNvSpPr txBox="1"/>
          <p:nvPr/>
        </p:nvSpPr>
        <p:spPr>
          <a:xfrm>
            <a:off x="5251450" y="6292850"/>
            <a:ext cx="4413454" cy="160020"/>
          </a:xfrm>
          <a:prstGeom prst="rect">
            <a:avLst/>
          </a:prstGeom>
          <a:noFill/>
        </p:spPr>
        <p:txBody>
          <a:bodyPr wrap="none" lIns="0" rIns="0" tIns="0" bIns="0">
            <a:spAutoFit/>
          </a:bodyPr>
          <a:lstStyle/>
          <a:p>
            <a:pPr>
              <a:lnSpc>
                <a:spcPts val="1125"/>
              </a:lnSpc>
              <a:spcBef>
                <a:spcPts val="0"/>
              </a:spcBef>
              <a:spcAft>
                <a:spcPts val="0"/>
              </a:spcAft>
            </a:pPr>
            <a:r>
              <a:rPr sz="900" b="0">
                <a:solidFill>
                  <a:srgbClr val="62758C"/>
                </a:solidFill>
                <a:latin typeface="Arial"/>
                <a:ea typeface="Microsoft YaHei"/>
              </a:rPr>
              <a:t>Additional</a:t>
            </a:r>
            <a:r>
              <a:rPr sz="900" b="0">
                <a:solidFill>
                  <a:srgbClr val="62758C"/>
                </a:solidFill>
                <a:latin typeface="Microsoft YaHei"/>
                <a:ea typeface="Microsoft YaHei"/>
              </a:rPr>
              <a:t> </a:t>
            </a:r>
            <a:r>
              <a:rPr sz="900" b="0">
                <a:solidFill>
                  <a:srgbClr val="62758C"/>
                </a:solidFill>
                <a:latin typeface="Arial"/>
                <a:ea typeface="Microsoft YaHei"/>
              </a:rPr>
              <a:t>connectors:</a:t>
            </a:r>
            <a:r>
              <a:rPr sz="900" b="0">
                <a:solidFill>
                  <a:srgbClr val="62758C"/>
                </a:solidFill>
                <a:latin typeface="Microsoft YaHei"/>
                <a:ea typeface="Microsoft YaHei"/>
              </a:rPr>
              <a:t> </a:t>
            </a:r>
            <a:r>
              <a:rPr sz="900" b="0">
                <a:solidFill>
                  <a:srgbClr val="62758C"/>
                </a:solidFill>
                <a:latin typeface="Arial"/>
                <a:ea typeface="Microsoft YaHei"/>
              </a:rPr>
              <a:t>papers,</a:t>
            </a:r>
            <a:r>
              <a:rPr sz="900" b="0">
                <a:solidFill>
                  <a:srgbClr val="62758C"/>
                </a:solidFill>
                <a:latin typeface="Microsoft YaHei"/>
                <a:ea typeface="Microsoft YaHei"/>
              </a:rPr>
              <a:t> </a:t>
            </a:r>
            <a:r>
              <a:rPr sz="900" b="0">
                <a:solidFill>
                  <a:srgbClr val="62758C"/>
                </a:solidFill>
                <a:latin typeface="Arial"/>
                <a:ea typeface="Microsoft YaHei"/>
              </a:rPr>
              <a:t>files,</a:t>
            </a:r>
            <a:r>
              <a:rPr sz="900" b="0">
                <a:solidFill>
                  <a:srgbClr val="62758C"/>
                </a:solidFill>
                <a:latin typeface="Microsoft YaHei"/>
                <a:ea typeface="Microsoft YaHei"/>
              </a:rPr>
              <a:t> </a:t>
            </a:r>
            <a:r>
              <a:rPr sz="900" b="0">
                <a:solidFill>
                  <a:srgbClr val="62758C"/>
                </a:solidFill>
                <a:latin typeface="Arial"/>
                <a:ea typeface="Microsoft YaHei"/>
              </a:rPr>
              <a:t>code,</a:t>
            </a:r>
            <a:r>
              <a:rPr sz="900" b="0">
                <a:solidFill>
                  <a:srgbClr val="62758C"/>
                </a:solidFill>
                <a:latin typeface="Microsoft YaHei"/>
                <a:ea typeface="Microsoft YaHei"/>
              </a:rPr>
              <a:t> </a:t>
            </a:r>
            <a:r>
              <a:rPr sz="900" b="0">
                <a:solidFill>
                  <a:srgbClr val="62758C"/>
                </a:solidFill>
                <a:latin typeface="Arial"/>
                <a:ea typeface="Microsoft YaHei"/>
              </a:rPr>
              <a:t>reporting</a:t>
            </a:r>
            <a:r>
              <a:rPr sz="900" b="0">
                <a:solidFill>
                  <a:srgbClr val="62758C"/>
                </a:solidFill>
                <a:latin typeface="Microsoft YaHei"/>
                <a:ea typeface="Microsoft YaHei"/>
              </a:rPr>
              <a:t> </a:t>
            </a:r>
            <a:r>
              <a:rPr sz="900" b="0">
                <a:solidFill>
                  <a:srgbClr val="62758C"/>
                </a:solidFill>
                <a:latin typeface="Arial"/>
                <a:ea typeface="Microsoft YaHei"/>
              </a:rPr>
              <a:t>and</a:t>
            </a:r>
            <a:r>
              <a:rPr sz="900" b="0">
                <a:solidFill>
                  <a:srgbClr val="62758C"/>
                </a:solidFill>
                <a:latin typeface="Microsoft YaHei"/>
                <a:ea typeface="Microsoft YaHei"/>
              </a:rPr>
              <a:t> </a:t>
            </a:r>
            <a:r>
              <a:rPr sz="900" b="0">
                <a:solidFill>
                  <a:srgbClr val="62758C"/>
                </a:solidFill>
                <a:latin typeface="Arial"/>
                <a:ea typeface="Microsoft YaHei"/>
              </a:rPr>
              <a:t>software</a:t>
            </a:r>
            <a:r>
              <a:rPr sz="900" b="0">
                <a:solidFill>
                  <a:srgbClr val="62758C"/>
                </a:solidFill>
                <a:latin typeface="Microsoft YaHei"/>
                <a:ea typeface="Microsoft YaHei"/>
              </a:rPr>
              <a:t> </a:t>
            </a:r>
            <a:r>
              <a:rPr sz="900" b="0">
                <a:solidFill>
                  <a:srgbClr val="62758C"/>
                </a:solidFill>
                <a:latin typeface="Arial"/>
                <a:ea typeface="Microsoft YaHei"/>
              </a:rPr>
              <a:t>integration</a:t>
            </a:r>
          </a:p>
        </p:txBody>
      </p:sp>
      <p:cxnSp>
        <p:nvCxnSpPr>
          <p:cNvPr id="119" name="Connector 118"/>
          <p:cNvCxnSpPr/>
          <p:nvPr/>
        </p:nvCxnSpPr>
        <p:spPr>
          <a:xfrm>
            <a:off x="8382000" y="4127500"/>
            <a:ext cx="0" cy="666750"/>
          </a:xfrm>
          <a:prstGeom prst="line">
            <a:avLst/>
          </a:prstGeom>
          <a:ln w="16510">
            <a:solidFill>
              <a:srgbClr val="3B6CB0"/>
            </a:solidFill>
          </a:ln>
        </p:spPr>
        <p:style>
          <a:lnRef idx="2">
            <a:schemeClr val="accent1"/>
          </a:lnRef>
          <a:fillRef idx="0">
            <a:schemeClr val="accent1"/>
          </a:fillRef>
          <a:effectRef idx="1">
            <a:schemeClr val="accent1"/>
          </a:effectRef>
          <a:fontRef idx="minor">
            <a:schemeClr val="tx1"/>
          </a:fontRef>
        </p:style>
      </p:cxnSp>
      <p:sp>
        <p:nvSpPr>
          <p:cNvPr id="120" name="Freeform 119"/>
          <p:cNvSpPr/>
          <p:nvPr/>
        </p:nvSpPr>
        <p:spPr>
          <a:xfrm>
            <a:off x="8356600" y="4724400"/>
            <a:ext cx="50800" cy="76200"/>
          </a:xfrm>
          <a:custGeom>
            <a:avLst/>
            <a:gdLst/>
            <a:ahLst/>
            <a:cxnLst/>
            <a:rect l="l" t="t" r="r" b="b"/>
            <a:pathLst>
              <a:path w="4" h="6">
                <a:moveTo>
                  <a:pt x="2" y="6"/>
                </a:moveTo>
                <a:lnTo>
                  <a:pt x="4" y="0"/>
                </a:lnTo>
                <a:lnTo>
                  <a:pt x="0" y="0"/>
                </a:lnTo>
                <a:close/>
              </a:path>
            </a:pathLst>
          </a:custGeom>
          <a:solidFill>
            <a:srgbClr val="3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8528050" y="4343400"/>
            <a:ext cx="2496743" cy="186690"/>
          </a:xfrm>
          <a:prstGeom prst="rect">
            <a:avLst/>
          </a:prstGeom>
          <a:noFill/>
        </p:spPr>
        <p:txBody>
          <a:bodyPr wrap="none" lIns="0" rIns="0" tIns="0" bIns="0">
            <a:spAutoFit/>
          </a:bodyPr>
          <a:lstStyle/>
          <a:p>
            <a:pPr>
              <a:lnSpc>
                <a:spcPts val="1312"/>
              </a:lnSpc>
              <a:spcBef>
                <a:spcPts val="0"/>
              </a:spcBef>
              <a:spcAft>
                <a:spcPts val="0"/>
              </a:spcAft>
            </a:pPr>
            <a:r>
              <a:rPr sz="1050" b="1">
                <a:solidFill>
                  <a:srgbClr val="3B6CB0"/>
                </a:solidFill>
                <a:latin typeface="Arial"/>
                <a:ea typeface="Microsoft YaHei"/>
              </a:rPr>
              <a:t>Discover</a:t>
            </a:r>
            <a:r>
              <a:rPr sz="1050" b="1">
                <a:solidFill>
                  <a:srgbClr val="3B6CB0"/>
                </a:solidFill>
                <a:latin typeface="Microsoft YaHei"/>
                <a:ea typeface="Microsoft YaHei"/>
              </a:rPr>
              <a:t> </a:t>
            </a:r>
            <a:r>
              <a:rPr sz="1050" b="1">
                <a:solidFill>
                  <a:srgbClr val="3B6CB0"/>
                </a:solidFill>
                <a:latin typeface="Arial"/>
                <a:ea typeface="Microsoft YaHei"/>
              </a:rPr>
              <a:t>tools</a:t>
            </a:r>
            <a:r>
              <a:rPr sz="1050" b="1">
                <a:solidFill>
                  <a:srgbClr val="3B6CB0"/>
                </a:solidFill>
                <a:latin typeface="Microsoft YaHei"/>
                <a:ea typeface="Microsoft YaHei"/>
              </a:rPr>
              <a:t> </a:t>
            </a:r>
            <a:r>
              <a:rPr sz="1050" b="1">
                <a:solidFill>
                  <a:srgbClr val="3B6CB0"/>
                </a:solidFill>
                <a:latin typeface="Arial"/>
                <a:ea typeface="Microsoft YaHei"/>
              </a:rPr>
              <a:t>/</a:t>
            </a:r>
            <a:r>
              <a:rPr sz="1050" b="1">
                <a:solidFill>
                  <a:srgbClr val="3B6CB0"/>
                </a:solidFill>
                <a:latin typeface="Microsoft YaHei"/>
                <a:ea typeface="Microsoft YaHei"/>
              </a:rPr>
              <a:t> </a:t>
            </a:r>
            <a:r>
              <a:rPr sz="1050" b="1">
                <a:solidFill>
                  <a:srgbClr val="3B6CB0"/>
                </a:solidFill>
                <a:latin typeface="Arial"/>
                <a:ea typeface="Microsoft YaHei"/>
              </a:rPr>
              <a:t>invoke</a:t>
            </a:r>
            <a:r>
              <a:rPr sz="1050" b="1">
                <a:solidFill>
                  <a:srgbClr val="3B6CB0"/>
                </a:solidFill>
                <a:latin typeface="Microsoft YaHei"/>
                <a:ea typeface="Microsoft YaHei"/>
              </a:rPr>
              <a:t> </a:t>
            </a:r>
            <a:r>
              <a:rPr sz="1050" b="1">
                <a:solidFill>
                  <a:srgbClr val="3B6CB0"/>
                </a:solidFill>
                <a:latin typeface="Arial"/>
                <a:ea typeface="Microsoft YaHei"/>
              </a:rPr>
              <a:t>capability</a:t>
            </a:r>
          </a:p>
        </p:txBody>
      </p:sp>
      <p:cxnSp>
        <p:nvCxnSpPr>
          <p:cNvPr id="122" name="Connector 121"/>
          <p:cNvCxnSpPr/>
          <p:nvPr/>
        </p:nvCxnSpPr>
        <p:spPr>
          <a:xfrm flipV="1">
            <a:off x="8128000" y="4127500"/>
            <a:ext cx="0" cy="666750"/>
          </a:xfrm>
          <a:prstGeom prst="line">
            <a:avLst/>
          </a:prstGeom>
          <a:ln w="16510">
            <a:solidFill>
              <a:srgbClr val="278565"/>
            </a:solidFill>
          </a:ln>
        </p:spPr>
        <p:style>
          <a:lnRef idx="2">
            <a:schemeClr val="accent1"/>
          </a:lnRef>
          <a:fillRef idx="0">
            <a:schemeClr val="accent1"/>
          </a:fillRef>
          <a:effectRef idx="1">
            <a:schemeClr val="accent1"/>
          </a:effectRef>
          <a:fontRef idx="minor">
            <a:schemeClr val="tx1"/>
          </a:fontRef>
        </p:style>
      </p:cxnSp>
      <p:sp>
        <p:nvSpPr>
          <p:cNvPr id="123" name="Freeform 122"/>
          <p:cNvSpPr/>
          <p:nvPr/>
        </p:nvSpPr>
        <p:spPr>
          <a:xfrm>
            <a:off x="8102600" y="4127500"/>
            <a:ext cx="50800" cy="63500"/>
          </a:xfrm>
          <a:custGeom>
            <a:avLst/>
            <a:gdLst/>
            <a:ahLst/>
            <a:cxnLst/>
            <a:rect l="l" t="t" r="r" b="b"/>
            <a:pathLst>
              <a:path w="4" h="5">
                <a:moveTo>
                  <a:pt x="2" y="0"/>
                </a:moveTo>
                <a:lnTo>
                  <a:pt x="0" y="5"/>
                </a:lnTo>
                <a:lnTo>
                  <a:pt x="4" y="5"/>
                </a:lnTo>
                <a:close/>
              </a:path>
            </a:pathLst>
          </a:custGeom>
          <a:solidFill>
            <a:srgbClr val="2785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5855890" y="4343400"/>
            <a:ext cx="2164159" cy="177800"/>
          </a:xfrm>
          <a:prstGeom prst="rect">
            <a:avLst/>
          </a:prstGeom>
          <a:noFill/>
        </p:spPr>
        <p:txBody>
          <a:bodyPr wrap="none" lIns="0" rIns="0" tIns="0" bIns="0">
            <a:spAutoFit/>
          </a:bodyPr>
          <a:lstStyle/>
          <a:p>
            <a:pPr>
              <a:lnSpc>
                <a:spcPts val="1250"/>
              </a:lnSpc>
              <a:spcBef>
                <a:spcPts val="0"/>
              </a:spcBef>
              <a:spcAft>
                <a:spcPts val="0"/>
              </a:spcAft>
            </a:pPr>
            <a:r>
              <a:rPr sz="1000" b="1">
                <a:solidFill>
                  <a:srgbClr val="278565"/>
                </a:solidFill>
                <a:latin typeface="Arial"/>
                <a:ea typeface="Microsoft YaHei"/>
              </a:rPr>
              <a:t>Structured</a:t>
            </a:r>
            <a:r>
              <a:rPr sz="1000" b="1">
                <a:solidFill>
                  <a:srgbClr val="278565"/>
                </a:solidFill>
                <a:latin typeface="Microsoft YaHei"/>
                <a:ea typeface="Microsoft YaHei"/>
              </a:rPr>
              <a:t> </a:t>
            </a:r>
            <a:r>
              <a:rPr sz="1000" b="1">
                <a:solidFill>
                  <a:srgbClr val="278565"/>
                </a:solidFill>
                <a:latin typeface="Arial"/>
                <a:ea typeface="Microsoft YaHei"/>
              </a:rPr>
              <a:t>results</a:t>
            </a:r>
            <a:r>
              <a:rPr sz="1000" b="1">
                <a:solidFill>
                  <a:srgbClr val="278565"/>
                </a:solidFill>
                <a:latin typeface="Microsoft YaHei"/>
                <a:ea typeface="Microsoft YaHei"/>
              </a:rPr>
              <a:t> </a:t>
            </a:r>
            <a:r>
              <a:rPr sz="1000" b="1">
                <a:solidFill>
                  <a:srgbClr val="278565"/>
                </a:solidFill>
                <a:latin typeface="Arial"/>
                <a:ea typeface="Microsoft YaHei"/>
              </a:rPr>
              <a:t>→</a:t>
            </a:r>
            <a:r>
              <a:rPr sz="1000" b="1">
                <a:solidFill>
                  <a:srgbClr val="278565"/>
                </a:solidFill>
                <a:latin typeface="Microsoft YaHei"/>
                <a:ea typeface="Microsoft YaHei"/>
              </a:rPr>
              <a:t> </a:t>
            </a:r>
            <a:r>
              <a:rPr sz="1000" b="1">
                <a:solidFill>
                  <a:srgbClr val="278565"/>
                </a:solidFill>
                <a:latin typeface="Arial"/>
                <a:ea typeface="Microsoft YaHei"/>
              </a:rPr>
              <a:t>evidence</a:t>
            </a:r>
          </a:p>
        </p:txBody>
      </p:sp>
      <p:sp>
        <p:nvSpPr>
          <p:cNvPr id="125" name="Rounded Rectangle 124"/>
          <p:cNvSpPr/>
          <p:nvPr/>
        </p:nvSpPr>
        <p:spPr>
          <a:xfrm>
            <a:off x="12065000" y="4794250"/>
            <a:ext cx="3556000" cy="1746250"/>
          </a:xfrm>
          <a:prstGeom prst="roundRect">
            <a:avLst>
              <a:gd name="adj" fmla="val 5454"/>
            </a:avLst>
          </a:prstGeom>
          <a:solidFill>
            <a:srgbClr val="E9F6F7"/>
          </a:solidFill>
          <a:ln w="11430">
            <a:solidFill>
              <a:srgbClr val="168D9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12204700" y="4908550"/>
            <a:ext cx="2609490" cy="240029"/>
          </a:xfrm>
          <a:prstGeom prst="rect">
            <a:avLst/>
          </a:prstGeom>
          <a:noFill/>
        </p:spPr>
        <p:txBody>
          <a:bodyPr wrap="none" lIns="0" rIns="0" tIns="0" bIns="0">
            <a:spAutoFit/>
          </a:bodyPr>
          <a:lstStyle/>
          <a:p>
            <a:pPr>
              <a:lnSpc>
                <a:spcPts val="1687"/>
              </a:lnSpc>
              <a:spcBef>
                <a:spcPts val="0"/>
              </a:spcBef>
              <a:spcAft>
                <a:spcPts val="0"/>
              </a:spcAft>
            </a:pPr>
            <a:r>
              <a:rPr sz="1350" b="1">
                <a:solidFill>
                  <a:srgbClr val="168D9D"/>
                </a:solidFill>
                <a:latin typeface="Arial"/>
                <a:ea typeface="Microsoft YaHei"/>
              </a:rPr>
              <a:t>Capability</a:t>
            </a:r>
            <a:r>
              <a:rPr sz="1350" b="1">
                <a:solidFill>
                  <a:srgbClr val="168D9D"/>
                </a:solidFill>
                <a:latin typeface="Microsoft YaHei"/>
                <a:ea typeface="Microsoft YaHei"/>
              </a:rPr>
              <a:t> </a:t>
            </a:r>
            <a:r>
              <a:rPr sz="1350" b="1">
                <a:solidFill>
                  <a:srgbClr val="168D9D"/>
                </a:solidFill>
                <a:latin typeface="Arial"/>
                <a:ea typeface="Microsoft YaHei"/>
              </a:rPr>
              <a:t>+</a:t>
            </a:r>
            <a:r>
              <a:rPr sz="1350" b="1">
                <a:solidFill>
                  <a:srgbClr val="168D9D"/>
                </a:solidFill>
                <a:latin typeface="Microsoft YaHei"/>
                <a:ea typeface="Microsoft YaHei"/>
              </a:rPr>
              <a:t> </a:t>
            </a:r>
            <a:r>
              <a:rPr sz="1350" b="1">
                <a:solidFill>
                  <a:srgbClr val="168D9D"/>
                </a:solidFill>
                <a:latin typeface="Arial"/>
                <a:ea typeface="Microsoft YaHei"/>
              </a:rPr>
              <a:t>setup</a:t>
            </a:r>
            <a:r>
              <a:rPr sz="1350" b="1">
                <a:solidFill>
                  <a:srgbClr val="168D9D"/>
                </a:solidFill>
                <a:latin typeface="Microsoft YaHei"/>
                <a:ea typeface="Microsoft YaHei"/>
              </a:rPr>
              <a:t> </a:t>
            </a:r>
            <a:r>
              <a:rPr sz="1350" b="1">
                <a:solidFill>
                  <a:srgbClr val="168D9D"/>
                </a:solidFill>
                <a:latin typeface="Arial"/>
                <a:ea typeface="Microsoft YaHei"/>
              </a:rPr>
              <a:t>registry</a:t>
            </a:r>
          </a:p>
        </p:txBody>
      </p:sp>
      <p:sp>
        <p:nvSpPr>
          <p:cNvPr id="127" name="TextBox 126"/>
          <p:cNvSpPr txBox="1"/>
          <p:nvPr/>
        </p:nvSpPr>
        <p:spPr>
          <a:xfrm>
            <a:off x="12211050" y="5232400"/>
            <a:ext cx="2081293" cy="195579"/>
          </a:xfrm>
          <a:prstGeom prst="rect">
            <a:avLst/>
          </a:prstGeom>
          <a:noFill/>
        </p:spPr>
        <p:txBody>
          <a:bodyPr wrap="none" lIns="0" rIns="0" tIns="0" bIns="0">
            <a:spAutoFit/>
          </a:bodyPr>
          <a:lstStyle/>
          <a:p>
            <a:pPr>
              <a:lnSpc>
                <a:spcPts val="1375"/>
              </a:lnSpc>
              <a:spcBef>
                <a:spcPts val="0"/>
              </a:spcBef>
              <a:spcAft>
                <a:spcPts val="0"/>
              </a:spcAft>
            </a:pPr>
            <a:r>
              <a:rPr sz="1100" b="0">
                <a:solidFill>
                  <a:srgbClr val="23364D"/>
                </a:solidFill>
                <a:latin typeface="Arial"/>
                <a:ea typeface="Microsoft YaHei"/>
              </a:rPr>
              <a:t>PC</a:t>
            </a:r>
            <a:r>
              <a:rPr sz="1100" b="0">
                <a:solidFill>
                  <a:srgbClr val="23364D"/>
                </a:solidFill>
                <a:latin typeface="Microsoft YaHei"/>
                <a:ea typeface="Microsoft YaHei"/>
              </a:rPr>
              <a:t> </a:t>
            </a:r>
            <a:r>
              <a:rPr sz="1100" b="0">
                <a:solidFill>
                  <a:srgbClr val="23364D"/>
                </a:solidFill>
                <a:latin typeface="Arial"/>
                <a:ea typeface="Microsoft YaHei"/>
              </a:rPr>
              <a:t>identity</a:t>
            </a:r>
            <a:r>
              <a:rPr sz="1100" b="0">
                <a:solidFill>
                  <a:srgbClr val="23364D"/>
                </a:solidFill>
                <a:latin typeface="Microsoft YaHei"/>
                <a:ea typeface="Microsoft YaHei"/>
              </a:rPr>
              <a:t> </a:t>
            </a:r>
            <a:r>
              <a:rPr sz="1100" b="0">
                <a:solidFill>
                  <a:srgbClr val="23364D"/>
                </a:solidFill>
                <a:latin typeface="Arial"/>
                <a:ea typeface="Microsoft YaHei"/>
              </a:rPr>
              <a:t>→</a:t>
            </a:r>
            <a:r>
              <a:rPr sz="1100" b="0">
                <a:solidFill>
                  <a:srgbClr val="23364D"/>
                </a:solidFill>
                <a:latin typeface="Microsoft YaHei"/>
                <a:ea typeface="Microsoft YaHei"/>
              </a:rPr>
              <a:t> </a:t>
            </a:r>
            <a:r>
              <a:rPr sz="1100" b="0">
                <a:solidFill>
                  <a:srgbClr val="23364D"/>
                </a:solidFill>
                <a:latin typeface="Arial"/>
                <a:ea typeface="Microsoft YaHei"/>
              </a:rPr>
              <a:t>device</a:t>
            </a:r>
            <a:r>
              <a:rPr sz="1100" b="0">
                <a:solidFill>
                  <a:srgbClr val="23364D"/>
                </a:solidFill>
                <a:latin typeface="Microsoft YaHei"/>
                <a:ea typeface="Microsoft YaHei"/>
              </a:rPr>
              <a:t> </a:t>
            </a:r>
            <a:r>
              <a:rPr sz="1100" b="0">
                <a:solidFill>
                  <a:srgbClr val="23364D"/>
                </a:solidFill>
                <a:latin typeface="Arial"/>
                <a:ea typeface="Microsoft YaHei"/>
              </a:rPr>
              <a:t>bindings</a:t>
            </a:r>
          </a:p>
        </p:txBody>
      </p:sp>
      <p:sp>
        <p:nvSpPr>
          <p:cNvPr id="128" name="TextBox 127"/>
          <p:cNvSpPr txBox="1"/>
          <p:nvPr/>
        </p:nvSpPr>
        <p:spPr>
          <a:xfrm>
            <a:off x="12211050" y="5407025"/>
            <a:ext cx="2401620" cy="195579"/>
          </a:xfrm>
          <a:prstGeom prst="rect">
            <a:avLst/>
          </a:prstGeom>
          <a:noFill/>
        </p:spPr>
        <p:txBody>
          <a:bodyPr wrap="none" lIns="0" rIns="0" tIns="0" bIns="0">
            <a:spAutoFit/>
          </a:bodyPr>
          <a:lstStyle/>
          <a:p>
            <a:pPr>
              <a:lnSpc>
                <a:spcPts val="1375"/>
              </a:lnSpc>
              <a:spcBef>
                <a:spcPts val="0"/>
              </a:spcBef>
              <a:spcAft>
                <a:spcPts val="0"/>
              </a:spcAft>
            </a:pPr>
            <a:r>
              <a:rPr sz="1100" b="0">
                <a:solidFill>
                  <a:srgbClr val="23364D"/>
                </a:solidFill>
                <a:latin typeface="Arial"/>
                <a:ea typeface="Microsoft YaHei"/>
              </a:rPr>
              <a:t>Operations</a:t>
            </a:r>
            <a:r>
              <a:rPr sz="1100" b="0">
                <a:solidFill>
                  <a:srgbClr val="23364D"/>
                </a:solidFill>
                <a:latin typeface="Microsoft YaHei"/>
                <a:ea typeface="Microsoft YaHei"/>
              </a:rPr>
              <a:t> </a:t>
            </a:r>
            <a:r>
              <a:rPr sz="1100" b="0">
                <a:solidFill>
                  <a:srgbClr val="23364D"/>
                </a:solidFill>
                <a:latin typeface="Arial"/>
                <a:ea typeface="Microsoft YaHei"/>
              </a:rPr>
              <a:t>+</a:t>
            </a:r>
            <a:r>
              <a:rPr sz="1100" b="0">
                <a:solidFill>
                  <a:srgbClr val="23364D"/>
                </a:solidFill>
                <a:latin typeface="Microsoft YaHei"/>
                <a:ea typeface="Microsoft YaHei"/>
              </a:rPr>
              <a:t> </a:t>
            </a:r>
            <a:r>
              <a:rPr sz="1100" b="0">
                <a:solidFill>
                  <a:srgbClr val="23364D"/>
                </a:solidFill>
                <a:latin typeface="Arial"/>
                <a:ea typeface="Microsoft YaHei"/>
              </a:rPr>
              <a:t>parameter</a:t>
            </a:r>
            <a:r>
              <a:rPr sz="1100" b="0">
                <a:solidFill>
                  <a:srgbClr val="23364D"/>
                </a:solidFill>
                <a:latin typeface="Microsoft YaHei"/>
                <a:ea typeface="Microsoft YaHei"/>
              </a:rPr>
              <a:t> </a:t>
            </a:r>
            <a:r>
              <a:rPr sz="1100" b="0">
                <a:solidFill>
                  <a:srgbClr val="23364D"/>
                </a:solidFill>
                <a:latin typeface="Arial"/>
                <a:ea typeface="Microsoft YaHei"/>
              </a:rPr>
              <a:t>schemas</a:t>
            </a:r>
          </a:p>
        </p:txBody>
      </p:sp>
      <p:sp>
        <p:nvSpPr>
          <p:cNvPr id="129" name="TextBox 128"/>
          <p:cNvSpPr txBox="1"/>
          <p:nvPr/>
        </p:nvSpPr>
        <p:spPr>
          <a:xfrm>
            <a:off x="12211050" y="5581650"/>
            <a:ext cx="1837773" cy="195579"/>
          </a:xfrm>
          <a:prstGeom prst="rect">
            <a:avLst/>
          </a:prstGeom>
          <a:noFill/>
        </p:spPr>
        <p:txBody>
          <a:bodyPr wrap="none" lIns="0" rIns="0" tIns="0" bIns="0">
            <a:spAutoFit/>
          </a:bodyPr>
          <a:lstStyle/>
          <a:p>
            <a:pPr>
              <a:lnSpc>
                <a:spcPts val="1375"/>
              </a:lnSpc>
              <a:spcBef>
                <a:spcPts val="0"/>
              </a:spcBef>
              <a:spcAft>
                <a:spcPts val="0"/>
              </a:spcAft>
            </a:pPr>
            <a:r>
              <a:rPr sz="1100" b="0">
                <a:solidFill>
                  <a:srgbClr val="23364D"/>
                </a:solidFill>
                <a:latin typeface="Arial"/>
                <a:ea typeface="Microsoft YaHei"/>
              </a:rPr>
              <a:t>Units</a:t>
            </a:r>
            <a:r>
              <a:rPr sz="1100" b="0">
                <a:solidFill>
                  <a:srgbClr val="23364D"/>
                </a:solidFill>
                <a:latin typeface="Microsoft YaHei"/>
                <a:ea typeface="Microsoft YaHei"/>
              </a:rPr>
              <a:t> </a:t>
            </a:r>
            <a:r>
              <a:rPr sz="1100" b="0">
                <a:solidFill>
                  <a:srgbClr val="23364D"/>
                </a:solidFill>
                <a:latin typeface="Arial"/>
                <a:ea typeface="Microsoft YaHei"/>
              </a:rPr>
              <a:t>/</a:t>
            </a:r>
            <a:r>
              <a:rPr sz="1100" b="0">
                <a:solidFill>
                  <a:srgbClr val="23364D"/>
                </a:solidFill>
                <a:latin typeface="Microsoft YaHei"/>
                <a:ea typeface="Microsoft YaHei"/>
              </a:rPr>
              <a:t> </a:t>
            </a:r>
            <a:r>
              <a:rPr sz="1100" b="0">
                <a:solidFill>
                  <a:srgbClr val="23364D"/>
                </a:solidFill>
                <a:latin typeface="Arial"/>
                <a:ea typeface="Microsoft YaHei"/>
              </a:rPr>
              <a:t>limits</a:t>
            </a:r>
            <a:r>
              <a:rPr sz="1100" b="0">
                <a:solidFill>
                  <a:srgbClr val="23364D"/>
                </a:solidFill>
                <a:latin typeface="Microsoft YaHei"/>
                <a:ea typeface="Microsoft YaHei"/>
              </a:rPr>
              <a:t> </a:t>
            </a:r>
            <a:r>
              <a:rPr sz="1100" b="0">
                <a:solidFill>
                  <a:srgbClr val="23364D"/>
                </a:solidFill>
                <a:latin typeface="Arial"/>
                <a:ea typeface="Microsoft YaHei"/>
              </a:rPr>
              <a:t>+</a:t>
            </a:r>
            <a:r>
              <a:rPr sz="1100" b="0">
                <a:solidFill>
                  <a:srgbClr val="23364D"/>
                </a:solidFill>
                <a:latin typeface="Microsoft YaHei"/>
                <a:ea typeface="Microsoft YaHei"/>
              </a:rPr>
              <a:t> </a:t>
            </a:r>
            <a:r>
              <a:rPr sz="1100" b="0">
                <a:solidFill>
                  <a:srgbClr val="23364D"/>
                </a:solidFill>
                <a:latin typeface="Arial"/>
                <a:ea typeface="Microsoft YaHei"/>
              </a:rPr>
              <a:t>calibration</a:t>
            </a:r>
          </a:p>
        </p:txBody>
      </p:sp>
      <p:sp>
        <p:nvSpPr>
          <p:cNvPr id="130" name="TextBox 129"/>
          <p:cNvSpPr txBox="1"/>
          <p:nvPr/>
        </p:nvSpPr>
        <p:spPr>
          <a:xfrm>
            <a:off x="12211050" y="5756275"/>
            <a:ext cx="2323789" cy="195579"/>
          </a:xfrm>
          <a:prstGeom prst="rect">
            <a:avLst/>
          </a:prstGeom>
          <a:noFill/>
        </p:spPr>
        <p:txBody>
          <a:bodyPr wrap="none" lIns="0" rIns="0" tIns="0" bIns="0">
            <a:spAutoFit/>
          </a:bodyPr>
          <a:lstStyle/>
          <a:p>
            <a:pPr>
              <a:lnSpc>
                <a:spcPts val="1375"/>
              </a:lnSpc>
              <a:spcBef>
                <a:spcPts val="0"/>
              </a:spcBef>
              <a:spcAft>
                <a:spcPts val="0"/>
              </a:spcAft>
            </a:pPr>
            <a:r>
              <a:rPr sz="1100" b="0">
                <a:solidFill>
                  <a:srgbClr val="23364D"/>
                </a:solidFill>
                <a:latin typeface="Arial"/>
                <a:ea typeface="Microsoft YaHei"/>
              </a:rPr>
              <a:t>Shared</a:t>
            </a:r>
            <a:r>
              <a:rPr sz="1100" b="0">
                <a:solidFill>
                  <a:srgbClr val="23364D"/>
                </a:solidFill>
                <a:latin typeface="Microsoft YaHei"/>
                <a:ea typeface="Microsoft YaHei"/>
              </a:rPr>
              <a:t> </a:t>
            </a:r>
            <a:r>
              <a:rPr sz="1100" b="0">
                <a:solidFill>
                  <a:srgbClr val="23364D"/>
                </a:solidFill>
                <a:latin typeface="Arial"/>
                <a:ea typeface="Microsoft YaHei"/>
              </a:rPr>
              <a:t>resources</a:t>
            </a:r>
            <a:r>
              <a:rPr sz="1100" b="0">
                <a:solidFill>
                  <a:srgbClr val="23364D"/>
                </a:solidFill>
                <a:latin typeface="Microsoft YaHei"/>
                <a:ea typeface="Microsoft YaHei"/>
              </a:rPr>
              <a:t> </a:t>
            </a:r>
            <a:r>
              <a:rPr sz="1100" b="0">
                <a:solidFill>
                  <a:srgbClr val="23364D"/>
                </a:solidFill>
                <a:latin typeface="Arial"/>
                <a:ea typeface="Microsoft YaHei"/>
              </a:rPr>
              <a:t>+</a:t>
            </a:r>
            <a:r>
              <a:rPr sz="1100" b="0">
                <a:solidFill>
                  <a:srgbClr val="23364D"/>
                </a:solidFill>
                <a:latin typeface="Microsoft YaHei"/>
                <a:ea typeface="Microsoft YaHei"/>
              </a:rPr>
              <a:t> </a:t>
            </a:r>
            <a:r>
              <a:rPr sz="1100" b="0">
                <a:solidFill>
                  <a:srgbClr val="23364D"/>
                </a:solidFill>
                <a:latin typeface="Arial"/>
                <a:ea typeface="Microsoft YaHei"/>
              </a:rPr>
              <a:t>reservations</a:t>
            </a:r>
          </a:p>
        </p:txBody>
      </p:sp>
      <p:sp>
        <p:nvSpPr>
          <p:cNvPr id="131" name="TextBox 130"/>
          <p:cNvSpPr txBox="1"/>
          <p:nvPr/>
        </p:nvSpPr>
        <p:spPr>
          <a:xfrm>
            <a:off x="12211050" y="5930900"/>
            <a:ext cx="1874949" cy="195579"/>
          </a:xfrm>
          <a:prstGeom prst="rect">
            <a:avLst/>
          </a:prstGeom>
          <a:noFill/>
        </p:spPr>
        <p:txBody>
          <a:bodyPr wrap="none" lIns="0" rIns="0" tIns="0" bIns="0">
            <a:spAutoFit/>
          </a:bodyPr>
          <a:lstStyle/>
          <a:p>
            <a:pPr>
              <a:lnSpc>
                <a:spcPts val="1375"/>
              </a:lnSpc>
              <a:spcBef>
                <a:spcPts val="0"/>
              </a:spcBef>
              <a:spcAft>
                <a:spcPts val="0"/>
              </a:spcAft>
            </a:pPr>
            <a:r>
              <a:rPr sz="1100" b="0">
                <a:solidFill>
                  <a:srgbClr val="23364D"/>
                </a:solidFill>
                <a:latin typeface="Arial"/>
                <a:ea typeface="Microsoft YaHei"/>
              </a:rPr>
              <a:t>Run</a:t>
            </a:r>
            <a:r>
              <a:rPr sz="1100" b="0">
                <a:solidFill>
                  <a:srgbClr val="23364D"/>
                </a:solidFill>
                <a:latin typeface="Microsoft YaHei"/>
                <a:ea typeface="Microsoft YaHei"/>
              </a:rPr>
              <a:t> </a:t>
            </a:r>
            <a:r>
              <a:rPr sz="1100" b="0">
                <a:solidFill>
                  <a:srgbClr val="23364D"/>
                </a:solidFill>
                <a:latin typeface="Arial"/>
                <a:ea typeface="Microsoft YaHei"/>
              </a:rPr>
              <a:t>/</a:t>
            </a:r>
            <a:r>
              <a:rPr sz="1100" b="0">
                <a:solidFill>
                  <a:srgbClr val="23364D"/>
                </a:solidFill>
                <a:latin typeface="Microsoft YaHei"/>
                <a:ea typeface="Microsoft YaHei"/>
              </a:rPr>
              <a:t> </a:t>
            </a:r>
            <a:r>
              <a:rPr sz="1100" b="0">
                <a:solidFill>
                  <a:srgbClr val="23364D"/>
                </a:solidFill>
                <a:latin typeface="Arial"/>
                <a:ea typeface="Microsoft YaHei"/>
              </a:rPr>
              <a:t>stage</a:t>
            </a:r>
            <a:r>
              <a:rPr sz="1100" b="0">
                <a:solidFill>
                  <a:srgbClr val="23364D"/>
                </a:solidFill>
                <a:latin typeface="Microsoft YaHei"/>
                <a:ea typeface="Microsoft YaHei"/>
              </a:rPr>
              <a:t> </a:t>
            </a:r>
            <a:r>
              <a:rPr sz="1100" b="0">
                <a:solidFill>
                  <a:srgbClr val="23364D"/>
                </a:solidFill>
                <a:latin typeface="Arial"/>
                <a:ea typeface="Microsoft YaHei"/>
              </a:rPr>
              <a:t>/</a:t>
            </a:r>
            <a:r>
              <a:rPr sz="1100" b="0">
                <a:solidFill>
                  <a:srgbClr val="23364D"/>
                </a:solidFill>
                <a:latin typeface="Microsoft YaHei"/>
                <a:ea typeface="Microsoft YaHei"/>
              </a:rPr>
              <a:t> </a:t>
            </a:r>
            <a:r>
              <a:rPr sz="1100" b="0">
                <a:solidFill>
                  <a:srgbClr val="23364D"/>
                </a:solidFill>
                <a:latin typeface="Arial"/>
                <a:ea typeface="Microsoft YaHei"/>
              </a:rPr>
              <a:t>point</a:t>
            </a:r>
            <a:r>
              <a:rPr sz="1100" b="0">
                <a:solidFill>
                  <a:srgbClr val="23364D"/>
                </a:solidFill>
                <a:latin typeface="Microsoft YaHei"/>
                <a:ea typeface="Microsoft YaHei"/>
              </a:rPr>
              <a:t> </a:t>
            </a:r>
            <a:r>
              <a:rPr sz="1100" b="0">
                <a:solidFill>
                  <a:srgbClr val="23364D"/>
                </a:solidFill>
                <a:latin typeface="Arial"/>
                <a:ea typeface="Microsoft YaHei"/>
              </a:rPr>
              <a:t>context</a:t>
            </a:r>
          </a:p>
        </p:txBody>
      </p:sp>
      <p:sp>
        <p:nvSpPr>
          <p:cNvPr id="132" name="TextBox 131"/>
          <p:cNvSpPr txBox="1"/>
          <p:nvPr/>
        </p:nvSpPr>
        <p:spPr>
          <a:xfrm>
            <a:off x="12211050" y="6254750"/>
            <a:ext cx="2729706" cy="177800"/>
          </a:xfrm>
          <a:prstGeom prst="rect">
            <a:avLst/>
          </a:prstGeom>
          <a:noFill/>
        </p:spPr>
        <p:txBody>
          <a:bodyPr wrap="none" lIns="0" rIns="0" tIns="0" bIns="0">
            <a:spAutoFit/>
          </a:bodyPr>
          <a:lstStyle/>
          <a:p>
            <a:pPr>
              <a:lnSpc>
                <a:spcPts val="1250"/>
              </a:lnSpc>
              <a:spcBef>
                <a:spcPts val="0"/>
              </a:spcBef>
              <a:spcAft>
                <a:spcPts val="0"/>
              </a:spcAft>
            </a:pPr>
            <a:r>
              <a:rPr sz="1000" b="1">
                <a:solidFill>
                  <a:srgbClr val="168D9D"/>
                </a:solidFill>
                <a:latin typeface="Arial"/>
                <a:ea typeface="Microsoft YaHei"/>
              </a:rPr>
              <a:t>PC</a:t>
            </a:r>
            <a:r>
              <a:rPr sz="1000" b="1">
                <a:solidFill>
                  <a:srgbClr val="168D9D"/>
                </a:solidFill>
                <a:latin typeface="Microsoft YaHei"/>
                <a:ea typeface="Microsoft YaHei"/>
              </a:rPr>
              <a:t> </a:t>
            </a:r>
            <a:r>
              <a:rPr sz="1000" b="1">
                <a:solidFill>
                  <a:srgbClr val="168D9D"/>
                </a:solidFill>
                <a:latin typeface="Arial"/>
                <a:ea typeface="Microsoft YaHei"/>
              </a:rPr>
              <a:t>roles</a:t>
            </a:r>
            <a:r>
              <a:rPr sz="1000" b="1">
                <a:solidFill>
                  <a:srgbClr val="168D9D"/>
                </a:solidFill>
                <a:latin typeface="Microsoft YaHei"/>
                <a:ea typeface="Microsoft YaHei"/>
              </a:rPr>
              <a:t> </a:t>
            </a:r>
            <a:r>
              <a:rPr sz="1000" b="1">
                <a:solidFill>
                  <a:srgbClr val="168D9D"/>
                </a:solidFill>
                <a:latin typeface="Arial"/>
                <a:ea typeface="Microsoft YaHei"/>
              </a:rPr>
              <a:t>follow</a:t>
            </a:r>
            <a:r>
              <a:rPr sz="1000" b="1">
                <a:solidFill>
                  <a:srgbClr val="168D9D"/>
                </a:solidFill>
                <a:latin typeface="Microsoft YaHei"/>
                <a:ea typeface="Microsoft YaHei"/>
              </a:rPr>
              <a:t> </a:t>
            </a:r>
            <a:r>
              <a:rPr sz="1000" b="1">
                <a:solidFill>
                  <a:srgbClr val="168D9D"/>
                </a:solidFill>
                <a:latin typeface="Arial"/>
                <a:ea typeface="Microsoft YaHei"/>
              </a:rPr>
              <a:t>registered</a:t>
            </a:r>
            <a:r>
              <a:rPr sz="1000" b="1">
                <a:solidFill>
                  <a:srgbClr val="168D9D"/>
                </a:solidFill>
                <a:latin typeface="Microsoft YaHei"/>
                <a:ea typeface="Microsoft YaHei"/>
              </a:rPr>
              <a:t> </a:t>
            </a:r>
            <a:r>
              <a:rPr sz="1000" b="1">
                <a:solidFill>
                  <a:srgbClr val="168D9D"/>
                </a:solidFill>
                <a:latin typeface="Arial"/>
                <a:ea typeface="Microsoft YaHei"/>
              </a:rPr>
              <a:t>capabilities</a:t>
            </a:r>
          </a:p>
        </p:txBody>
      </p:sp>
      <p:cxnSp>
        <p:nvCxnSpPr>
          <p:cNvPr id="133" name="Connector 132"/>
          <p:cNvCxnSpPr/>
          <p:nvPr/>
        </p:nvCxnSpPr>
        <p:spPr>
          <a:xfrm>
            <a:off x="11684000" y="5511800"/>
            <a:ext cx="381000" cy="0"/>
          </a:xfrm>
          <a:prstGeom prst="line">
            <a:avLst/>
          </a:prstGeom>
          <a:ln w="12700">
            <a:solidFill>
              <a:srgbClr val="168D9D"/>
            </a:solidFill>
          </a:ln>
        </p:spPr>
        <p:style>
          <a:lnRef idx="2">
            <a:schemeClr val="accent1"/>
          </a:lnRef>
          <a:fillRef idx="0">
            <a:schemeClr val="accent1"/>
          </a:fillRef>
          <a:effectRef idx="1">
            <a:schemeClr val="accent1"/>
          </a:effectRef>
          <a:fontRef idx="minor">
            <a:schemeClr val="tx1"/>
          </a:fontRef>
        </p:style>
      </p:cxnSp>
      <p:sp>
        <p:nvSpPr>
          <p:cNvPr id="134" name="Freeform 133"/>
          <p:cNvSpPr/>
          <p:nvPr/>
        </p:nvSpPr>
        <p:spPr>
          <a:xfrm>
            <a:off x="12014200" y="5486400"/>
            <a:ext cx="50800" cy="50800"/>
          </a:xfrm>
          <a:custGeom>
            <a:avLst/>
            <a:gdLst/>
            <a:ahLst/>
            <a:cxnLst/>
            <a:rect l="l" t="t" r="r" b="b"/>
            <a:pathLst>
              <a:path w="4" h="4">
                <a:moveTo>
                  <a:pt x="4" y="2"/>
                </a:moveTo>
                <a:lnTo>
                  <a:pt x="0" y="0"/>
                </a:lnTo>
                <a:lnTo>
                  <a:pt x="0" y="4"/>
                </a:lnTo>
                <a:close/>
              </a:path>
            </a:pathLst>
          </a:custGeom>
          <a:solidFill>
            <a:srgbClr val="168D9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5" name="Connector 134"/>
          <p:cNvCxnSpPr/>
          <p:nvPr/>
        </p:nvCxnSpPr>
        <p:spPr>
          <a:xfrm flipH="1">
            <a:off x="11684000" y="5670550"/>
            <a:ext cx="381000" cy="0"/>
          </a:xfrm>
          <a:prstGeom prst="line">
            <a:avLst/>
          </a:prstGeom>
          <a:ln w="12700">
            <a:solidFill>
              <a:srgbClr val="168D9D"/>
            </a:solidFill>
          </a:ln>
        </p:spPr>
        <p:style>
          <a:lnRef idx="2">
            <a:schemeClr val="accent1"/>
          </a:lnRef>
          <a:fillRef idx="0">
            <a:schemeClr val="accent1"/>
          </a:fillRef>
          <a:effectRef idx="1">
            <a:schemeClr val="accent1"/>
          </a:effectRef>
          <a:fontRef idx="minor">
            <a:schemeClr val="tx1"/>
          </a:fontRef>
        </p:style>
      </p:cxnSp>
      <p:sp>
        <p:nvSpPr>
          <p:cNvPr id="136" name="Freeform 135"/>
          <p:cNvSpPr/>
          <p:nvPr/>
        </p:nvSpPr>
        <p:spPr>
          <a:xfrm>
            <a:off x="11684000" y="5651500"/>
            <a:ext cx="50800" cy="38100"/>
          </a:xfrm>
          <a:custGeom>
            <a:avLst/>
            <a:gdLst/>
            <a:ahLst/>
            <a:cxnLst/>
            <a:rect l="l" t="t" r="r" b="b"/>
            <a:pathLst>
              <a:path w="4" h="3">
                <a:moveTo>
                  <a:pt x="0" y="1"/>
                </a:moveTo>
                <a:lnTo>
                  <a:pt x="4" y="3"/>
                </a:lnTo>
                <a:lnTo>
                  <a:pt x="4" y="0"/>
                </a:lnTo>
                <a:close/>
              </a:path>
            </a:pathLst>
          </a:custGeom>
          <a:solidFill>
            <a:srgbClr val="168D9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7" name="Connector 136"/>
          <p:cNvCxnSpPr/>
          <p:nvPr/>
        </p:nvCxnSpPr>
        <p:spPr>
          <a:xfrm>
            <a:off x="10521950" y="6540500"/>
            <a:ext cx="0" cy="508000"/>
          </a:xfrm>
          <a:prstGeom prst="line">
            <a:avLst/>
          </a:prstGeom>
          <a:ln w="17145">
            <a:solidFill>
              <a:srgbClr val="7653CF"/>
            </a:solidFill>
          </a:ln>
        </p:spPr>
        <p:style>
          <a:lnRef idx="2">
            <a:schemeClr val="accent1"/>
          </a:lnRef>
          <a:fillRef idx="0">
            <a:schemeClr val="accent1"/>
          </a:fillRef>
          <a:effectRef idx="1">
            <a:schemeClr val="accent1"/>
          </a:effectRef>
          <a:fontRef idx="minor">
            <a:schemeClr val="tx1"/>
          </a:fontRef>
        </p:style>
      </p:cxnSp>
      <p:sp>
        <p:nvSpPr>
          <p:cNvPr id="138" name="Freeform 137"/>
          <p:cNvSpPr/>
          <p:nvPr/>
        </p:nvSpPr>
        <p:spPr>
          <a:xfrm>
            <a:off x="10490200" y="6985000"/>
            <a:ext cx="63500" cy="63500"/>
          </a:xfrm>
          <a:custGeom>
            <a:avLst/>
            <a:gdLst/>
            <a:ahLst/>
            <a:cxnLst/>
            <a:rect l="l" t="t" r="r" b="b"/>
            <a:pathLst>
              <a:path w="5" h="5">
                <a:moveTo>
                  <a:pt x="2" y="5"/>
                </a:moveTo>
                <a:lnTo>
                  <a:pt x="5" y="0"/>
                </a:lnTo>
                <a:lnTo>
                  <a:pt x="0" y="0"/>
                </a:lnTo>
                <a:close/>
              </a:path>
            </a:pathLst>
          </a:custGeom>
          <a:solidFill>
            <a:srgbClr val="7653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10668000" y="6724650"/>
            <a:ext cx="3309739" cy="195579"/>
          </a:xfrm>
          <a:prstGeom prst="rect">
            <a:avLst/>
          </a:prstGeom>
          <a:noFill/>
        </p:spPr>
        <p:txBody>
          <a:bodyPr wrap="none" lIns="0" rIns="0" tIns="0" bIns="0">
            <a:spAutoFit/>
          </a:bodyPr>
          <a:lstStyle/>
          <a:p>
            <a:pPr>
              <a:lnSpc>
                <a:spcPts val="1375"/>
              </a:lnSpc>
              <a:spcBef>
                <a:spcPts val="0"/>
              </a:spcBef>
              <a:spcAft>
                <a:spcPts val="0"/>
              </a:spcAft>
            </a:pPr>
            <a:r>
              <a:rPr sz="1100" b="1">
                <a:solidFill>
                  <a:srgbClr val="7653CF"/>
                </a:solidFill>
                <a:latin typeface="Arial"/>
                <a:ea typeface="Microsoft YaHei"/>
              </a:rPr>
              <a:t>LabOS</a:t>
            </a:r>
            <a:r>
              <a:rPr sz="1100" b="1">
                <a:solidFill>
                  <a:srgbClr val="7653CF"/>
                </a:solidFill>
                <a:latin typeface="Microsoft YaHei"/>
                <a:ea typeface="Microsoft YaHei"/>
              </a:rPr>
              <a:t> </a:t>
            </a:r>
            <a:r>
              <a:rPr sz="1100" b="1">
                <a:solidFill>
                  <a:srgbClr val="7653CF"/>
                </a:solidFill>
                <a:latin typeface="Arial"/>
                <a:ea typeface="Microsoft YaHei"/>
              </a:rPr>
              <a:t>control</a:t>
            </a:r>
            <a:r>
              <a:rPr sz="1100" b="1">
                <a:solidFill>
                  <a:srgbClr val="7653CF"/>
                </a:solidFill>
                <a:latin typeface="Microsoft YaHei"/>
                <a:ea typeface="Microsoft YaHei"/>
              </a:rPr>
              <a:t> </a:t>
            </a:r>
            <a:r>
              <a:rPr sz="1100" b="1">
                <a:solidFill>
                  <a:srgbClr val="7653CF"/>
                </a:solidFill>
                <a:latin typeface="Arial"/>
                <a:ea typeface="Microsoft YaHei"/>
              </a:rPr>
              <a:t>tools</a:t>
            </a:r>
            <a:r>
              <a:rPr sz="1100" b="1">
                <a:solidFill>
                  <a:srgbClr val="7653CF"/>
                </a:solidFill>
                <a:latin typeface="Microsoft YaHei"/>
                <a:ea typeface="Microsoft YaHei"/>
              </a:rPr>
              <a:t> </a:t>
            </a:r>
            <a:r>
              <a:rPr sz="1100" b="1">
                <a:solidFill>
                  <a:srgbClr val="7653CF"/>
                </a:solidFill>
                <a:latin typeface="Arial"/>
                <a:ea typeface="Microsoft YaHei"/>
              </a:rPr>
              <a:t>→</a:t>
            </a:r>
            <a:r>
              <a:rPr sz="1100" b="1">
                <a:solidFill>
                  <a:srgbClr val="7653CF"/>
                </a:solidFill>
                <a:latin typeface="Microsoft YaHei"/>
                <a:ea typeface="Microsoft YaHei"/>
              </a:rPr>
              <a:t> </a:t>
            </a:r>
            <a:r>
              <a:rPr sz="1100" b="1">
                <a:solidFill>
                  <a:srgbClr val="7653CF"/>
                </a:solidFill>
                <a:latin typeface="Arial"/>
                <a:ea typeface="Microsoft YaHei"/>
              </a:rPr>
              <a:t>validated</a:t>
            </a:r>
            <a:r>
              <a:rPr sz="1100" b="1">
                <a:solidFill>
                  <a:srgbClr val="7653CF"/>
                </a:solidFill>
                <a:latin typeface="Microsoft YaHei"/>
                <a:ea typeface="Microsoft YaHei"/>
              </a:rPr>
              <a:t> </a:t>
            </a:r>
            <a:r>
              <a:rPr sz="1100" b="1">
                <a:solidFill>
                  <a:srgbClr val="7653CF"/>
                </a:solidFill>
                <a:latin typeface="Arial"/>
                <a:ea typeface="Microsoft YaHei"/>
              </a:rPr>
              <a:t>execution</a:t>
            </a:r>
          </a:p>
        </p:txBody>
      </p:sp>
      <p:cxnSp>
        <p:nvCxnSpPr>
          <p:cNvPr id="140" name="Connector 139"/>
          <p:cNvCxnSpPr/>
          <p:nvPr/>
        </p:nvCxnSpPr>
        <p:spPr>
          <a:xfrm flipV="1">
            <a:off x="6858000" y="6540500"/>
            <a:ext cx="0" cy="508000"/>
          </a:xfrm>
          <a:prstGeom prst="line">
            <a:avLst/>
          </a:prstGeom>
          <a:ln w="17145">
            <a:solidFill>
              <a:srgbClr val="278565"/>
            </a:solidFill>
          </a:ln>
        </p:spPr>
        <p:style>
          <a:lnRef idx="2">
            <a:schemeClr val="accent1"/>
          </a:lnRef>
          <a:fillRef idx="0">
            <a:schemeClr val="accent1"/>
          </a:fillRef>
          <a:effectRef idx="1">
            <a:schemeClr val="accent1"/>
          </a:effectRef>
          <a:fontRef idx="minor">
            <a:schemeClr val="tx1"/>
          </a:fontRef>
        </p:style>
      </p:cxnSp>
      <p:sp>
        <p:nvSpPr>
          <p:cNvPr id="141" name="Freeform 140"/>
          <p:cNvSpPr/>
          <p:nvPr/>
        </p:nvSpPr>
        <p:spPr>
          <a:xfrm>
            <a:off x="6832600" y="6540500"/>
            <a:ext cx="50800" cy="63500"/>
          </a:xfrm>
          <a:custGeom>
            <a:avLst/>
            <a:gdLst/>
            <a:ahLst/>
            <a:cxnLst/>
            <a:rect l="l" t="t" r="r" b="b"/>
            <a:pathLst>
              <a:path w="4" h="5">
                <a:moveTo>
                  <a:pt x="2" y="0"/>
                </a:moveTo>
                <a:lnTo>
                  <a:pt x="0" y="5"/>
                </a:lnTo>
                <a:lnTo>
                  <a:pt x="4" y="5"/>
                </a:lnTo>
                <a:close/>
              </a:path>
            </a:pathLst>
          </a:custGeom>
          <a:solidFill>
            <a:srgbClr val="2785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TextBox 141"/>
          <p:cNvSpPr txBox="1"/>
          <p:nvPr/>
        </p:nvSpPr>
        <p:spPr>
          <a:xfrm>
            <a:off x="7048500" y="6731000"/>
            <a:ext cx="2496939" cy="186690"/>
          </a:xfrm>
          <a:prstGeom prst="rect">
            <a:avLst/>
          </a:prstGeom>
          <a:noFill/>
        </p:spPr>
        <p:txBody>
          <a:bodyPr wrap="none" lIns="0" rIns="0" tIns="0" bIns="0">
            <a:spAutoFit/>
          </a:bodyPr>
          <a:lstStyle/>
          <a:p>
            <a:pPr>
              <a:lnSpc>
                <a:spcPts val="1312"/>
              </a:lnSpc>
              <a:spcBef>
                <a:spcPts val="0"/>
              </a:spcBef>
              <a:spcAft>
                <a:spcPts val="0"/>
              </a:spcAft>
            </a:pPr>
            <a:r>
              <a:rPr sz="1050" b="1">
                <a:solidFill>
                  <a:srgbClr val="278565"/>
                </a:solidFill>
                <a:latin typeface="Arial"/>
                <a:ea typeface="Microsoft YaHei"/>
              </a:rPr>
              <a:t>Results</a:t>
            </a:r>
            <a:r>
              <a:rPr sz="1050" b="1">
                <a:solidFill>
                  <a:srgbClr val="278565"/>
                </a:solidFill>
                <a:latin typeface="Microsoft YaHei"/>
                <a:ea typeface="Microsoft YaHei"/>
              </a:rPr>
              <a:t> </a:t>
            </a:r>
            <a:r>
              <a:rPr sz="1050" b="1">
                <a:solidFill>
                  <a:srgbClr val="278565"/>
                </a:solidFill>
                <a:latin typeface="Arial"/>
                <a:ea typeface="Microsoft YaHei"/>
              </a:rPr>
              <a:t>/</a:t>
            </a:r>
            <a:r>
              <a:rPr sz="1050" b="1">
                <a:solidFill>
                  <a:srgbClr val="278565"/>
                </a:solidFill>
                <a:latin typeface="Microsoft YaHei"/>
                <a:ea typeface="Microsoft YaHei"/>
              </a:rPr>
              <a:t> </a:t>
            </a:r>
            <a:r>
              <a:rPr sz="1050" b="1">
                <a:solidFill>
                  <a:srgbClr val="278565"/>
                </a:solidFill>
                <a:latin typeface="Arial"/>
                <a:ea typeface="Microsoft YaHei"/>
              </a:rPr>
              <a:t>status</a:t>
            </a:r>
            <a:r>
              <a:rPr sz="1050" b="1">
                <a:solidFill>
                  <a:srgbClr val="278565"/>
                </a:solidFill>
                <a:latin typeface="Microsoft YaHei"/>
                <a:ea typeface="Microsoft YaHei"/>
              </a:rPr>
              <a:t> </a:t>
            </a:r>
            <a:r>
              <a:rPr sz="1050" b="1">
                <a:solidFill>
                  <a:srgbClr val="278565"/>
                </a:solidFill>
                <a:latin typeface="Arial"/>
                <a:ea typeface="Microsoft YaHei"/>
              </a:rPr>
              <a:t>/</a:t>
            </a:r>
            <a:r>
              <a:rPr sz="1050" b="1">
                <a:solidFill>
                  <a:srgbClr val="278565"/>
                </a:solidFill>
                <a:latin typeface="Microsoft YaHei"/>
                <a:ea typeface="Microsoft YaHei"/>
              </a:rPr>
              <a:t> </a:t>
            </a:r>
            <a:r>
              <a:rPr sz="1050" b="1">
                <a:solidFill>
                  <a:srgbClr val="278565"/>
                </a:solidFill>
                <a:latin typeface="Arial"/>
                <a:ea typeface="Microsoft YaHei"/>
              </a:rPr>
              <a:t>artifact</a:t>
            </a:r>
            <a:r>
              <a:rPr sz="1050" b="1">
                <a:solidFill>
                  <a:srgbClr val="278565"/>
                </a:solidFill>
                <a:latin typeface="Microsoft YaHei"/>
                <a:ea typeface="Microsoft YaHei"/>
              </a:rPr>
              <a:t> </a:t>
            </a:r>
            <a:r>
              <a:rPr sz="1050" b="1">
                <a:solidFill>
                  <a:srgbClr val="278565"/>
                </a:solidFill>
                <a:latin typeface="Arial"/>
                <a:ea typeface="Microsoft YaHei"/>
              </a:rPr>
              <a:t>handles</a:t>
            </a:r>
          </a:p>
        </p:txBody>
      </p:sp>
      <p:sp>
        <p:nvSpPr>
          <p:cNvPr id="143" name="Rounded Rectangle 142"/>
          <p:cNvSpPr/>
          <p:nvPr/>
        </p:nvSpPr>
        <p:spPr>
          <a:xfrm>
            <a:off x="635000" y="7048500"/>
            <a:ext cx="14986000" cy="889000"/>
          </a:xfrm>
          <a:prstGeom prst="roundRect">
            <a:avLst>
              <a:gd name="adj" fmla="val 10714"/>
            </a:avLst>
          </a:prstGeom>
          <a:solidFill>
            <a:srgbClr val="E9F6F7"/>
          </a:solidFill>
          <a:ln w="11430">
            <a:solidFill>
              <a:srgbClr val="168D9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TextBox 143"/>
          <p:cNvSpPr txBox="1"/>
          <p:nvPr/>
        </p:nvSpPr>
        <p:spPr>
          <a:xfrm>
            <a:off x="774700" y="7162800"/>
            <a:ext cx="5603803" cy="257809"/>
          </a:xfrm>
          <a:prstGeom prst="rect">
            <a:avLst/>
          </a:prstGeom>
          <a:noFill/>
        </p:spPr>
        <p:txBody>
          <a:bodyPr wrap="none" lIns="0" rIns="0" tIns="0" bIns="0">
            <a:spAutoFit/>
          </a:bodyPr>
          <a:lstStyle/>
          <a:p>
            <a:pPr>
              <a:lnSpc>
                <a:spcPts val="1812"/>
              </a:lnSpc>
              <a:spcBef>
                <a:spcPts val="0"/>
              </a:spcBef>
              <a:spcAft>
                <a:spcPts val="0"/>
              </a:spcAft>
            </a:pPr>
            <a:r>
              <a:rPr sz="1450" b="1">
                <a:solidFill>
                  <a:srgbClr val="168D9D"/>
                </a:solidFill>
                <a:latin typeface="Arial"/>
                <a:ea typeface="Microsoft YaHei"/>
              </a:rPr>
              <a:t>Execution</a:t>
            </a:r>
            <a:r>
              <a:rPr sz="1450" b="1">
                <a:solidFill>
                  <a:srgbClr val="168D9D"/>
                </a:solidFill>
                <a:latin typeface="Microsoft YaHei"/>
                <a:ea typeface="Microsoft YaHei"/>
              </a:rPr>
              <a:t> </a:t>
            </a:r>
            <a:r>
              <a:rPr sz="1450" b="1">
                <a:solidFill>
                  <a:srgbClr val="168D9D"/>
                </a:solidFill>
                <a:latin typeface="Arial"/>
                <a:ea typeface="Microsoft YaHei"/>
              </a:rPr>
              <a:t>authority</a:t>
            </a:r>
            <a:r>
              <a:rPr sz="1450" b="1">
                <a:solidFill>
                  <a:srgbClr val="168D9D"/>
                </a:solidFill>
                <a:latin typeface="Microsoft YaHei"/>
                <a:ea typeface="Microsoft YaHei"/>
              </a:rPr>
              <a:t>  </a:t>
            </a:r>
            <a:r>
              <a:rPr sz="1450" b="1">
                <a:solidFill>
                  <a:srgbClr val="168D9D"/>
                </a:solidFill>
                <a:latin typeface="Arial"/>
                <a:ea typeface="Microsoft YaHei"/>
              </a:rPr>
              <a:t>/</a:t>
            </a:r>
            <a:r>
              <a:rPr sz="1450" b="1">
                <a:solidFill>
                  <a:srgbClr val="168D9D"/>
                </a:solidFill>
                <a:latin typeface="Microsoft YaHei"/>
                <a:ea typeface="Microsoft YaHei"/>
              </a:rPr>
              <a:t>  </a:t>
            </a:r>
            <a:r>
              <a:rPr sz="1450" b="1">
                <a:solidFill>
                  <a:srgbClr val="168D9D"/>
                </a:solidFill>
                <a:latin typeface="Arial"/>
                <a:ea typeface="Microsoft YaHei"/>
              </a:rPr>
              <a:t>deterministic</a:t>
            </a:r>
            <a:r>
              <a:rPr sz="1450" b="1">
                <a:solidFill>
                  <a:srgbClr val="168D9D"/>
                </a:solidFill>
                <a:latin typeface="Microsoft YaHei"/>
                <a:ea typeface="Microsoft YaHei"/>
              </a:rPr>
              <a:t> </a:t>
            </a:r>
            <a:r>
              <a:rPr sz="1450" b="1">
                <a:solidFill>
                  <a:srgbClr val="168D9D"/>
                </a:solidFill>
                <a:latin typeface="Arial"/>
                <a:ea typeface="Microsoft YaHei"/>
              </a:rPr>
              <a:t>stage</a:t>
            </a:r>
            <a:r>
              <a:rPr sz="1450" b="1">
                <a:solidFill>
                  <a:srgbClr val="168D9D"/>
                </a:solidFill>
                <a:latin typeface="Microsoft YaHei"/>
                <a:ea typeface="Microsoft YaHei"/>
              </a:rPr>
              <a:t> </a:t>
            </a:r>
            <a:r>
              <a:rPr sz="1450" b="1">
                <a:solidFill>
                  <a:srgbClr val="168D9D"/>
                </a:solidFill>
                <a:latin typeface="Arial"/>
                <a:ea typeface="Microsoft YaHei"/>
              </a:rPr>
              <a:t>coordinator</a:t>
            </a:r>
          </a:p>
        </p:txBody>
      </p:sp>
      <p:sp>
        <p:nvSpPr>
          <p:cNvPr id="145" name="Rounded Rectangle 144"/>
          <p:cNvSpPr/>
          <p:nvPr/>
        </p:nvSpPr>
        <p:spPr>
          <a:xfrm>
            <a:off x="774700" y="7480300"/>
            <a:ext cx="2851150" cy="298450"/>
          </a:xfrm>
          <a:prstGeom prst="roundRect">
            <a:avLst>
              <a:gd name="adj" fmla="val 14893"/>
            </a:avLst>
          </a:prstGeom>
          <a:solidFill>
            <a:srgbClr val="FFFFFF"/>
          </a:solidFill>
          <a:ln w="7620">
            <a:solidFill>
              <a:srgbClr val="168D9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1380999" y="7569200"/>
            <a:ext cx="1689351" cy="186690"/>
          </a:xfrm>
          <a:prstGeom prst="rect">
            <a:avLst/>
          </a:prstGeom>
          <a:noFill/>
        </p:spPr>
        <p:txBody>
          <a:bodyPr wrap="none" lIns="0" rIns="0" tIns="0" bIns="0">
            <a:spAutoFit/>
          </a:bodyPr>
          <a:lstStyle/>
          <a:p>
            <a:pPr>
              <a:lnSpc>
                <a:spcPts val="1312"/>
              </a:lnSpc>
              <a:spcBef>
                <a:spcPts val="0"/>
              </a:spcBef>
              <a:spcAft>
                <a:spcPts val="0"/>
              </a:spcAft>
            </a:pPr>
            <a:r>
              <a:rPr sz="1050" b="1">
                <a:solidFill>
                  <a:srgbClr val="168D9D"/>
                </a:solidFill>
                <a:latin typeface="Arial"/>
                <a:ea typeface="Microsoft YaHei"/>
              </a:rPr>
              <a:t>Validate</a:t>
            </a:r>
            <a:r>
              <a:rPr sz="1050" b="1">
                <a:solidFill>
                  <a:srgbClr val="168D9D"/>
                </a:solidFill>
                <a:latin typeface="Microsoft YaHei"/>
                <a:ea typeface="Microsoft YaHei"/>
              </a:rPr>
              <a:t> </a:t>
            </a:r>
            <a:r>
              <a:rPr sz="1050" b="1">
                <a:solidFill>
                  <a:srgbClr val="168D9D"/>
                </a:solidFill>
                <a:latin typeface="Arial"/>
                <a:ea typeface="Microsoft YaHei"/>
              </a:rPr>
              <a:t>units</a:t>
            </a:r>
            <a:r>
              <a:rPr sz="1050" b="1">
                <a:solidFill>
                  <a:srgbClr val="168D9D"/>
                </a:solidFill>
                <a:latin typeface="Microsoft YaHei"/>
                <a:ea typeface="Microsoft YaHei"/>
              </a:rPr>
              <a:t> </a:t>
            </a:r>
            <a:r>
              <a:rPr sz="1050" b="1">
                <a:solidFill>
                  <a:srgbClr val="168D9D"/>
                </a:solidFill>
                <a:latin typeface="Arial"/>
                <a:ea typeface="Microsoft YaHei"/>
              </a:rPr>
              <a:t>+</a:t>
            </a:r>
            <a:r>
              <a:rPr sz="1050" b="1">
                <a:solidFill>
                  <a:srgbClr val="168D9D"/>
                </a:solidFill>
                <a:latin typeface="Microsoft YaHei"/>
                <a:ea typeface="Microsoft YaHei"/>
              </a:rPr>
              <a:t> </a:t>
            </a:r>
            <a:r>
              <a:rPr sz="1050" b="1">
                <a:solidFill>
                  <a:srgbClr val="168D9D"/>
                </a:solidFill>
                <a:latin typeface="Arial"/>
                <a:ea typeface="Microsoft YaHei"/>
              </a:rPr>
              <a:t>limits</a:t>
            </a:r>
          </a:p>
        </p:txBody>
      </p:sp>
      <p:sp>
        <p:nvSpPr>
          <p:cNvPr id="147" name="Rounded Rectangle 146"/>
          <p:cNvSpPr/>
          <p:nvPr/>
        </p:nvSpPr>
        <p:spPr>
          <a:xfrm>
            <a:off x="3746500" y="7480300"/>
            <a:ext cx="2851150" cy="298450"/>
          </a:xfrm>
          <a:prstGeom prst="roundRect">
            <a:avLst>
              <a:gd name="adj" fmla="val 14893"/>
            </a:avLst>
          </a:prstGeom>
          <a:solidFill>
            <a:srgbClr val="FFFFFF"/>
          </a:solidFill>
          <a:ln w="7620">
            <a:solidFill>
              <a:srgbClr val="168D9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TextBox 147"/>
          <p:cNvSpPr txBox="1"/>
          <p:nvPr/>
        </p:nvSpPr>
        <p:spPr>
          <a:xfrm>
            <a:off x="4483219" y="7569200"/>
            <a:ext cx="1428511" cy="186690"/>
          </a:xfrm>
          <a:prstGeom prst="rect">
            <a:avLst/>
          </a:prstGeom>
          <a:noFill/>
        </p:spPr>
        <p:txBody>
          <a:bodyPr wrap="none" lIns="0" rIns="0" tIns="0" bIns="0">
            <a:spAutoFit/>
          </a:bodyPr>
          <a:lstStyle/>
          <a:p>
            <a:pPr>
              <a:lnSpc>
                <a:spcPts val="1312"/>
              </a:lnSpc>
              <a:spcBef>
                <a:spcPts val="0"/>
              </a:spcBef>
              <a:spcAft>
                <a:spcPts val="0"/>
              </a:spcAft>
            </a:pPr>
            <a:r>
              <a:rPr sz="1050" b="1">
                <a:solidFill>
                  <a:srgbClr val="168D9D"/>
                </a:solidFill>
                <a:latin typeface="Arial"/>
                <a:ea typeface="Microsoft YaHei"/>
              </a:rPr>
              <a:t>Reserve</a:t>
            </a:r>
            <a:r>
              <a:rPr sz="1050" b="1">
                <a:solidFill>
                  <a:srgbClr val="168D9D"/>
                </a:solidFill>
                <a:latin typeface="Microsoft YaHei"/>
                <a:ea typeface="Microsoft YaHei"/>
              </a:rPr>
              <a:t> </a:t>
            </a:r>
            <a:r>
              <a:rPr sz="1050" b="1">
                <a:solidFill>
                  <a:srgbClr val="168D9D"/>
                </a:solidFill>
                <a:latin typeface="Arial"/>
                <a:ea typeface="Microsoft YaHei"/>
              </a:rPr>
              <a:t>resources</a:t>
            </a:r>
          </a:p>
        </p:txBody>
      </p:sp>
      <p:sp>
        <p:nvSpPr>
          <p:cNvPr id="149" name="Rounded Rectangle 148"/>
          <p:cNvSpPr/>
          <p:nvPr/>
        </p:nvSpPr>
        <p:spPr>
          <a:xfrm>
            <a:off x="6718300" y="7480300"/>
            <a:ext cx="2851150" cy="298450"/>
          </a:xfrm>
          <a:prstGeom prst="roundRect">
            <a:avLst>
              <a:gd name="adj" fmla="val 14893"/>
            </a:avLst>
          </a:prstGeom>
          <a:solidFill>
            <a:srgbClr val="FFFFFF"/>
          </a:solidFill>
          <a:ln w="7620">
            <a:solidFill>
              <a:srgbClr val="168D9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TextBox 149"/>
          <p:cNvSpPr txBox="1"/>
          <p:nvPr/>
        </p:nvSpPr>
        <p:spPr>
          <a:xfrm>
            <a:off x="7482594" y="7569200"/>
            <a:ext cx="1373361" cy="186690"/>
          </a:xfrm>
          <a:prstGeom prst="rect">
            <a:avLst/>
          </a:prstGeom>
          <a:noFill/>
        </p:spPr>
        <p:txBody>
          <a:bodyPr wrap="none" lIns="0" rIns="0" tIns="0" bIns="0">
            <a:spAutoFit/>
          </a:bodyPr>
          <a:lstStyle/>
          <a:p>
            <a:pPr>
              <a:lnSpc>
                <a:spcPts val="1312"/>
              </a:lnSpc>
              <a:spcBef>
                <a:spcPts val="0"/>
              </a:spcBef>
              <a:spcAft>
                <a:spcPts val="0"/>
              </a:spcAft>
            </a:pPr>
            <a:r>
              <a:rPr sz="1050" b="1">
                <a:solidFill>
                  <a:srgbClr val="168D9D"/>
                </a:solidFill>
                <a:latin typeface="Arial"/>
                <a:ea typeface="Microsoft YaHei"/>
              </a:rPr>
              <a:t>Join</a:t>
            </a:r>
            <a:r>
              <a:rPr sz="1050" b="1">
                <a:solidFill>
                  <a:srgbClr val="168D9D"/>
                </a:solidFill>
                <a:latin typeface="Microsoft YaHei"/>
                <a:ea typeface="Microsoft YaHei"/>
              </a:rPr>
              <a:t> </a:t>
            </a:r>
            <a:r>
              <a:rPr sz="1050" b="1">
                <a:solidFill>
                  <a:srgbClr val="168D9D"/>
                </a:solidFill>
                <a:latin typeface="Arial"/>
                <a:ea typeface="Microsoft YaHei"/>
              </a:rPr>
              <a:t>READY</a:t>
            </a:r>
            <a:r>
              <a:rPr sz="1050" b="1">
                <a:solidFill>
                  <a:srgbClr val="168D9D"/>
                </a:solidFill>
                <a:latin typeface="Microsoft YaHei"/>
                <a:ea typeface="Microsoft YaHei"/>
              </a:rPr>
              <a:t> </a:t>
            </a:r>
            <a:r>
              <a:rPr sz="1050" b="1">
                <a:solidFill>
                  <a:srgbClr val="168D9D"/>
                </a:solidFill>
                <a:latin typeface="Arial"/>
                <a:ea typeface="Microsoft YaHei"/>
              </a:rPr>
              <a:t>states</a:t>
            </a:r>
          </a:p>
        </p:txBody>
      </p:sp>
      <p:sp>
        <p:nvSpPr>
          <p:cNvPr id="151" name="Rounded Rectangle 150"/>
          <p:cNvSpPr/>
          <p:nvPr/>
        </p:nvSpPr>
        <p:spPr>
          <a:xfrm>
            <a:off x="9690100" y="7480300"/>
            <a:ext cx="2851150" cy="298450"/>
          </a:xfrm>
          <a:prstGeom prst="roundRect">
            <a:avLst>
              <a:gd name="adj" fmla="val 14893"/>
            </a:avLst>
          </a:prstGeom>
          <a:solidFill>
            <a:srgbClr val="FFFFFF"/>
          </a:solidFill>
          <a:ln w="7620">
            <a:solidFill>
              <a:srgbClr val="168D9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10183917" y="7569200"/>
            <a:ext cx="1914314" cy="186690"/>
          </a:xfrm>
          <a:prstGeom prst="rect">
            <a:avLst/>
          </a:prstGeom>
          <a:noFill/>
        </p:spPr>
        <p:txBody>
          <a:bodyPr wrap="none" lIns="0" rIns="0" tIns="0" bIns="0">
            <a:spAutoFit/>
          </a:bodyPr>
          <a:lstStyle/>
          <a:p>
            <a:pPr>
              <a:lnSpc>
                <a:spcPts val="1312"/>
              </a:lnSpc>
              <a:spcBef>
                <a:spcPts val="0"/>
              </a:spcBef>
              <a:spcAft>
                <a:spcPts val="0"/>
              </a:spcAft>
            </a:pPr>
            <a:r>
              <a:rPr sz="1050" b="1">
                <a:solidFill>
                  <a:srgbClr val="168D9D"/>
                </a:solidFill>
                <a:latin typeface="Arial"/>
                <a:ea typeface="Microsoft YaHei"/>
              </a:rPr>
              <a:t>Track</a:t>
            </a:r>
            <a:r>
              <a:rPr sz="1050" b="1">
                <a:solidFill>
                  <a:srgbClr val="168D9D"/>
                </a:solidFill>
                <a:latin typeface="Microsoft YaHei"/>
                <a:ea typeface="Microsoft YaHei"/>
              </a:rPr>
              <a:t> </a:t>
            </a:r>
            <a:r>
              <a:rPr sz="1050" b="1">
                <a:solidFill>
                  <a:srgbClr val="168D9D"/>
                </a:solidFill>
                <a:latin typeface="Arial"/>
                <a:ea typeface="Microsoft YaHei"/>
              </a:rPr>
              <a:t>command</a:t>
            </a:r>
            <a:r>
              <a:rPr sz="1050" b="1">
                <a:solidFill>
                  <a:srgbClr val="168D9D"/>
                </a:solidFill>
                <a:latin typeface="Microsoft YaHei"/>
                <a:ea typeface="Microsoft YaHei"/>
              </a:rPr>
              <a:t> </a:t>
            </a:r>
            <a:r>
              <a:rPr sz="1050" b="1">
                <a:solidFill>
                  <a:srgbClr val="168D9D"/>
                </a:solidFill>
                <a:latin typeface="Arial"/>
                <a:ea typeface="Microsoft YaHei"/>
              </a:rPr>
              <a:t>outcome</a:t>
            </a:r>
          </a:p>
        </p:txBody>
      </p:sp>
      <p:sp>
        <p:nvSpPr>
          <p:cNvPr id="153" name="Rounded Rectangle 152"/>
          <p:cNvSpPr/>
          <p:nvPr/>
        </p:nvSpPr>
        <p:spPr>
          <a:xfrm>
            <a:off x="12661900" y="7480300"/>
            <a:ext cx="2851150" cy="298450"/>
          </a:xfrm>
          <a:prstGeom prst="roundRect">
            <a:avLst>
              <a:gd name="adj" fmla="val 14893"/>
            </a:avLst>
          </a:prstGeom>
          <a:solidFill>
            <a:srgbClr val="FFFFFF"/>
          </a:solidFill>
          <a:ln w="7620">
            <a:solidFill>
              <a:srgbClr val="168D9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TextBox 153"/>
          <p:cNvSpPr txBox="1"/>
          <p:nvPr/>
        </p:nvSpPr>
        <p:spPr>
          <a:xfrm>
            <a:off x="13265953" y="7569200"/>
            <a:ext cx="1693843" cy="186690"/>
          </a:xfrm>
          <a:prstGeom prst="rect">
            <a:avLst/>
          </a:prstGeom>
          <a:noFill/>
        </p:spPr>
        <p:txBody>
          <a:bodyPr wrap="none" lIns="0" rIns="0" tIns="0" bIns="0">
            <a:spAutoFit/>
          </a:bodyPr>
          <a:lstStyle/>
          <a:p>
            <a:pPr>
              <a:lnSpc>
                <a:spcPts val="1312"/>
              </a:lnSpc>
              <a:spcBef>
                <a:spcPts val="0"/>
              </a:spcBef>
              <a:spcAft>
                <a:spcPts val="0"/>
              </a:spcAft>
            </a:pPr>
            <a:r>
              <a:rPr sz="1050" b="1">
                <a:solidFill>
                  <a:srgbClr val="168D9D"/>
                </a:solidFill>
                <a:latin typeface="Arial"/>
                <a:ea typeface="Microsoft YaHei"/>
              </a:rPr>
              <a:t>Qualify</a:t>
            </a:r>
            <a:r>
              <a:rPr sz="1050" b="1">
                <a:solidFill>
                  <a:srgbClr val="168D9D"/>
                </a:solidFill>
                <a:latin typeface="Microsoft YaHei"/>
                <a:ea typeface="Microsoft YaHei"/>
              </a:rPr>
              <a:t> </a:t>
            </a:r>
            <a:r>
              <a:rPr sz="1050" b="1">
                <a:solidFill>
                  <a:srgbClr val="168D9D"/>
                </a:solidFill>
                <a:latin typeface="Arial"/>
                <a:ea typeface="Microsoft YaHei"/>
              </a:rPr>
              <a:t>+</a:t>
            </a:r>
            <a:r>
              <a:rPr sz="1050" b="1">
                <a:solidFill>
                  <a:srgbClr val="168D9D"/>
                </a:solidFill>
                <a:latin typeface="Microsoft YaHei"/>
                <a:ea typeface="Microsoft YaHei"/>
              </a:rPr>
              <a:t> </a:t>
            </a:r>
            <a:r>
              <a:rPr sz="1050" b="1">
                <a:solidFill>
                  <a:srgbClr val="168D9D"/>
                </a:solidFill>
                <a:latin typeface="Arial"/>
                <a:ea typeface="Microsoft YaHei"/>
              </a:rPr>
              <a:t>archive</a:t>
            </a:r>
            <a:r>
              <a:rPr sz="1050" b="1">
                <a:solidFill>
                  <a:srgbClr val="168D9D"/>
                </a:solidFill>
                <a:latin typeface="Microsoft YaHei"/>
                <a:ea typeface="Microsoft YaHei"/>
              </a:rPr>
              <a:t> </a:t>
            </a:r>
            <a:r>
              <a:rPr sz="1050" b="1">
                <a:solidFill>
                  <a:srgbClr val="168D9D"/>
                </a:solidFill>
                <a:latin typeface="Arial"/>
                <a:ea typeface="Microsoft YaHei"/>
              </a:rPr>
              <a:t>data</a:t>
            </a:r>
          </a:p>
        </p:txBody>
      </p:sp>
      <p:sp>
        <p:nvSpPr>
          <p:cNvPr id="155" name="TextBox 154"/>
          <p:cNvSpPr txBox="1"/>
          <p:nvPr/>
        </p:nvSpPr>
        <p:spPr>
          <a:xfrm>
            <a:off x="400050" y="8229600"/>
            <a:ext cx="4904147" cy="177800"/>
          </a:xfrm>
          <a:prstGeom prst="rect">
            <a:avLst/>
          </a:prstGeom>
          <a:noFill/>
        </p:spPr>
        <p:txBody>
          <a:bodyPr wrap="none" lIns="0" rIns="0" tIns="0" bIns="0">
            <a:spAutoFit/>
          </a:bodyPr>
          <a:lstStyle/>
          <a:p>
            <a:pPr>
              <a:lnSpc>
                <a:spcPts val="1250"/>
              </a:lnSpc>
              <a:spcBef>
                <a:spcPts val="0"/>
              </a:spcBef>
              <a:spcAft>
                <a:spcPts val="0"/>
              </a:spcAft>
            </a:pPr>
            <a:r>
              <a:rPr sz="1000" b="1">
                <a:solidFill>
                  <a:srgbClr val="11233E"/>
                </a:solidFill>
                <a:latin typeface="Arial"/>
                <a:ea typeface="Microsoft YaHei"/>
              </a:rPr>
              <a:t>PC-INITIATED</a:t>
            </a:r>
            <a:r>
              <a:rPr sz="1000" b="1">
                <a:solidFill>
                  <a:srgbClr val="11233E"/>
                </a:solidFill>
                <a:latin typeface="Microsoft YaHei"/>
                <a:ea typeface="Microsoft YaHei"/>
              </a:rPr>
              <a:t> </a:t>
            </a:r>
            <a:r>
              <a:rPr sz="1000" b="1">
                <a:solidFill>
                  <a:srgbClr val="11233E"/>
                </a:solidFill>
                <a:latin typeface="Arial"/>
                <a:ea typeface="Microsoft YaHei"/>
              </a:rPr>
              <a:t>HTTP(S)</a:t>
            </a:r>
            <a:r>
              <a:rPr sz="1000" b="1">
                <a:solidFill>
                  <a:srgbClr val="11233E"/>
                </a:solidFill>
                <a:latin typeface="Microsoft YaHei"/>
                <a:ea typeface="Microsoft YaHei"/>
              </a:rPr>
              <a:t>  </a:t>
            </a:r>
            <a:r>
              <a:rPr sz="1000" b="1">
                <a:solidFill>
                  <a:srgbClr val="11233E"/>
                </a:solidFill>
                <a:latin typeface="Arial"/>
                <a:ea typeface="Microsoft YaHei"/>
              </a:rPr>
              <a:t>•</a:t>
            </a:r>
            <a:r>
              <a:rPr sz="1000" b="1">
                <a:solidFill>
                  <a:srgbClr val="11233E"/>
                </a:solidFill>
                <a:latin typeface="Microsoft YaHei"/>
                <a:ea typeface="Microsoft YaHei"/>
              </a:rPr>
              <a:t>  </a:t>
            </a:r>
            <a:r>
              <a:rPr sz="1000" b="1">
                <a:solidFill>
                  <a:srgbClr val="11233E"/>
                </a:solidFill>
                <a:latin typeface="Arial"/>
                <a:ea typeface="Microsoft YaHei"/>
              </a:rPr>
              <a:t>commands,</a:t>
            </a:r>
            <a:r>
              <a:rPr sz="1000" b="1">
                <a:solidFill>
                  <a:srgbClr val="11233E"/>
                </a:solidFill>
                <a:latin typeface="Microsoft YaHei"/>
                <a:ea typeface="Microsoft YaHei"/>
              </a:rPr>
              <a:t> </a:t>
            </a:r>
            <a:r>
              <a:rPr sz="1000" b="1">
                <a:solidFill>
                  <a:srgbClr val="11233E"/>
                </a:solidFill>
                <a:latin typeface="Arial"/>
                <a:ea typeface="Microsoft YaHei"/>
              </a:rPr>
              <a:t>heartbeat,</a:t>
            </a:r>
            <a:r>
              <a:rPr sz="1000" b="1">
                <a:solidFill>
                  <a:srgbClr val="11233E"/>
                </a:solidFill>
                <a:latin typeface="Microsoft YaHei"/>
                <a:ea typeface="Microsoft YaHei"/>
              </a:rPr>
              <a:t> </a:t>
            </a:r>
            <a:r>
              <a:rPr sz="1000" b="1">
                <a:solidFill>
                  <a:srgbClr val="11233E"/>
                </a:solidFill>
                <a:latin typeface="Arial"/>
                <a:ea typeface="Microsoft YaHei"/>
              </a:rPr>
              <a:t>results</a:t>
            </a:r>
            <a:r>
              <a:rPr sz="1000" b="1">
                <a:solidFill>
                  <a:srgbClr val="11233E"/>
                </a:solidFill>
                <a:latin typeface="Microsoft YaHei"/>
                <a:ea typeface="Microsoft YaHei"/>
              </a:rPr>
              <a:t> </a:t>
            </a:r>
            <a:r>
              <a:rPr sz="1000" b="1">
                <a:solidFill>
                  <a:srgbClr val="11233E"/>
                </a:solidFill>
                <a:latin typeface="Arial"/>
                <a:ea typeface="Microsoft YaHei"/>
              </a:rPr>
              <a:t>and</a:t>
            </a:r>
            <a:r>
              <a:rPr sz="1000" b="1">
                <a:solidFill>
                  <a:srgbClr val="11233E"/>
                </a:solidFill>
                <a:latin typeface="Microsoft YaHei"/>
                <a:ea typeface="Microsoft YaHei"/>
              </a:rPr>
              <a:t> </a:t>
            </a:r>
            <a:r>
              <a:rPr sz="1000" b="1">
                <a:solidFill>
                  <a:srgbClr val="11233E"/>
                </a:solidFill>
                <a:latin typeface="Arial"/>
                <a:ea typeface="Microsoft YaHei"/>
              </a:rPr>
              <a:t>artifacts</a:t>
            </a:r>
          </a:p>
        </p:txBody>
      </p:sp>
      <p:sp>
        <p:nvSpPr>
          <p:cNvPr id="156" name="TextBox 155"/>
          <p:cNvSpPr txBox="1"/>
          <p:nvPr/>
        </p:nvSpPr>
        <p:spPr>
          <a:xfrm>
            <a:off x="12789234" y="8229600"/>
            <a:ext cx="3136565" cy="177800"/>
          </a:xfrm>
          <a:prstGeom prst="rect">
            <a:avLst/>
          </a:prstGeom>
          <a:noFill/>
        </p:spPr>
        <p:txBody>
          <a:bodyPr wrap="none" lIns="0" rIns="0" tIns="0" bIns="0">
            <a:spAutoFit/>
          </a:bodyPr>
          <a:lstStyle/>
          <a:p>
            <a:pPr>
              <a:lnSpc>
                <a:spcPts val="1250"/>
              </a:lnSpc>
              <a:spcBef>
                <a:spcPts val="0"/>
              </a:spcBef>
              <a:spcAft>
                <a:spcPts val="0"/>
              </a:spcAft>
            </a:pPr>
            <a:r>
              <a:rPr sz="1000" b="0">
                <a:solidFill>
                  <a:srgbClr val="62758C"/>
                </a:solidFill>
                <a:latin typeface="Arial"/>
                <a:ea typeface="Microsoft YaHei"/>
              </a:rPr>
              <a:t>LAN</a:t>
            </a:r>
            <a:r>
              <a:rPr sz="1000" b="0">
                <a:solidFill>
                  <a:srgbClr val="62758C"/>
                </a:solidFill>
                <a:latin typeface="Microsoft YaHei"/>
                <a:ea typeface="Microsoft YaHei"/>
              </a:rPr>
              <a:t> </a:t>
            </a:r>
            <a:r>
              <a:rPr sz="1000" b="0">
                <a:solidFill>
                  <a:srgbClr val="62758C"/>
                </a:solidFill>
                <a:latin typeface="Arial"/>
                <a:ea typeface="Microsoft YaHei"/>
              </a:rPr>
              <a:t>/</a:t>
            </a:r>
            <a:r>
              <a:rPr sz="1000" b="0">
                <a:solidFill>
                  <a:srgbClr val="62758C"/>
                </a:solidFill>
                <a:latin typeface="Microsoft YaHei"/>
                <a:ea typeface="Microsoft YaHei"/>
              </a:rPr>
              <a:t> </a:t>
            </a:r>
            <a:r>
              <a:rPr sz="1000" b="0">
                <a:solidFill>
                  <a:srgbClr val="62758C"/>
                </a:solidFill>
                <a:latin typeface="Arial"/>
                <a:ea typeface="Microsoft YaHei"/>
              </a:rPr>
              <a:t>VPN</a:t>
            </a:r>
            <a:r>
              <a:rPr sz="1000" b="0">
                <a:solidFill>
                  <a:srgbClr val="62758C"/>
                </a:solidFill>
                <a:latin typeface="Microsoft YaHei"/>
                <a:ea typeface="Microsoft YaHei"/>
              </a:rPr>
              <a:t> </a:t>
            </a:r>
            <a:r>
              <a:rPr sz="1000" b="0">
                <a:solidFill>
                  <a:srgbClr val="62758C"/>
                </a:solidFill>
                <a:latin typeface="Arial"/>
                <a:ea typeface="Microsoft YaHei"/>
              </a:rPr>
              <a:t>/</a:t>
            </a:r>
            <a:r>
              <a:rPr sz="1000" b="0">
                <a:solidFill>
                  <a:srgbClr val="62758C"/>
                </a:solidFill>
                <a:latin typeface="Microsoft YaHei"/>
                <a:ea typeface="Microsoft YaHei"/>
              </a:rPr>
              <a:t> </a:t>
            </a:r>
            <a:r>
              <a:rPr sz="1000" b="0">
                <a:solidFill>
                  <a:srgbClr val="62758C"/>
                </a:solidFill>
                <a:latin typeface="Arial"/>
                <a:ea typeface="Microsoft YaHei"/>
              </a:rPr>
              <a:t>central</a:t>
            </a:r>
            <a:r>
              <a:rPr sz="1000" b="0">
                <a:solidFill>
                  <a:srgbClr val="62758C"/>
                </a:solidFill>
                <a:latin typeface="Microsoft YaHei"/>
                <a:ea typeface="Microsoft YaHei"/>
              </a:rPr>
              <a:t> </a:t>
            </a:r>
            <a:r>
              <a:rPr sz="1000" b="0">
                <a:solidFill>
                  <a:srgbClr val="62758C"/>
                </a:solidFill>
                <a:latin typeface="Arial"/>
                <a:ea typeface="Microsoft YaHei"/>
              </a:rPr>
              <a:t>HTTPS</a:t>
            </a:r>
            <a:r>
              <a:rPr sz="1000" b="0">
                <a:solidFill>
                  <a:srgbClr val="62758C"/>
                </a:solidFill>
                <a:latin typeface="Microsoft YaHei"/>
                <a:ea typeface="Microsoft YaHei"/>
              </a:rPr>
              <a:t>  </a:t>
            </a:r>
            <a:r>
              <a:rPr sz="1000" b="0">
                <a:solidFill>
                  <a:srgbClr val="62758C"/>
                </a:solidFill>
                <a:latin typeface="Arial"/>
                <a:ea typeface="Microsoft YaHei"/>
              </a:rPr>
              <a:t>•</a:t>
            </a:r>
            <a:r>
              <a:rPr sz="1000" b="0">
                <a:solidFill>
                  <a:srgbClr val="62758C"/>
                </a:solidFill>
                <a:latin typeface="Microsoft YaHei"/>
                <a:ea typeface="Microsoft YaHei"/>
              </a:rPr>
              <a:t>  </a:t>
            </a:r>
            <a:r>
              <a:rPr sz="1000" b="0">
                <a:solidFill>
                  <a:srgbClr val="62758C"/>
                </a:solidFill>
                <a:latin typeface="Arial"/>
                <a:ea typeface="Microsoft YaHei"/>
              </a:rPr>
              <a:t>no</a:t>
            </a:r>
            <a:r>
              <a:rPr sz="1000" b="0">
                <a:solidFill>
                  <a:srgbClr val="62758C"/>
                </a:solidFill>
                <a:latin typeface="Microsoft YaHei"/>
                <a:ea typeface="Microsoft YaHei"/>
              </a:rPr>
              <a:t> </a:t>
            </a:r>
            <a:r>
              <a:rPr sz="1000" b="0">
                <a:solidFill>
                  <a:srgbClr val="62758C"/>
                </a:solidFill>
                <a:latin typeface="Arial"/>
                <a:ea typeface="Microsoft YaHei"/>
              </a:rPr>
              <a:t>SSH</a:t>
            </a:r>
            <a:r>
              <a:rPr sz="1000" b="0">
                <a:solidFill>
                  <a:srgbClr val="62758C"/>
                </a:solidFill>
                <a:latin typeface="Microsoft YaHei"/>
                <a:ea typeface="Microsoft YaHei"/>
              </a:rPr>
              <a:t> </a:t>
            </a:r>
            <a:r>
              <a:rPr sz="1000" b="0">
                <a:solidFill>
                  <a:srgbClr val="62758C"/>
                </a:solidFill>
                <a:latin typeface="Arial"/>
                <a:ea typeface="Microsoft YaHei"/>
              </a:rPr>
              <a:t>dependency</a:t>
            </a:r>
          </a:p>
        </p:txBody>
      </p:sp>
      <p:cxnSp>
        <p:nvCxnSpPr>
          <p:cNvPr id="157" name="Connector 156"/>
          <p:cNvCxnSpPr/>
          <p:nvPr/>
        </p:nvCxnSpPr>
        <p:spPr>
          <a:xfrm>
            <a:off x="7810500" y="7937500"/>
            <a:ext cx="0" cy="571500"/>
          </a:xfrm>
          <a:prstGeom prst="line">
            <a:avLst/>
          </a:prstGeom>
          <a:ln w="15875">
            <a:solidFill>
              <a:srgbClr val="7653CF"/>
            </a:solidFill>
          </a:ln>
        </p:spPr>
        <p:style>
          <a:lnRef idx="2">
            <a:schemeClr val="accent1"/>
          </a:lnRef>
          <a:fillRef idx="0">
            <a:schemeClr val="accent1"/>
          </a:fillRef>
          <a:effectRef idx="1">
            <a:schemeClr val="accent1"/>
          </a:effectRef>
          <a:fontRef idx="minor">
            <a:schemeClr val="tx1"/>
          </a:fontRef>
        </p:style>
      </p:cxnSp>
      <p:sp>
        <p:nvSpPr>
          <p:cNvPr id="158" name="Freeform 157"/>
          <p:cNvSpPr/>
          <p:nvPr/>
        </p:nvSpPr>
        <p:spPr>
          <a:xfrm>
            <a:off x="7785100" y="8445500"/>
            <a:ext cx="50800" cy="63500"/>
          </a:xfrm>
          <a:custGeom>
            <a:avLst/>
            <a:gdLst/>
            <a:ahLst/>
            <a:cxnLst/>
            <a:rect l="l" t="t" r="r" b="b"/>
            <a:pathLst>
              <a:path w="4" h="5">
                <a:moveTo>
                  <a:pt x="2" y="5"/>
                </a:moveTo>
                <a:lnTo>
                  <a:pt x="4" y="0"/>
                </a:lnTo>
                <a:lnTo>
                  <a:pt x="0" y="0"/>
                </a:lnTo>
                <a:close/>
              </a:path>
            </a:pathLst>
          </a:custGeom>
          <a:solidFill>
            <a:srgbClr val="7653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9" name="Connector 158"/>
          <p:cNvCxnSpPr/>
          <p:nvPr/>
        </p:nvCxnSpPr>
        <p:spPr>
          <a:xfrm flipV="1">
            <a:off x="8953500" y="7937500"/>
            <a:ext cx="0" cy="825500"/>
          </a:xfrm>
          <a:prstGeom prst="line">
            <a:avLst/>
          </a:prstGeom>
          <a:ln w="15875">
            <a:solidFill>
              <a:srgbClr val="278565"/>
            </a:solidFill>
          </a:ln>
        </p:spPr>
        <p:style>
          <a:lnRef idx="2">
            <a:schemeClr val="accent1"/>
          </a:lnRef>
          <a:fillRef idx="0">
            <a:schemeClr val="accent1"/>
          </a:fillRef>
          <a:effectRef idx="1">
            <a:schemeClr val="accent1"/>
          </a:effectRef>
          <a:fontRef idx="minor">
            <a:schemeClr val="tx1"/>
          </a:fontRef>
        </p:style>
      </p:cxnSp>
      <p:sp>
        <p:nvSpPr>
          <p:cNvPr id="160" name="Freeform 159"/>
          <p:cNvSpPr/>
          <p:nvPr/>
        </p:nvSpPr>
        <p:spPr>
          <a:xfrm>
            <a:off x="8928100" y="7937500"/>
            <a:ext cx="50800" cy="63500"/>
          </a:xfrm>
          <a:custGeom>
            <a:avLst/>
            <a:gdLst/>
            <a:ahLst/>
            <a:cxnLst/>
            <a:rect l="l" t="t" r="r" b="b"/>
            <a:pathLst>
              <a:path w="4" h="5">
                <a:moveTo>
                  <a:pt x="2" y="0"/>
                </a:moveTo>
                <a:lnTo>
                  <a:pt x="0" y="5"/>
                </a:lnTo>
                <a:lnTo>
                  <a:pt x="4" y="5"/>
                </a:lnTo>
                <a:close/>
              </a:path>
            </a:pathLst>
          </a:custGeom>
          <a:solidFill>
            <a:srgbClr val="2785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1" name="Connector 160"/>
          <p:cNvCxnSpPr/>
          <p:nvPr/>
        </p:nvCxnSpPr>
        <p:spPr>
          <a:xfrm>
            <a:off x="2705100" y="8509000"/>
            <a:ext cx="10668000" cy="0"/>
          </a:xfrm>
          <a:prstGeom prst="line">
            <a:avLst/>
          </a:prstGeom>
          <a:ln w="17780">
            <a:solidFill>
              <a:srgbClr val="7653CF"/>
            </a:solidFill>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a:off x="2882900" y="8763000"/>
            <a:ext cx="10668000" cy="0"/>
          </a:xfrm>
          <a:prstGeom prst="line">
            <a:avLst/>
          </a:prstGeom>
          <a:ln w="17780">
            <a:solidFill>
              <a:srgbClr val="278565"/>
            </a:solidFill>
          </a:ln>
        </p:spPr>
        <p:style>
          <a:lnRef idx="2">
            <a:schemeClr val="accent1"/>
          </a:lnRef>
          <a:fillRef idx="0">
            <a:schemeClr val="accent1"/>
          </a:fillRef>
          <a:effectRef idx="1">
            <a:schemeClr val="accent1"/>
          </a:effectRef>
          <a:fontRef idx="minor">
            <a:schemeClr val="tx1"/>
          </a:fontRef>
        </p:style>
      </p:cxnSp>
      <p:sp>
        <p:nvSpPr>
          <p:cNvPr id="163" name="TextBox 162"/>
          <p:cNvSpPr txBox="1"/>
          <p:nvPr/>
        </p:nvSpPr>
        <p:spPr>
          <a:xfrm>
            <a:off x="387350" y="8420100"/>
            <a:ext cx="1578210" cy="177800"/>
          </a:xfrm>
          <a:prstGeom prst="rect">
            <a:avLst/>
          </a:prstGeom>
          <a:noFill/>
        </p:spPr>
        <p:txBody>
          <a:bodyPr wrap="none" lIns="0" rIns="0" tIns="0" bIns="0">
            <a:spAutoFit/>
          </a:bodyPr>
          <a:lstStyle/>
          <a:p>
            <a:pPr>
              <a:lnSpc>
                <a:spcPts val="1250"/>
              </a:lnSpc>
              <a:spcBef>
                <a:spcPts val="0"/>
              </a:spcBef>
              <a:spcAft>
                <a:spcPts val="0"/>
              </a:spcAft>
            </a:pPr>
            <a:r>
              <a:rPr sz="1000" b="1">
                <a:solidFill>
                  <a:srgbClr val="7653CF"/>
                </a:solidFill>
                <a:latin typeface="Arial"/>
                <a:ea typeface="Microsoft YaHei"/>
              </a:rPr>
              <a:t>Command</a:t>
            </a:r>
            <a:r>
              <a:rPr sz="1000" b="1">
                <a:solidFill>
                  <a:srgbClr val="7653CF"/>
                </a:solidFill>
                <a:latin typeface="Microsoft YaHei"/>
                <a:ea typeface="Microsoft YaHei"/>
              </a:rPr>
              <a:t> </a:t>
            </a:r>
            <a:r>
              <a:rPr sz="1000" b="1">
                <a:solidFill>
                  <a:srgbClr val="7653CF"/>
                </a:solidFill>
                <a:latin typeface="Arial"/>
                <a:ea typeface="Microsoft YaHei"/>
              </a:rPr>
              <a:t>payloads</a:t>
            </a:r>
            <a:r>
              <a:rPr sz="1000" b="1">
                <a:solidFill>
                  <a:srgbClr val="7653CF"/>
                </a:solidFill>
                <a:latin typeface="Microsoft YaHei"/>
                <a:ea typeface="Microsoft YaHei"/>
              </a:rPr>
              <a:t> </a:t>
            </a:r>
            <a:r>
              <a:rPr sz="1000" b="1">
                <a:solidFill>
                  <a:srgbClr val="7653CF"/>
                </a:solidFill>
                <a:latin typeface="Arial"/>
                <a:ea typeface="Microsoft YaHei"/>
              </a:rPr>
              <a:t>↓</a:t>
            </a:r>
          </a:p>
        </p:txBody>
      </p:sp>
      <p:sp>
        <p:nvSpPr>
          <p:cNvPr id="164" name="TextBox 163"/>
          <p:cNvSpPr txBox="1"/>
          <p:nvPr/>
        </p:nvSpPr>
        <p:spPr>
          <a:xfrm>
            <a:off x="387350" y="8674100"/>
            <a:ext cx="1777144" cy="177800"/>
          </a:xfrm>
          <a:prstGeom prst="rect">
            <a:avLst/>
          </a:prstGeom>
          <a:noFill/>
        </p:spPr>
        <p:txBody>
          <a:bodyPr wrap="none" lIns="0" rIns="0" tIns="0" bIns="0">
            <a:spAutoFit/>
          </a:bodyPr>
          <a:lstStyle/>
          <a:p>
            <a:pPr>
              <a:lnSpc>
                <a:spcPts val="1250"/>
              </a:lnSpc>
              <a:spcBef>
                <a:spcPts val="0"/>
              </a:spcBef>
              <a:spcAft>
                <a:spcPts val="0"/>
              </a:spcAft>
            </a:pPr>
            <a:r>
              <a:rPr sz="1000" b="1">
                <a:solidFill>
                  <a:srgbClr val="278565"/>
                </a:solidFill>
                <a:latin typeface="Arial"/>
                <a:ea typeface="Microsoft YaHei"/>
              </a:rPr>
              <a:t>Readbacks</a:t>
            </a:r>
            <a:r>
              <a:rPr sz="1000" b="1">
                <a:solidFill>
                  <a:srgbClr val="278565"/>
                </a:solidFill>
                <a:latin typeface="Microsoft YaHei"/>
                <a:ea typeface="Microsoft YaHei"/>
              </a:rPr>
              <a:t> </a:t>
            </a:r>
            <a:r>
              <a:rPr sz="1000" b="1">
                <a:solidFill>
                  <a:srgbClr val="278565"/>
                </a:solidFill>
                <a:latin typeface="Arial"/>
                <a:ea typeface="Microsoft YaHei"/>
              </a:rPr>
              <a:t>+</a:t>
            </a:r>
            <a:r>
              <a:rPr sz="1000" b="1">
                <a:solidFill>
                  <a:srgbClr val="278565"/>
                </a:solidFill>
                <a:latin typeface="Microsoft YaHei"/>
                <a:ea typeface="Microsoft YaHei"/>
              </a:rPr>
              <a:t> </a:t>
            </a:r>
            <a:r>
              <a:rPr sz="1000" b="1">
                <a:solidFill>
                  <a:srgbClr val="278565"/>
                </a:solidFill>
                <a:latin typeface="Arial"/>
                <a:ea typeface="Microsoft YaHei"/>
              </a:rPr>
              <a:t>evidence</a:t>
            </a:r>
            <a:r>
              <a:rPr sz="1000" b="1">
                <a:solidFill>
                  <a:srgbClr val="278565"/>
                </a:solidFill>
                <a:latin typeface="Microsoft YaHei"/>
                <a:ea typeface="Microsoft YaHei"/>
              </a:rPr>
              <a:t> </a:t>
            </a:r>
            <a:r>
              <a:rPr sz="1000" b="1">
                <a:solidFill>
                  <a:srgbClr val="278565"/>
                </a:solidFill>
                <a:latin typeface="Arial"/>
                <a:ea typeface="Microsoft YaHei"/>
              </a:rPr>
              <a:t>↑</a:t>
            </a:r>
          </a:p>
        </p:txBody>
      </p:sp>
      <p:cxnSp>
        <p:nvCxnSpPr>
          <p:cNvPr id="165" name="Connector 164"/>
          <p:cNvCxnSpPr/>
          <p:nvPr/>
        </p:nvCxnSpPr>
        <p:spPr>
          <a:xfrm>
            <a:off x="2705100" y="8509000"/>
            <a:ext cx="0" cy="508000"/>
          </a:xfrm>
          <a:prstGeom prst="line">
            <a:avLst/>
          </a:prstGeom>
          <a:ln w="12700">
            <a:solidFill>
              <a:srgbClr val="7653CF"/>
            </a:solidFill>
          </a:ln>
        </p:spPr>
        <p:style>
          <a:lnRef idx="2">
            <a:schemeClr val="accent1"/>
          </a:lnRef>
          <a:fillRef idx="0">
            <a:schemeClr val="accent1"/>
          </a:fillRef>
          <a:effectRef idx="1">
            <a:schemeClr val="accent1"/>
          </a:effectRef>
          <a:fontRef idx="minor">
            <a:schemeClr val="tx1"/>
          </a:fontRef>
        </p:style>
      </p:cxnSp>
      <p:sp>
        <p:nvSpPr>
          <p:cNvPr id="166" name="Freeform 165"/>
          <p:cNvSpPr/>
          <p:nvPr/>
        </p:nvSpPr>
        <p:spPr>
          <a:xfrm>
            <a:off x="2679700" y="8966200"/>
            <a:ext cx="50800" cy="50800"/>
          </a:xfrm>
          <a:custGeom>
            <a:avLst/>
            <a:gdLst/>
            <a:ahLst/>
            <a:cxnLst/>
            <a:rect l="l" t="t" r="r" b="b"/>
            <a:pathLst>
              <a:path w="4" h="4">
                <a:moveTo>
                  <a:pt x="2" y="4"/>
                </a:moveTo>
                <a:lnTo>
                  <a:pt x="4" y="0"/>
                </a:lnTo>
                <a:lnTo>
                  <a:pt x="0" y="0"/>
                </a:lnTo>
                <a:close/>
              </a:path>
            </a:pathLst>
          </a:custGeom>
          <a:solidFill>
            <a:srgbClr val="7653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7" name="Connector 166"/>
          <p:cNvCxnSpPr/>
          <p:nvPr/>
        </p:nvCxnSpPr>
        <p:spPr>
          <a:xfrm flipV="1">
            <a:off x="2882900" y="8763000"/>
            <a:ext cx="0" cy="254000"/>
          </a:xfrm>
          <a:prstGeom prst="line">
            <a:avLst/>
          </a:prstGeom>
          <a:ln w="12700">
            <a:solidFill>
              <a:srgbClr val="278565"/>
            </a:solidFill>
          </a:ln>
        </p:spPr>
        <p:style>
          <a:lnRef idx="2">
            <a:schemeClr val="accent1"/>
          </a:lnRef>
          <a:fillRef idx="0">
            <a:schemeClr val="accent1"/>
          </a:fillRef>
          <a:effectRef idx="1">
            <a:schemeClr val="accent1"/>
          </a:effectRef>
          <a:fontRef idx="minor">
            <a:schemeClr val="tx1"/>
          </a:fontRef>
        </p:style>
      </p:cxnSp>
      <p:sp>
        <p:nvSpPr>
          <p:cNvPr id="168" name="Freeform 167"/>
          <p:cNvSpPr/>
          <p:nvPr/>
        </p:nvSpPr>
        <p:spPr>
          <a:xfrm>
            <a:off x="2857500" y="8763000"/>
            <a:ext cx="50800" cy="50800"/>
          </a:xfrm>
          <a:custGeom>
            <a:avLst/>
            <a:gdLst/>
            <a:ahLst/>
            <a:cxnLst/>
            <a:rect l="l" t="t" r="r" b="b"/>
            <a:pathLst>
              <a:path w="4" h="4">
                <a:moveTo>
                  <a:pt x="2" y="0"/>
                </a:moveTo>
                <a:lnTo>
                  <a:pt x="0" y="4"/>
                </a:lnTo>
                <a:lnTo>
                  <a:pt x="4" y="4"/>
                </a:lnTo>
                <a:close/>
              </a:path>
            </a:pathLst>
          </a:custGeom>
          <a:solidFill>
            <a:srgbClr val="2785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Oval 168"/>
          <p:cNvSpPr/>
          <p:nvPr/>
        </p:nvSpPr>
        <p:spPr>
          <a:xfrm>
            <a:off x="2683510" y="8487410"/>
            <a:ext cx="43180" cy="43180"/>
          </a:xfrm>
          <a:prstGeom prst="ellipse">
            <a:avLst/>
          </a:prstGeom>
          <a:solidFill>
            <a:srgbClr val="7653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Oval 169"/>
          <p:cNvSpPr/>
          <p:nvPr/>
        </p:nvSpPr>
        <p:spPr>
          <a:xfrm>
            <a:off x="2861310" y="8741410"/>
            <a:ext cx="43180" cy="43180"/>
          </a:xfrm>
          <a:prstGeom prst="ellipse">
            <a:avLst/>
          </a:prstGeom>
          <a:solidFill>
            <a:srgbClr val="2785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Rounded Rectangle 170"/>
          <p:cNvSpPr/>
          <p:nvPr/>
        </p:nvSpPr>
        <p:spPr>
          <a:xfrm>
            <a:off x="635000" y="9017000"/>
            <a:ext cx="4318000" cy="1384300"/>
          </a:xfrm>
          <a:prstGeom prst="roundRect">
            <a:avLst>
              <a:gd name="adj" fmla="val 5504"/>
            </a:avLst>
          </a:prstGeom>
          <a:solidFill>
            <a:srgbClr val="E9F6F7"/>
          </a:solidFill>
          <a:ln w="10795">
            <a:solidFill>
              <a:srgbClr val="168D9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Rounded Rectangle 171"/>
          <p:cNvSpPr/>
          <p:nvPr/>
        </p:nvSpPr>
        <p:spPr>
          <a:xfrm>
            <a:off x="768350" y="9137650"/>
            <a:ext cx="431800" cy="285750"/>
          </a:xfrm>
          <a:prstGeom prst="roundRect">
            <a:avLst>
              <a:gd name="adj" fmla="val 8888"/>
            </a:avLst>
          </a:prstGeom>
          <a:solidFill>
            <a:srgbClr val="EDF3FC"/>
          </a:solidFill>
          <a:ln w="12700">
            <a:solidFill>
              <a:srgbClr val="168D9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Rectangle 172"/>
          <p:cNvSpPr/>
          <p:nvPr/>
        </p:nvSpPr>
        <p:spPr>
          <a:xfrm>
            <a:off x="812800" y="9182100"/>
            <a:ext cx="342900" cy="19685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4" name="Connector 173"/>
          <p:cNvCxnSpPr/>
          <p:nvPr/>
        </p:nvCxnSpPr>
        <p:spPr>
          <a:xfrm>
            <a:off x="984250" y="9423400"/>
            <a:ext cx="0" cy="63500"/>
          </a:xfrm>
          <a:prstGeom prst="line">
            <a:avLst/>
          </a:prstGeom>
          <a:ln w="12700">
            <a:solidFill>
              <a:srgbClr val="168D9D"/>
            </a:solidFill>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a:off x="859028" y="9499600"/>
            <a:ext cx="250444" cy="0"/>
          </a:xfrm>
          <a:prstGeom prst="line">
            <a:avLst/>
          </a:prstGeom>
          <a:ln w="19050">
            <a:solidFill>
              <a:srgbClr val="168D9D"/>
            </a:solidFill>
          </a:ln>
        </p:spPr>
        <p:style>
          <a:lnRef idx="2">
            <a:schemeClr val="accent1"/>
          </a:lnRef>
          <a:fillRef idx="0">
            <a:schemeClr val="accent1"/>
          </a:fillRef>
          <a:effectRef idx="1">
            <a:schemeClr val="accent1"/>
          </a:effectRef>
          <a:fontRef idx="minor">
            <a:schemeClr val="tx1"/>
          </a:fontRef>
        </p:style>
      </p:cxnSp>
      <p:sp>
        <p:nvSpPr>
          <p:cNvPr id="176" name="TextBox 175"/>
          <p:cNvSpPr txBox="1"/>
          <p:nvPr/>
        </p:nvSpPr>
        <p:spPr>
          <a:xfrm>
            <a:off x="1371600" y="9144000"/>
            <a:ext cx="2173200" cy="248919"/>
          </a:xfrm>
          <a:prstGeom prst="rect">
            <a:avLst/>
          </a:prstGeom>
          <a:noFill/>
        </p:spPr>
        <p:txBody>
          <a:bodyPr wrap="none" lIns="0" rIns="0" tIns="0" bIns="0">
            <a:spAutoFit/>
          </a:bodyPr>
          <a:lstStyle/>
          <a:p>
            <a:pPr>
              <a:lnSpc>
                <a:spcPts val="1750"/>
              </a:lnSpc>
              <a:spcBef>
                <a:spcPts val="0"/>
              </a:spcBef>
              <a:spcAft>
                <a:spcPts val="0"/>
              </a:spcAft>
            </a:pPr>
            <a:r>
              <a:rPr sz="1400" b="1">
                <a:solidFill>
                  <a:srgbClr val="168D9D"/>
                </a:solidFill>
                <a:latin typeface="Arial"/>
                <a:ea typeface="Microsoft YaHei"/>
              </a:rPr>
              <a:t>PC</a:t>
            </a:r>
            <a:r>
              <a:rPr sz="1400" b="1">
                <a:solidFill>
                  <a:srgbClr val="168D9D"/>
                </a:solidFill>
                <a:latin typeface="Microsoft YaHei"/>
                <a:ea typeface="Microsoft YaHei"/>
              </a:rPr>
              <a:t> </a:t>
            </a:r>
            <a:r>
              <a:rPr sz="1400" b="1">
                <a:solidFill>
                  <a:srgbClr val="168D9D"/>
                </a:solidFill>
                <a:latin typeface="Arial"/>
                <a:ea typeface="Microsoft YaHei"/>
              </a:rPr>
              <a:t>i</a:t>
            </a:r>
            <a:r>
              <a:rPr sz="1400" b="1">
                <a:solidFill>
                  <a:srgbClr val="168D9D"/>
                </a:solidFill>
                <a:latin typeface="Microsoft YaHei"/>
                <a:ea typeface="Microsoft YaHei"/>
              </a:rPr>
              <a:t> </a:t>
            </a:r>
            <a:r>
              <a:rPr sz="1400" b="1">
                <a:solidFill>
                  <a:srgbClr val="168D9D"/>
                </a:solidFill>
                <a:latin typeface="Arial"/>
                <a:ea typeface="Microsoft YaHei"/>
              </a:rPr>
              <a:t>/</a:t>
            </a:r>
            <a:r>
              <a:rPr sz="1400" b="1">
                <a:solidFill>
                  <a:srgbClr val="168D9D"/>
                </a:solidFill>
                <a:latin typeface="Microsoft YaHei"/>
                <a:ea typeface="Microsoft YaHei"/>
              </a:rPr>
              <a:t> </a:t>
            </a:r>
            <a:r>
              <a:rPr sz="1400" b="1">
                <a:solidFill>
                  <a:srgbClr val="168D9D"/>
                </a:solidFill>
                <a:latin typeface="Arial"/>
                <a:ea typeface="Microsoft YaHei"/>
              </a:rPr>
              <a:t>instrument</a:t>
            </a:r>
            <a:r>
              <a:rPr sz="1400" b="1">
                <a:solidFill>
                  <a:srgbClr val="168D9D"/>
                </a:solidFill>
                <a:latin typeface="Microsoft YaHei"/>
                <a:ea typeface="Microsoft YaHei"/>
              </a:rPr>
              <a:t> </a:t>
            </a:r>
            <a:r>
              <a:rPr sz="1400" b="1">
                <a:solidFill>
                  <a:srgbClr val="168D9D"/>
                </a:solidFill>
                <a:latin typeface="Arial"/>
                <a:ea typeface="Microsoft YaHei"/>
              </a:rPr>
              <a:t>host</a:t>
            </a:r>
          </a:p>
        </p:txBody>
      </p:sp>
      <p:sp>
        <p:nvSpPr>
          <p:cNvPr id="177" name="TextBox 176"/>
          <p:cNvSpPr txBox="1"/>
          <p:nvPr/>
        </p:nvSpPr>
        <p:spPr>
          <a:xfrm>
            <a:off x="1371600" y="9398000"/>
            <a:ext cx="2994682" cy="177800"/>
          </a:xfrm>
          <a:prstGeom prst="rect">
            <a:avLst/>
          </a:prstGeom>
          <a:noFill/>
        </p:spPr>
        <p:txBody>
          <a:bodyPr wrap="none" lIns="0" rIns="0" tIns="0" bIns="0">
            <a:spAutoFit/>
          </a:bodyPr>
          <a:lstStyle/>
          <a:p>
            <a:pPr>
              <a:lnSpc>
                <a:spcPts val="1250"/>
              </a:lnSpc>
              <a:spcBef>
                <a:spcPts val="0"/>
              </a:spcBef>
              <a:spcAft>
                <a:spcPts val="0"/>
              </a:spcAft>
            </a:pPr>
            <a:r>
              <a:rPr sz="1000" b="0">
                <a:solidFill>
                  <a:srgbClr val="62758C"/>
                </a:solidFill>
                <a:latin typeface="Arial"/>
                <a:ea typeface="Microsoft YaHei"/>
              </a:rPr>
              <a:t>Local</a:t>
            </a:r>
            <a:r>
              <a:rPr sz="1000" b="0">
                <a:solidFill>
                  <a:srgbClr val="62758C"/>
                </a:solidFill>
                <a:latin typeface="Microsoft YaHei"/>
                <a:ea typeface="Microsoft YaHei"/>
              </a:rPr>
              <a:t> </a:t>
            </a:r>
            <a:r>
              <a:rPr sz="1000" b="0">
                <a:solidFill>
                  <a:srgbClr val="62758C"/>
                </a:solidFill>
                <a:latin typeface="Arial"/>
                <a:ea typeface="Microsoft YaHei"/>
              </a:rPr>
              <a:t>execution,</a:t>
            </a:r>
            <a:r>
              <a:rPr sz="1000" b="0">
                <a:solidFill>
                  <a:srgbClr val="62758C"/>
                </a:solidFill>
                <a:latin typeface="Microsoft YaHei"/>
                <a:ea typeface="Microsoft YaHei"/>
              </a:rPr>
              <a:t> </a:t>
            </a:r>
            <a:r>
              <a:rPr sz="1000" b="0">
                <a:solidFill>
                  <a:srgbClr val="62758C"/>
                </a:solidFill>
                <a:latin typeface="Arial"/>
                <a:ea typeface="Microsoft YaHei"/>
              </a:rPr>
              <a:t>vendor</a:t>
            </a:r>
            <a:r>
              <a:rPr sz="1000" b="0">
                <a:solidFill>
                  <a:srgbClr val="62758C"/>
                </a:solidFill>
                <a:latin typeface="Microsoft YaHei"/>
                <a:ea typeface="Microsoft YaHei"/>
              </a:rPr>
              <a:t> </a:t>
            </a:r>
            <a:r>
              <a:rPr sz="1000" b="0">
                <a:solidFill>
                  <a:srgbClr val="62758C"/>
                </a:solidFill>
                <a:latin typeface="Arial"/>
                <a:ea typeface="Microsoft YaHei"/>
              </a:rPr>
              <a:t>environment</a:t>
            </a:r>
            <a:r>
              <a:rPr sz="1000" b="0">
                <a:solidFill>
                  <a:srgbClr val="62758C"/>
                </a:solidFill>
                <a:latin typeface="Microsoft YaHei"/>
                <a:ea typeface="Microsoft YaHei"/>
              </a:rPr>
              <a:t> </a:t>
            </a:r>
            <a:r>
              <a:rPr sz="1000" b="0">
                <a:solidFill>
                  <a:srgbClr val="62758C"/>
                </a:solidFill>
                <a:latin typeface="Arial"/>
                <a:ea typeface="Microsoft YaHei"/>
              </a:rPr>
              <a:t>and</a:t>
            </a:r>
            <a:r>
              <a:rPr sz="1000" b="0">
                <a:solidFill>
                  <a:srgbClr val="62758C"/>
                </a:solidFill>
                <a:latin typeface="Microsoft YaHei"/>
                <a:ea typeface="Microsoft YaHei"/>
              </a:rPr>
              <a:t> </a:t>
            </a:r>
            <a:r>
              <a:rPr sz="1000" b="0">
                <a:solidFill>
                  <a:srgbClr val="62758C"/>
                </a:solidFill>
                <a:latin typeface="Arial"/>
                <a:ea typeface="Microsoft YaHei"/>
              </a:rPr>
              <a:t>data</a:t>
            </a:r>
          </a:p>
        </p:txBody>
      </p:sp>
      <p:sp>
        <p:nvSpPr>
          <p:cNvPr id="178" name="Rounded Rectangle 177"/>
          <p:cNvSpPr/>
          <p:nvPr/>
        </p:nvSpPr>
        <p:spPr>
          <a:xfrm>
            <a:off x="768350" y="9677400"/>
            <a:ext cx="4051300" cy="311150"/>
          </a:xfrm>
          <a:prstGeom prst="roundRect">
            <a:avLst>
              <a:gd name="adj" fmla="val 14285"/>
            </a:avLst>
          </a:prstGeom>
          <a:solidFill>
            <a:srgbClr val="FFFFFF"/>
          </a:solidFill>
          <a:ln w="8255">
            <a:solidFill>
              <a:srgbClr val="168D9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TextBox 178"/>
          <p:cNvSpPr txBox="1"/>
          <p:nvPr/>
        </p:nvSpPr>
        <p:spPr>
          <a:xfrm>
            <a:off x="917278" y="9766300"/>
            <a:ext cx="3804242" cy="204469"/>
          </a:xfrm>
          <a:prstGeom prst="rect">
            <a:avLst/>
          </a:prstGeom>
          <a:noFill/>
        </p:spPr>
        <p:txBody>
          <a:bodyPr wrap="none" lIns="0" rIns="0" tIns="0" bIns="0">
            <a:spAutoFit/>
          </a:bodyPr>
          <a:lstStyle/>
          <a:p>
            <a:pPr>
              <a:lnSpc>
                <a:spcPts val="1437"/>
              </a:lnSpc>
              <a:spcBef>
                <a:spcPts val="0"/>
              </a:spcBef>
              <a:spcAft>
                <a:spcPts val="0"/>
              </a:spcAft>
            </a:pPr>
            <a:r>
              <a:rPr sz="1150" b="1">
                <a:solidFill>
                  <a:srgbClr val="168D9D"/>
                </a:solidFill>
                <a:latin typeface="Arial"/>
                <a:ea typeface="Microsoft YaHei"/>
              </a:rPr>
              <a:t>PC</a:t>
            </a:r>
            <a:r>
              <a:rPr sz="1150" b="1">
                <a:solidFill>
                  <a:srgbClr val="168D9D"/>
                </a:solidFill>
                <a:latin typeface="Microsoft YaHei"/>
                <a:ea typeface="Microsoft YaHei"/>
              </a:rPr>
              <a:t> </a:t>
            </a:r>
            <a:r>
              <a:rPr sz="1150" b="1">
                <a:solidFill>
                  <a:srgbClr val="168D9D"/>
                </a:solidFill>
                <a:latin typeface="Arial"/>
                <a:ea typeface="Microsoft YaHei"/>
              </a:rPr>
              <a:t>Agent</a:t>
            </a:r>
            <a:r>
              <a:rPr sz="1150" b="1">
                <a:solidFill>
                  <a:srgbClr val="168D9D"/>
                </a:solidFill>
                <a:latin typeface="Microsoft YaHei"/>
                <a:ea typeface="Microsoft YaHei"/>
              </a:rPr>
              <a:t> </a:t>
            </a:r>
            <a:r>
              <a:rPr sz="1150" b="1">
                <a:solidFill>
                  <a:srgbClr val="168D9D"/>
                </a:solidFill>
                <a:latin typeface="Arial"/>
                <a:ea typeface="Microsoft YaHei"/>
              </a:rPr>
              <a:t>→</a:t>
            </a:r>
            <a:r>
              <a:rPr sz="1150" b="1">
                <a:solidFill>
                  <a:srgbClr val="168D9D"/>
                </a:solidFill>
                <a:latin typeface="Microsoft YaHei"/>
                <a:ea typeface="Microsoft YaHei"/>
              </a:rPr>
              <a:t> </a:t>
            </a:r>
            <a:r>
              <a:rPr sz="1150" b="1">
                <a:solidFill>
                  <a:srgbClr val="168D9D"/>
                </a:solidFill>
                <a:latin typeface="Arial"/>
                <a:ea typeface="Microsoft YaHei"/>
              </a:rPr>
              <a:t>bounded</a:t>
            </a:r>
            <a:r>
              <a:rPr sz="1150" b="1">
                <a:solidFill>
                  <a:srgbClr val="168D9D"/>
                </a:solidFill>
                <a:latin typeface="Microsoft YaHei"/>
                <a:ea typeface="Microsoft YaHei"/>
              </a:rPr>
              <a:t> </a:t>
            </a:r>
            <a:r>
              <a:rPr sz="1150" b="1">
                <a:solidFill>
                  <a:srgbClr val="168D9D"/>
                </a:solidFill>
                <a:latin typeface="Arial"/>
                <a:ea typeface="Microsoft YaHei"/>
              </a:rPr>
              <a:t>drivers</a:t>
            </a:r>
            <a:r>
              <a:rPr sz="1150" b="1">
                <a:solidFill>
                  <a:srgbClr val="168D9D"/>
                </a:solidFill>
                <a:latin typeface="Microsoft YaHei"/>
                <a:ea typeface="Microsoft YaHei"/>
              </a:rPr>
              <a:t> </a:t>
            </a:r>
            <a:r>
              <a:rPr sz="1150" b="1">
                <a:solidFill>
                  <a:srgbClr val="168D9D"/>
                </a:solidFill>
                <a:latin typeface="Arial"/>
                <a:ea typeface="Microsoft YaHei"/>
              </a:rPr>
              <a:t>→</a:t>
            </a:r>
            <a:r>
              <a:rPr sz="1150" b="1">
                <a:solidFill>
                  <a:srgbClr val="168D9D"/>
                </a:solidFill>
                <a:latin typeface="Microsoft YaHei"/>
                <a:ea typeface="Microsoft YaHei"/>
              </a:rPr>
              <a:t> </a:t>
            </a:r>
            <a:r>
              <a:rPr sz="1150" b="1">
                <a:solidFill>
                  <a:srgbClr val="168D9D"/>
                </a:solidFill>
                <a:latin typeface="Arial"/>
                <a:ea typeface="Microsoft YaHei"/>
              </a:rPr>
              <a:t>device</a:t>
            </a:r>
            <a:r>
              <a:rPr sz="1150" b="1">
                <a:solidFill>
                  <a:srgbClr val="168D9D"/>
                </a:solidFill>
                <a:latin typeface="Microsoft YaHei"/>
                <a:ea typeface="Microsoft YaHei"/>
              </a:rPr>
              <a:t> </a:t>
            </a:r>
            <a:r>
              <a:rPr sz="1150" b="1">
                <a:solidFill>
                  <a:srgbClr val="168D9D"/>
                </a:solidFill>
                <a:latin typeface="Arial"/>
                <a:ea typeface="Microsoft YaHei"/>
              </a:rPr>
              <a:t>sessions</a:t>
            </a:r>
          </a:p>
        </p:txBody>
      </p:sp>
      <p:sp>
        <p:nvSpPr>
          <p:cNvPr id="180" name="TextBox 179"/>
          <p:cNvSpPr txBox="1"/>
          <p:nvPr/>
        </p:nvSpPr>
        <p:spPr>
          <a:xfrm>
            <a:off x="1104332" y="10134600"/>
            <a:ext cx="3430134" cy="195579"/>
          </a:xfrm>
          <a:prstGeom prst="rect">
            <a:avLst/>
          </a:prstGeom>
          <a:noFill/>
        </p:spPr>
        <p:txBody>
          <a:bodyPr wrap="none" lIns="0" rIns="0" tIns="0" bIns="0">
            <a:spAutoFit/>
          </a:bodyPr>
          <a:lstStyle/>
          <a:p>
            <a:pPr>
              <a:lnSpc>
                <a:spcPts val="1375"/>
              </a:lnSpc>
              <a:spcBef>
                <a:spcPts val="0"/>
              </a:spcBef>
              <a:spcAft>
                <a:spcPts val="0"/>
              </a:spcAft>
            </a:pPr>
            <a:r>
              <a:rPr sz="1100" b="0">
                <a:solidFill>
                  <a:srgbClr val="278565"/>
                </a:solidFill>
                <a:latin typeface="Arial"/>
                <a:ea typeface="Microsoft YaHei"/>
              </a:rPr>
              <a:t>Watchdog</a:t>
            </a:r>
            <a:r>
              <a:rPr sz="1100" b="0">
                <a:solidFill>
                  <a:srgbClr val="278565"/>
                </a:solidFill>
                <a:latin typeface="Microsoft YaHei"/>
                <a:ea typeface="Microsoft YaHei"/>
              </a:rPr>
              <a:t> </a:t>
            </a:r>
            <a:r>
              <a:rPr sz="1100" b="0">
                <a:solidFill>
                  <a:srgbClr val="278565"/>
                </a:solidFill>
                <a:latin typeface="Arial"/>
                <a:ea typeface="Microsoft YaHei"/>
              </a:rPr>
              <a:t>•</a:t>
            </a:r>
            <a:r>
              <a:rPr sz="1100" b="0">
                <a:solidFill>
                  <a:srgbClr val="278565"/>
                </a:solidFill>
                <a:latin typeface="Microsoft YaHei"/>
                <a:ea typeface="Microsoft YaHei"/>
              </a:rPr>
              <a:t> </a:t>
            </a:r>
            <a:r>
              <a:rPr sz="1100" b="0">
                <a:solidFill>
                  <a:srgbClr val="278565"/>
                </a:solidFill>
                <a:latin typeface="Arial"/>
                <a:ea typeface="Microsoft YaHei"/>
              </a:rPr>
              <a:t>command</a:t>
            </a:r>
            <a:r>
              <a:rPr sz="1100" b="0">
                <a:solidFill>
                  <a:srgbClr val="278565"/>
                </a:solidFill>
                <a:latin typeface="Microsoft YaHei"/>
                <a:ea typeface="Microsoft YaHei"/>
              </a:rPr>
              <a:t> </a:t>
            </a:r>
            <a:r>
              <a:rPr sz="1100" b="0">
                <a:solidFill>
                  <a:srgbClr val="278565"/>
                </a:solidFill>
                <a:latin typeface="Arial"/>
                <a:ea typeface="Microsoft YaHei"/>
              </a:rPr>
              <a:t>journal</a:t>
            </a:r>
            <a:r>
              <a:rPr sz="1100" b="0">
                <a:solidFill>
                  <a:srgbClr val="278565"/>
                </a:solidFill>
                <a:latin typeface="Microsoft YaHei"/>
                <a:ea typeface="Microsoft YaHei"/>
              </a:rPr>
              <a:t> </a:t>
            </a:r>
            <a:r>
              <a:rPr sz="1100" b="0">
                <a:solidFill>
                  <a:srgbClr val="278565"/>
                </a:solidFill>
                <a:latin typeface="Arial"/>
                <a:ea typeface="Microsoft YaHei"/>
              </a:rPr>
              <a:t>•</a:t>
            </a:r>
            <a:r>
              <a:rPr sz="1100" b="0">
                <a:solidFill>
                  <a:srgbClr val="278565"/>
                </a:solidFill>
                <a:latin typeface="Microsoft YaHei"/>
                <a:ea typeface="Microsoft YaHei"/>
              </a:rPr>
              <a:t> </a:t>
            </a:r>
            <a:r>
              <a:rPr sz="1100" b="0">
                <a:solidFill>
                  <a:srgbClr val="278565"/>
                </a:solidFill>
                <a:latin typeface="Arial"/>
                <a:ea typeface="Microsoft YaHei"/>
              </a:rPr>
              <a:t>raw-data</a:t>
            </a:r>
            <a:r>
              <a:rPr sz="1100" b="0">
                <a:solidFill>
                  <a:srgbClr val="278565"/>
                </a:solidFill>
                <a:latin typeface="Microsoft YaHei"/>
                <a:ea typeface="Microsoft YaHei"/>
              </a:rPr>
              <a:t> </a:t>
            </a:r>
            <a:r>
              <a:rPr sz="1100" b="0">
                <a:solidFill>
                  <a:srgbClr val="278565"/>
                </a:solidFill>
                <a:latin typeface="Arial"/>
                <a:ea typeface="Microsoft YaHei"/>
              </a:rPr>
              <a:t>outbox</a:t>
            </a:r>
          </a:p>
        </p:txBody>
      </p:sp>
      <p:cxnSp>
        <p:nvCxnSpPr>
          <p:cNvPr id="181" name="Connector 180"/>
          <p:cNvCxnSpPr/>
          <p:nvPr/>
        </p:nvCxnSpPr>
        <p:spPr>
          <a:xfrm>
            <a:off x="1593850" y="10401300"/>
            <a:ext cx="0" cy="330200"/>
          </a:xfrm>
          <a:prstGeom prst="line">
            <a:avLst/>
          </a:prstGeom>
          <a:ln w="13335">
            <a:solidFill>
              <a:srgbClr val="3B6CB0"/>
            </a:solidFill>
          </a:ln>
        </p:spPr>
        <p:style>
          <a:lnRef idx="2">
            <a:schemeClr val="accent1"/>
          </a:lnRef>
          <a:fillRef idx="0">
            <a:schemeClr val="accent1"/>
          </a:fillRef>
          <a:effectRef idx="1">
            <a:schemeClr val="accent1"/>
          </a:effectRef>
          <a:fontRef idx="minor">
            <a:schemeClr val="tx1"/>
          </a:fontRef>
        </p:style>
      </p:cxnSp>
      <p:sp>
        <p:nvSpPr>
          <p:cNvPr id="182" name="Freeform 181"/>
          <p:cNvSpPr/>
          <p:nvPr/>
        </p:nvSpPr>
        <p:spPr>
          <a:xfrm>
            <a:off x="1574800" y="10680700"/>
            <a:ext cx="38100" cy="50800"/>
          </a:xfrm>
          <a:custGeom>
            <a:avLst/>
            <a:gdLst/>
            <a:ahLst/>
            <a:cxnLst/>
            <a:rect l="l" t="t" r="r" b="b"/>
            <a:pathLst>
              <a:path w="3" h="4">
                <a:moveTo>
                  <a:pt x="2" y="4"/>
                </a:moveTo>
                <a:lnTo>
                  <a:pt x="3" y="0"/>
                </a:lnTo>
                <a:lnTo>
                  <a:pt x="0" y="0"/>
                </a:lnTo>
                <a:close/>
              </a:path>
            </a:pathLst>
          </a:custGeom>
          <a:solidFill>
            <a:srgbClr val="3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3" name="Connector 182"/>
          <p:cNvCxnSpPr/>
          <p:nvPr/>
        </p:nvCxnSpPr>
        <p:spPr>
          <a:xfrm flipV="1">
            <a:off x="1708150" y="10401300"/>
            <a:ext cx="0" cy="330200"/>
          </a:xfrm>
          <a:prstGeom prst="line">
            <a:avLst/>
          </a:prstGeom>
          <a:ln w="13335">
            <a:solidFill>
              <a:srgbClr val="3B6CB0"/>
            </a:solidFill>
          </a:ln>
        </p:spPr>
        <p:style>
          <a:lnRef idx="2">
            <a:schemeClr val="accent1"/>
          </a:lnRef>
          <a:fillRef idx="0">
            <a:schemeClr val="accent1"/>
          </a:fillRef>
          <a:effectRef idx="1">
            <a:schemeClr val="accent1"/>
          </a:effectRef>
          <a:fontRef idx="minor">
            <a:schemeClr val="tx1"/>
          </a:fontRef>
        </p:style>
      </p:cxnSp>
      <p:sp>
        <p:nvSpPr>
          <p:cNvPr id="184" name="Freeform 183"/>
          <p:cNvSpPr/>
          <p:nvPr/>
        </p:nvSpPr>
        <p:spPr>
          <a:xfrm>
            <a:off x="1689100" y="10401300"/>
            <a:ext cx="38100" cy="50800"/>
          </a:xfrm>
          <a:custGeom>
            <a:avLst/>
            <a:gdLst/>
            <a:ahLst/>
            <a:cxnLst/>
            <a:rect l="l" t="t" r="r" b="b"/>
            <a:pathLst>
              <a:path w="3" h="4">
                <a:moveTo>
                  <a:pt x="1" y="0"/>
                </a:moveTo>
                <a:lnTo>
                  <a:pt x="0" y="4"/>
                </a:lnTo>
                <a:lnTo>
                  <a:pt x="3" y="4"/>
                </a:lnTo>
                <a:close/>
              </a:path>
            </a:pathLst>
          </a:custGeom>
          <a:solidFill>
            <a:srgbClr val="3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TextBox 184"/>
          <p:cNvSpPr txBox="1"/>
          <p:nvPr/>
        </p:nvSpPr>
        <p:spPr>
          <a:xfrm>
            <a:off x="1936750" y="10483850"/>
            <a:ext cx="1899617" cy="177800"/>
          </a:xfrm>
          <a:prstGeom prst="rect">
            <a:avLst/>
          </a:prstGeom>
          <a:noFill/>
        </p:spPr>
        <p:txBody>
          <a:bodyPr wrap="none" lIns="0" rIns="0" tIns="0" bIns="0">
            <a:spAutoFit/>
          </a:bodyPr>
          <a:lstStyle/>
          <a:p>
            <a:pPr>
              <a:lnSpc>
                <a:spcPts val="1250"/>
              </a:lnSpc>
              <a:spcBef>
                <a:spcPts val="0"/>
              </a:spcBef>
              <a:spcAft>
                <a:spcPts val="0"/>
              </a:spcAft>
            </a:pPr>
            <a:r>
              <a:rPr sz="1000" b="0">
                <a:solidFill>
                  <a:srgbClr val="3B6CB0"/>
                </a:solidFill>
                <a:latin typeface="Arial"/>
                <a:ea typeface="Microsoft YaHei"/>
              </a:rPr>
              <a:t>SDK</a:t>
            </a:r>
            <a:r>
              <a:rPr sz="1000" b="0">
                <a:solidFill>
                  <a:srgbClr val="3B6CB0"/>
                </a:solidFill>
                <a:latin typeface="Microsoft YaHei"/>
                <a:ea typeface="Microsoft YaHei"/>
              </a:rPr>
              <a:t> </a:t>
            </a:r>
            <a:r>
              <a:rPr sz="1000" b="0">
                <a:solidFill>
                  <a:srgbClr val="3B6CB0"/>
                </a:solidFill>
                <a:latin typeface="Arial"/>
                <a:ea typeface="Microsoft YaHei"/>
              </a:rPr>
              <a:t>/</a:t>
            </a:r>
            <a:r>
              <a:rPr sz="1000" b="0">
                <a:solidFill>
                  <a:srgbClr val="3B6CB0"/>
                </a:solidFill>
                <a:latin typeface="Microsoft YaHei"/>
                <a:ea typeface="Microsoft YaHei"/>
              </a:rPr>
              <a:t> </a:t>
            </a:r>
            <a:r>
              <a:rPr sz="1000" b="0">
                <a:solidFill>
                  <a:srgbClr val="3B6CB0"/>
                </a:solidFill>
                <a:latin typeface="Arial"/>
                <a:ea typeface="Microsoft YaHei"/>
              </a:rPr>
              <a:t>VISA</a:t>
            </a:r>
            <a:r>
              <a:rPr sz="1000" b="0">
                <a:solidFill>
                  <a:srgbClr val="3B6CB0"/>
                </a:solidFill>
                <a:latin typeface="Microsoft YaHei"/>
                <a:ea typeface="Microsoft YaHei"/>
              </a:rPr>
              <a:t> </a:t>
            </a:r>
            <a:r>
              <a:rPr sz="1000" b="0">
                <a:solidFill>
                  <a:srgbClr val="3B6CB0"/>
                </a:solidFill>
                <a:latin typeface="Arial"/>
                <a:ea typeface="Microsoft YaHei"/>
              </a:rPr>
              <a:t>/</a:t>
            </a:r>
            <a:r>
              <a:rPr sz="1000" b="0">
                <a:solidFill>
                  <a:srgbClr val="3B6CB0"/>
                </a:solidFill>
                <a:latin typeface="Microsoft YaHei"/>
                <a:ea typeface="Microsoft YaHei"/>
              </a:rPr>
              <a:t> </a:t>
            </a:r>
            <a:r>
              <a:rPr sz="1000" b="0">
                <a:solidFill>
                  <a:srgbClr val="3B6CB0"/>
                </a:solidFill>
                <a:latin typeface="Arial"/>
                <a:ea typeface="Microsoft YaHei"/>
              </a:rPr>
              <a:t>USB</a:t>
            </a:r>
            <a:r>
              <a:rPr sz="1000" b="0">
                <a:solidFill>
                  <a:srgbClr val="3B6CB0"/>
                </a:solidFill>
                <a:latin typeface="Microsoft YaHei"/>
                <a:ea typeface="Microsoft YaHei"/>
              </a:rPr>
              <a:t> </a:t>
            </a:r>
            <a:r>
              <a:rPr sz="1000" b="0">
                <a:solidFill>
                  <a:srgbClr val="3B6CB0"/>
                </a:solidFill>
                <a:latin typeface="Arial"/>
                <a:ea typeface="Microsoft YaHei"/>
              </a:rPr>
              <a:t>/</a:t>
            </a:r>
            <a:r>
              <a:rPr sz="1000" b="0">
                <a:solidFill>
                  <a:srgbClr val="3B6CB0"/>
                </a:solidFill>
                <a:latin typeface="Microsoft YaHei"/>
                <a:ea typeface="Microsoft YaHei"/>
              </a:rPr>
              <a:t> </a:t>
            </a:r>
            <a:r>
              <a:rPr sz="1000" b="0">
                <a:solidFill>
                  <a:srgbClr val="3B6CB0"/>
                </a:solidFill>
                <a:latin typeface="Arial"/>
                <a:ea typeface="Microsoft YaHei"/>
              </a:rPr>
              <a:t>serial</a:t>
            </a:r>
            <a:r>
              <a:rPr sz="1000" b="0">
                <a:solidFill>
                  <a:srgbClr val="3B6CB0"/>
                </a:solidFill>
                <a:latin typeface="Microsoft YaHei"/>
                <a:ea typeface="Microsoft YaHei"/>
              </a:rPr>
              <a:t> </a:t>
            </a:r>
            <a:r>
              <a:rPr sz="1000" b="0">
                <a:solidFill>
                  <a:srgbClr val="3B6CB0"/>
                </a:solidFill>
                <a:latin typeface="Arial"/>
                <a:ea typeface="Microsoft YaHei"/>
              </a:rPr>
              <a:t>/</a:t>
            </a:r>
            <a:r>
              <a:rPr sz="1000" b="0">
                <a:solidFill>
                  <a:srgbClr val="3B6CB0"/>
                </a:solidFill>
                <a:latin typeface="Microsoft YaHei"/>
                <a:ea typeface="Microsoft YaHei"/>
              </a:rPr>
              <a:t> </a:t>
            </a:r>
            <a:r>
              <a:rPr sz="1000" b="0">
                <a:solidFill>
                  <a:srgbClr val="3B6CB0"/>
                </a:solidFill>
                <a:latin typeface="Arial"/>
                <a:ea typeface="Microsoft YaHei"/>
              </a:rPr>
              <a:t>LAN</a:t>
            </a:r>
          </a:p>
        </p:txBody>
      </p:sp>
      <p:sp>
        <p:nvSpPr>
          <p:cNvPr id="186" name="Rounded Rectangle 185"/>
          <p:cNvSpPr/>
          <p:nvPr/>
        </p:nvSpPr>
        <p:spPr>
          <a:xfrm>
            <a:off x="768350" y="10731500"/>
            <a:ext cx="4051300" cy="571500"/>
          </a:xfrm>
          <a:prstGeom prst="roundRect">
            <a:avLst>
              <a:gd name="adj" fmla="val 8888"/>
            </a:avLst>
          </a:prstGeom>
          <a:solidFill>
            <a:srgbClr val="F5F8FC"/>
          </a:solidFill>
          <a:ln w="8890">
            <a:solidFill>
              <a:srgbClr val="3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TextBox 186"/>
          <p:cNvSpPr txBox="1"/>
          <p:nvPr/>
        </p:nvSpPr>
        <p:spPr>
          <a:xfrm>
            <a:off x="876300" y="10814050"/>
            <a:ext cx="3307283" cy="195579"/>
          </a:xfrm>
          <a:prstGeom prst="rect">
            <a:avLst/>
          </a:prstGeom>
          <a:noFill/>
        </p:spPr>
        <p:txBody>
          <a:bodyPr wrap="none" lIns="0" rIns="0" tIns="0" bIns="0">
            <a:spAutoFit/>
          </a:bodyPr>
          <a:lstStyle/>
          <a:p>
            <a:pPr>
              <a:lnSpc>
                <a:spcPts val="1375"/>
              </a:lnSpc>
              <a:spcBef>
                <a:spcPts val="0"/>
              </a:spcBef>
              <a:spcAft>
                <a:spcPts val="0"/>
              </a:spcAft>
            </a:pPr>
            <a:r>
              <a:rPr sz="1100" b="1">
                <a:solidFill>
                  <a:srgbClr val="3B6CB0"/>
                </a:solidFill>
                <a:latin typeface="Arial"/>
                <a:ea typeface="Microsoft YaHei"/>
              </a:rPr>
              <a:t>Local</a:t>
            </a:r>
            <a:r>
              <a:rPr sz="1100" b="1">
                <a:solidFill>
                  <a:srgbClr val="3B6CB0"/>
                </a:solidFill>
                <a:latin typeface="Microsoft YaHei"/>
                <a:ea typeface="Microsoft YaHei"/>
              </a:rPr>
              <a:t> </a:t>
            </a:r>
            <a:r>
              <a:rPr sz="1100" b="1">
                <a:solidFill>
                  <a:srgbClr val="3B6CB0"/>
                </a:solidFill>
                <a:latin typeface="Arial"/>
                <a:ea typeface="Microsoft YaHei"/>
              </a:rPr>
              <a:t>instruments</a:t>
            </a:r>
            <a:r>
              <a:rPr sz="1100" b="1">
                <a:solidFill>
                  <a:srgbClr val="3B6CB0"/>
                </a:solidFill>
                <a:latin typeface="Microsoft YaHei"/>
                <a:ea typeface="Microsoft YaHei"/>
              </a:rPr>
              <a:t> </a:t>
            </a:r>
            <a:r>
              <a:rPr sz="1100" b="1">
                <a:solidFill>
                  <a:srgbClr val="3B6CB0"/>
                </a:solidFill>
                <a:latin typeface="Arial"/>
                <a:ea typeface="Microsoft YaHei"/>
              </a:rPr>
              <a:t>/</a:t>
            </a:r>
            <a:r>
              <a:rPr sz="1100" b="1">
                <a:solidFill>
                  <a:srgbClr val="3B6CB0"/>
                </a:solidFill>
                <a:latin typeface="Microsoft YaHei"/>
                <a:ea typeface="Microsoft YaHei"/>
              </a:rPr>
              <a:t> </a:t>
            </a:r>
            <a:r>
              <a:rPr sz="1100" b="1">
                <a:solidFill>
                  <a:srgbClr val="3B6CB0"/>
                </a:solidFill>
                <a:latin typeface="Arial"/>
                <a:ea typeface="Microsoft YaHei"/>
              </a:rPr>
              <a:t>controllers</a:t>
            </a:r>
            <a:r>
              <a:rPr sz="1100" b="1">
                <a:solidFill>
                  <a:srgbClr val="3B6CB0"/>
                </a:solidFill>
                <a:latin typeface="Microsoft YaHei"/>
                <a:ea typeface="Microsoft YaHei"/>
              </a:rPr>
              <a:t> </a:t>
            </a:r>
            <a:r>
              <a:rPr sz="1100" b="1">
                <a:solidFill>
                  <a:srgbClr val="3B6CB0"/>
                </a:solidFill>
                <a:latin typeface="Arial"/>
                <a:ea typeface="Microsoft YaHei"/>
              </a:rPr>
              <a:t>/</a:t>
            </a:r>
            <a:r>
              <a:rPr sz="1100" b="1">
                <a:solidFill>
                  <a:srgbClr val="3B6CB0"/>
                </a:solidFill>
                <a:latin typeface="Microsoft YaHei"/>
                <a:ea typeface="Microsoft YaHei"/>
              </a:rPr>
              <a:t> </a:t>
            </a:r>
            <a:r>
              <a:rPr sz="1100" b="1">
                <a:solidFill>
                  <a:srgbClr val="3B6CB0"/>
                </a:solidFill>
                <a:latin typeface="Arial"/>
                <a:ea typeface="Microsoft YaHei"/>
              </a:rPr>
              <a:t>detectors</a:t>
            </a:r>
          </a:p>
        </p:txBody>
      </p:sp>
      <p:sp>
        <p:nvSpPr>
          <p:cNvPr id="188" name="TextBox 187"/>
          <p:cNvSpPr txBox="1"/>
          <p:nvPr/>
        </p:nvSpPr>
        <p:spPr>
          <a:xfrm>
            <a:off x="876300" y="11080750"/>
            <a:ext cx="2289981" cy="177800"/>
          </a:xfrm>
          <a:prstGeom prst="rect">
            <a:avLst/>
          </a:prstGeom>
          <a:noFill/>
        </p:spPr>
        <p:txBody>
          <a:bodyPr wrap="none" lIns="0" rIns="0" tIns="0" bIns="0">
            <a:spAutoFit/>
          </a:bodyPr>
          <a:lstStyle/>
          <a:p>
            <a:pPr>
              <a:lnSpc>
                <a:spcPts val="1250"/>
              </a:lnSpc>
              <a:spcBef>
                <a:spcPts val="0"/>
              </a:spcBef>
              <a:spcAft>
                <a:spcPts val="0"/>
              </a:spcAft>
            </a:pPr>
            <a:r>
              <a:rPr sz="1000" b="0">
                <a:solidFill>
                  <a:srgbClr val="62758C"/>
                </a:solidFill>
                <a:latin typeface="Arial"/>
                <a:ea typeface="Microsoft YaHei"/>
              </a:rPr>
              <a:t>Device</a:t>
            </a:r>
            <a:r>
              <a:rPr sz="1000" b="0">
                <a:solidFill>
                  <a:srgbClr val="62758C"/>
                </a:solidFill>
                <a:latin typeface="Microsoft YaHei"/>
                <a:ea typeface="Microsoft YaHei"/>
              </a:rPr>
              <a:t> </a:t>
            </a:r>
            <a:r>
              <a:rPr sz="1000" b="0">
                <a:solidFill>
                  <a:srgbClr val="62758C"/>
                </a:solidFill>
                <a:latin typeface="Arial"/>
                <a:ea typeface="Microsoft YaHei"/>
              </a:rPr>
              <a:t>1</a:t>
            </a:r>
            <a:r>
              <a:rPr sz="1000" b="0">
                <a:solidFill>
                  <a:srgbClr val="62758C"/>
                </a:solidFill>
                <a:latin typeface="Microsoft YaHei"/>
                <a:ea typeface="Microsoft YaHei"/>
              </a:rPr>
              <a:t> </a:t>
            </a:r>
            <a:r>
              <a:rPr sz="1000" b="0">
                <a:solidFill>
                  <a:srgbClr val="62758C"/>
                </a:solidFill>
                <a:latin typeface="Arial"/>
                <a:ea typeface="Microsoft YaHei"/>
              </a:rPr>
              <a:t>•</a:t>
            </a:r>
            <a:r>
              <a:rPr sz="1000" b="0">
                <a:solidFill>
                  <a:srgbClr val="62758C"/>
                </a:solidFill>
                <a:latin typeface="Microsoft YaHei"/>
                <a:ea typeface="Microsoft YaHei"/>
              </a:rPr>
              <a:t> </a:t>
            </a:r>
            <a:r>
              <a:rPr sz="1000" b="0">
                <a:solidFill>
                  <a:srgbClr val="62758C"/>
                </a:solidFill>
                <a:latin typeface="Arial"/>
                <a:ea typeface="Microsoft YaHei"/>
              </a:rPr>
              <a:t>Device</a:t>
            </a:r>
            <a:r>
              <a:rPr sz="1000" b="0">
                <a:solidFill>
                  <a:srgbClr val="62758C"/>
                </a:solidFill>
                <a:latin typeface="Microsoft YaHei"/>
                <a:ea typeface="Microsoft YaHei"/>
              </a:rPr>
              <a:t> </a:t>
            </a:r>
            <a:r>
              <a:rPr sz="1000" b="0">
                <a:solidFill>
                  <a:srgbClr val="62758C"/>
                </a:solidFill>
                <a:latin typeface="Arial"/>
                <a:ea typeface="Microsoft YaHei"/>
              </a:rPr>
              <a:t>2</a:t>
            </a:r>
            <a:r>
              <a:rPr sz="1000" b="0">
                <a:solidFill>
                  <a:srgbClr val="62758C"/>
                </a:solidFill>
                <a:latin typeface="Microsoft YaHei"/>
                <a:ea typeface="Microsoft YaHei"/>
              </a:rPr>
              <a:t> </a:t>
            </a:r>
            <a:r>
              <a:rPr sz="1000" b="0">
                <a:solidFill>
                  <a:srgbClr val="62758C"/>
                </a:solidFill>
                <a:latin typeface="Arial"/>
                <a:ea typeface="Microsoft YaHei"/>
              </a:rPr>
              <a:t>•</a:t>
            </a:r>
            <a:r>
              <a:rPr sz="1000" b="0">
                <a:solidFill>
                  <a:srgbClr val="62758C"/>
                </a:solidFill>
                <a:latin typeface="Microsoft YaHei"/>
                <a:ea typeface="Microsoft YaHei"/>
              </a:rPr>
              <a:t> </a:t>
            </a:r>
            <a:r>
              <a:rPr sz="1000" b="0">
                <a:solidFill>
                  <a:srgbClr val="62758C"/>
                </a:solidFill>
                <a:latin typeface="Arial"/>
                <a:ea typeface="Microsoft YaHei"/>
              </a:rPr>
              <a:t>…</a:t>
            </a:r>
            <a:r>
              <a:rPr sz="1000" b="0">
                <a:solidFill>
                  <a:srgbClr val="62758C"/>
                </a:solidFill>
                <a:latin typeface="Microsoft YaHei"/>
                <a:ea typeface="Microsoft YaHei"/>
              </a:rPr>
              <a:t> </a:t>
            </a:r>
            <a:r>
              <a:rPr sz="1000" b="0">
                <a:solidFill>
                  <a:srgbClr val="62758C"/>
                </a:solidFill>
                <a:latin typeface="Arial"/>
                <a:ea typeface="Microsoft YaHei"/>
              </a:rPr>
              <a:t>•</a:t>
            </a:r>
            <a:r>
              <a:rPr sz="1000" b="0">
                <a:solidFill>
                  <a:srgbClr val="62758C"/>
                </a:solidFill>
                <a:latin typeface="Microsoft YaHei"/>
                <a:ea typeface="Microsoft YaHei"/>
              </a:rPr>
              <a:t> </a:t>
            </a:r>
            <a:r>
              <a:rPr sz="1000" b="0">
                <a:solidFill>
                  <a:srgbClr val="62758C"/>
                </a:solidFill>
                <a:latin typeface="Arial"/>
                <a:ea typeface="Microsoft YaHei"/>
              </a:rPr>
              <a:t>Device</a:t>
            </a:r>
            <a:r>
              <a:rPr sz="1000" b="0">
                <a:solidFill>
                  <a:srgbClr val="62758C"/>
                </a:solidFill>
                <a:latin typeface="Microsoft YaHei"/>
                <a:ea typeface="Microsoft YaHei"/>
              </a:rPr>
              <a:t> </a:t>
            </a:r>
            <a:r>
              <a:rPr sz="1000" b="0">
                <a:solidFill>
                  <a:srgbClr val="62758C"/>
                </a:solidFill>
                <a:latin typeface="Arial"/>
                <a:ea typeface="Microsoft YaHei"/>
              </a:rPr>
              <a:t>m</a:t>
            </a:r>
          </a:p>
        </p:txBody>
      </p:sp>
      <p:sp>
        <p:nvSpPr>
          <p:cNvPr id="189" name="Rounded Rectangle 188"/>
          <p:cNvSpPr/>
          <p:nvPr/>
        </p:nvSpPr>
        <p:spPr>
          <a:xfrm>
            <a:off x="4343400" y="10839450"/>
            <a:ext cx="349250" cy="177800"/>
          </a:xfrm>
          <a:prstGeom prst="roundRect">
            <a:avLst>
              <a:gd name="adj" fmla="val 14285"/>
            </a:avLst>
          </a:prstGeom>
          <a:solidFill>
            <a:srgbClr val="EDF3FC"/>
          </a:solidFill>
          <a:ln w="6350">
            <a:solidFill>
              <a:srgbClr val="3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Oval 189"/>
          <p:cNvSpPr/>
          <p:nvPr/>
        </p:nvSpPr>
        <p:spPr>
          <a:xfrm>
            <a:off x="4565650" y="10896600"/>
            <a:ext cx="63500" cy="63500"/>
          </a:xfrm>
          <a:prstGeom prst="ellipse">
            <a:avLst/>
          </a:prstGeom>
          <a:solidFill>
            <a:srgbClr val="FFFFFF"/>
          </a:solidFill>
          <a:ln w="6985">
            <a:solidFill>
              <a:srgbClr val="3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1" name="Connector 190"/>
          <p:cNvCxnSpPr/>
          <p:nvPr/>
        </p:nvCxnSpPr>
        <p:spPr>
          <a:xfrm>
            <a:off x="8039100" y="8509000"/>
            <a:ext cx="0" cy="508000"/>
          </a:xfrm>
          <a:prstGeom prst="line">
            <a:avLst/>
          </a:prstGeom>
          <a:ln w="12700">
            <a:solidFill>
              <a:srgbClr val="7653CF"/>
            </a:solidFill>
          </a:ln>
        </p:spPr>
        <p:style>
          <a:lnRef idx="2">
            <a:schemeClr val="accent1"/>
          </a:lnRef>
          <a:fillRef idx="0">
            <a:schemeClr val="accent1"/>
          </a:fillRef>
          <a:effectRef idx="1">
            <a:schemeClr val="accent1"/>
          </a:effectRef>
          <a:fontRef idx="minor">
            <a:schemeClr val="tx1"/>
          </a:fontRef>
        </p:style>
      </p:cxnSp>
      <p:sp>
        <p:nvSpPr>
          <p:cNvPr id="192" name="Freeform 191"/>
          <p:cNvSpPr/>
          <p:nvPr/>
        </p:nvSpPr>
        <p:spPr>
          <a:xfrm>
            <a:off x="8013700" y="8966200"/>
            <a:ext cx="50800" cy="50800"/>
          </a:xfrm>
          <a:custGeom>
            <a:avLst/>
            <a:gdLst/>
            <a:ahLst/>
            <a:cxnLst/>
            <a:rect l="l" t="t" r="r" b="b"/>
            <a:pathLst>
              <a:path w="4" h="4">
                <a:moveTo>
                  <a:pt x="2" y="4"/>
                </a:moveTo>
                <a:lnTo>
                  <a:pt x="4" y="0"/>
                </a:lnTo>
                <a:lnTo>
                  <a:pt x="0" y="0"/>
                </a:lnTo>
                <a:close/>
              </a:path>
            </a:pathLst>
          </a:custGeom>
          <a:solidFill>
            <a:srgbClr val="7653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3" name="Connector 192"/>
          <p:cNvCxnSpPr/>
          <p:nvPr/>
        </p:nvCxnSpPr>
        <p:spPr>
          <a:xfrm flipV="1">
            <a:off x="8216900" y="8763000"/>
            <a:ext cx="0" cy="254000"/>
          </a:xfrm>
          <a:prstGeom prst="line">
            <a:avLst/>
          </a:prstGeom>
          <a:ln w="12700">
            <a:solidFill>
              <a:srgbClr val="278565"/>
            </a:solidFill>
          </a:ln>
        </p:spPr>
        <p:style>
          <a:lnRef idx="2">
            <a:schemeClr val="accent1"/>
          </a:lnRef>
          <a:fillRef idx="0">
            <a:schemeClr val="accent1"/>
          </a:fillRef>
          <a:effectRef idx="1">
            <a:schemeClr val="accent1"/>
          </a:effectRef>
          <a:fontRef idx="minor">
            <a:schemeClr val="tx1"/>
          </a:fontRef>
        </p:style>
      </p:cxnSp>
      <p:sp>
        <p:nvSpPr>
          <p:cNvPr id="194" name="Freeform 193"/>
          <p:cNvSpPr/>
          <p:nvPr/>
        </p:nvSpPr>
        <p:spPr>
          <a:xfrm>
            <a:off x="8191500" y="8763000"/>
            <a:ext cx="50800" cy="50800"/>
          </a:xfrm>
          <a:custGeom>
            <a:avLst/>
            <a:gdLst/>
            <a:ahLst/>
            <a:cxnLst/>
            <a:rect l="l" t="t" r="r" b="b"/>
            <a:pathLst>
              <a:path w="4" h="4">
                <a:moveTo>
                  <a:pt x="2" y="0"/>
                </a:moveTo>
                <a:lnTo>
                  <a:pt x="0" y="4"/>
                </a:lnTo>
                <a:lnTo>
                  <a:pt x="4" y="4"/>
                </a:lnTo>
                <a:close/>
              </a:path>
            </a:pathLst>
          </a:custGeom>
          <a:solidFill>
            <a:srgbClr val="2785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Oval 194"/>
          <p:cNvSpPr/>
          <p:nvPr/>
        </p:nvSpPr>
        <p:spPr>
          <a:xfrm>
            <a:off x="8017509" y="8487410"/>
            <a:ext cx="43180" cy="43180"/>
          </a:xfrm>
          <a:prstGeom prst="ellipse">
            <a:avLst/>
          </a:prstGeom>
          <a:solidFill>
            <a:srgbClr val="7653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Oval 195"/>
          <p:cNvSpPr/>
          <p:nvPr/>
        </p:nvSpPr>
        <p:spPr>
          <a:xfrm>
            <a:off x="8195309" y="8741410"/>
            <a:ext cx="43180" cy="43180"/>
          </a:xfrm>
          <a:prstGeom prst="ellipse">
            <a:avLst/>
          </a:prstGeom>
          <a:solidFill>
            <a:srgbClr val="2785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Rounded Rectangle 196"/>
          <p:cNvSpPr/>
          <p:nvPr/>
        </p:nvSpPr>
        <p:spPr>
          <a:xfrm>
            <a:off x="5969000" y="9017000"/>
            <a:ext cx="4318000" cy="1384300"/>
          </a:xfrm>
          <a:prstGeom prst="roundRect">
            <a:avLst>
              <a:gd name="adj" fmla="val 5504"/>
            </a:avLst>
          </a:prstGeom>
          <a:solidFill>
            <a:srgbClr val="E9F6F7"/>
          </a:solidFill>
          <a:ln w="10795">
            <a:solidFill>
              <a:srgbClr val="168D9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Rounded Rectangle 197"/>
          <p:cNvSpPr/>
          <p:nvPr/>
        </p:nvSpPr>
        <p:spPr>
          <a:xfrm>
            <a:off x="6102350" y="9137650"/>
            <a:ext cx="431800" cy="285750"/>
          </a:xfrm>
          <a:prstGeom prst="roundRect">
            <a:avLst>
              <a:gd name="adj" fmla="val 8888"/>
            </a:avLst>
          </a:prstGeom>
          <a:solidFill>
            <a:srgbClr val="EDF3FC"/>
          </a:solidFill>
          <a:ln w="12700">
            <a:solidFill>
              <a:srgbClr val="168D9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Rectangle 198"/>
          <p:cNvSpPr/>
          <p:nvPr/>
        </p:nvSpPr>
        <p:spPr>
          <a:xfrm>
            <a:off x="6146800" y="9182100"/>
            <a:ext cx="342900" cy="19685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0" name="Connector 199"/>
          <p:cNvCxnSpPr/>
          <p:nvPr/>
        </p:nvCxnSpPr>
        <p:spPr>
          <a:xfrm>
            <a:off x="6318250" y="9423400"/>
            <a:ext cx="0" cy="63500"/>
          </a:xfrm>
          <a:prstGeom prst="line">
            <a:avLst/>
          </a:prstGeom>
          <a:ln w="12700">
            <a:solidFill>
              <a:srgbClr val="168D9D"/>
            </a:solidFill>
          </a:ln>
        </p:spPr>
        <p:style>
          <a:lnRef idx="2">
            <a:schemeClr val="accent1"/>
          </a:lnRef>
          <a:fillRef idx="0">
            <a:schemeClr val="accent1"/>
          </a:fillRef>
          <a:effectRef idx="1">
            <a:schemeClr val="accent1"/>
          </a:effectRef>
          <a:fontRef idx="minor">
            <a:schemeClr val="tx1"/>
          </a:fontRef>
        </p:style>
      </p:cxnSp>
      <p:cxnSp>
        <p:nvCxnSpPr>
          <p:cNvPr id="201" name="Connector 200"/>
          <p:cNvCxnSpPr/>
          <p:nvPr/>
        </p:nvCxnSpPr>
        <p:spPr>
          <a:xfrm>
            <a:off x="6193028" y="9499600"/>
            <a:ext cx="250444" cy="0"/>
          </a:xfrm>
          <a:prstGeom prst="line">
            <a:avLst/>
          </a:prstGeom>
          <a:ln w="19050">
            <a:solidFill>
              <a:srgbClr val="168D9D"/>
            </a:solidFill>
          </a:ln>
        </p:spPr>
        <p:style>
          <a:lnRef idx="2">
            <a:schemeClr val="accent1"/>
          </a:lnRef>
          <a:fillRef idx="0">
            <a:schemeClr val="accent1"/>
          </a:fillRef>
          <a:effectRef idx="1">
            <a:schemeClr val="accent1"/>
          </a:effectRef>
          <a:fontRef idx="minor">
            <a:schemeClr val="tx1"/>
          </a:fontRef>
        </p:style>
      </p:cxnSp>
      <p:sp>
        <p:nvSpPr>
          <p:cNvPr id="202" name="TextBox 201"/>
          <p:cNvSpPr txBox="1"/>
          <p:nvPr/>
        </p:nvSpPr>
        <p:spPr>
          <a:xfrm>
            <a:off x="6705600" y="9144000"/>
            <a:ext cx="2173200" cy="248919"/>
          </a:xfrm>
          <a:prstGeom prst="rect">
            <a:avLst/>
          </a:prstGeom>
          <a:noFill/>
        </p:spPr>
        <p:txBody>
          <a:bodyPr wrap="none" lIns="0" rIns="0" tIns="0" bIns="0">
            <a:spAutoFit/>
          </a:bodyPr>
          <a:lstStyle/>
          <a:p>
            <a:pPr>
              <a:lnSpc>
                <a:spcPts val="1750"/>
              </a:lnSpc>
              <a:spcBef>
                <a:spcPts val="0"/>
              </a:spcBef>
              <a:spcAft>
                <a:spcPts val="0"/>
              </a:spcAft>
            </a:pPr>
            <a:r>
              <a:rPr sz="1400" b="1">
                <a:solidFill>
                  <a:srgbClr val="168D9D"/>
                </a:solidFill>
                <a:latin typeface="Arial"/>
                <a:ea typeface="Microsoft YaHei"/>
              </a:rPr>
              <a:t>PC</a:t>
            </a:r>
            <a:r>
              <a:rPr sz="1400" b="1">
                <a:solidFill>
                  <a:srgbClr val="168D9D"/>
                </a:solidFill>
                <a:latin typeface="Microsoft YaHei"/>
                <a:ea typeface="Microsoft YaHei"/>
              </a:rPr>
              <a:t> </a:t>
            </a:r>
            <a:r>
              <a:rPr sz="1400" b="1">
                <a:solidFill>
                  <a:srgbClr val="168D9D"/>
                </a:solidFill>
                <a:latin typeface="Arial"/>
                <a:ea typeface="Microsoft YaHei"/>
              </a:rPr>
              <a:t>j</a:t>
            </a:r>
            <a:r>
              <a:rPr sz="1400" b="1">
                <a:solidFill>
                  <a:srgbClr val="168D9D"/>
                </a:solidFill>
                <a:latin typeface="Microsoft YaHei"/>
                <a:ea typeface="Microsoft YaHei"/>
              </a:rPr>
              <a:t> </a:t>
            </a:r>
            <a:r>
              <a:rPr sz="1400" b="1">
                <a:solidFill>
                  <a:srgbClr val="168D9D"/>
                </a:solidFill>
                <a:latin typeface="Arial"/>
                <a:ea typeface="Microsoft YaHei"/>
              </a:rPr>
              <a:t>/</a:t>
            </a:r>
            <a:r>
              <a:rPr sz="1400" b="1">
                <a:solidFill>
                  <a:srgbClr val="168D9D"/>
                </a:solidFill>
                <a:latin typeface="Microsoft YaHei"/>
                <a:ea typeface="Microsoft YaHei"/>
              </a:rPr>
              <a:t> </a:t>
            </a:r>
            <a:r>
              <a:rPr sz="1400" b="1">
                <a:solidFill>
                  <a:srgbClr val="168D9D"/>
                </a:solidFill>
                <a:latin typeface="Arial"/>
                <a:ea typeface="Microsoft YaHei"/>
              </a:rPr>
              <a:t>instrument</a:t>
            </a:r>
            <a:r>
              <a:rPr sz="1400" b="1">
                <a:solidFill>
                  <a:srgbClr val="168D9D"/>
                </a:solidFill>
                <a:latin typeface="Microsoft YaHei"/>
                <a:ea typeface="Microsoft YaHei"/>
              </a:rPr>
              <a:t> </a:t>
            </a:r>
            <a:r>
              <a:rPr sz="1400" b="1">
                <a:solidFill>
                  <a:srgbClr val="168D9D"/>
                </a:solidFill>
                <a:latin typeface="Arial"/>
                <a:ea typeface="Microsoft YaHei"/>
              </a:rPr>
              <a:t>host</a:t>
            </a:r>
          </a:p>
        </p:txBody>
      </p:sp>
      <p:sp>
        <p:nvSpPr>
          <p:cNvPr id="203" name="TextBox 202"/>
          <p:cNvSpPr txBox="1"/>
          <p:nvPr/>
        </p:nvSpPr>
        <p:spPr>
          <a:xfrm>
            <a:off x="6705600" y="9398000"/>
            <a:ext cx="2994682" cy="177800"/>
          </a:xfrm>
          <a:prstGeom prst="rect">
            <a:avLst/>
          </a:prstGeom>
          <a:noFill/>
        </p:spPr>
        <p:txBody>
          <a:bodyPr wrap="none" lIns="0" rIns="0" tIns="0" bIns="0">
            <a:spAutoFit/>
          </a:bodyPr>
          <a:lstStyle/>
          <a:p>
            <a:pPr>
              <a:lnSpc>
                <a:spcPts val="1250"/>
              </a:lnSpc>
              <a:spcBef>
                <a:spcPts val="0"/>
              </a:spcBef>
              <a:spcAft>
                <a:spcPts val="0"/>
              </a:spcAft>
            </a:pPr>
            <a:r>
              <a:rPr sz="1000" b="0">
                <a:solidFill>
                  <a:srgbClr val="62758C"/>
                </a:solidFill>
                <a:latin typeface="Arial"/>
                <a:ea typeface="Microsoft YaHei"/>
              </a:rPr>
              <a:t>Local</a:t>
            </a:r>
            <a:r>
              <a:rPr sz="1000" b="0">
                <a:solidFill>
                  <a:srgbClr val="62758C"/>
                </a:solidFill>
                <a:latin typeface="Microsoft YaHei"/>
                <a:ea typeface="Microsoft YaHei"/>
              </a:rPr>
              <a:t> </a:t>
            </a:r>
            <a:r>
              <a:rPr sz="1000" b="0">
                <a:solidFill>
                  <a:srgbClr val="62758C"/>
                </a:solidFill>
                <a:latin typeface="Arial"/>
                <a:ea typeface="Microsoft YaHei"/>
              </a:rPr>
              <a:t>execution,</a:t>
            </a:r>
            <a:r>
              <a:rPr sz="1000" b="0">
                <a:solidFill>
                  <a:srgbClr val="62758C"/>
                </a:solidFill>
                <a:latin typeface="Microsoft YaHei"/>
                <a:ea typeface="Microsoft YaHei"/>
              </a:rPr>
              <a:t> </a:t>
            </a:r>
            <a:r>
              <a:rPr sz="1000" b="0">
                <a:solidFill>
                  <a:srgbClr val="62758C"/>
                </a:solidFill>
                <a:latin typeface="Arial"/>
                <a:ea typeface="Microsoft YaHei"/>
              </a:rPr>
              <a:t>vendor</a:t>
            </a:r>
            <a:r>
              <a:rPr sz="1000" b="0">
                <a:solidFill>
                  <a:srgbClr val="62758C"/>
                </a:solidFill>
                <a:latin typeface="Microsoft YaHei"/>
                <a:ea typeface="Microsoft YaHei"/>
              </a:rPr>
              <a:t> </a:t>
            </a:r>
            <a:r>
              <a:rPr sz="1000" b="0">
                <a:solidFill>
                  <a:srgbClr val="62758C"/>
                </a:solidFill>
                <a:latin typeface="Arial"/>
                <a:ea typeface="Microsoft YaHei"/>
              </a:rPr>
              <a:t>environment</a:t>
            </a:r>
            <a:r>
              <a:rPr sz="1000" b="0">
                <a:solidFill>
                  <a:srgbClr val="62758C"/>
                </a:solidFill>
                <a:latin typeface="Microsoft YaHei"/>
                <a:ea typeface="Microsoft YaHei"/>
              </a:rPr>
              <a:t> </a:t>
            </a:r>
            <a:r>
              <a:rPr sz="1000" b="0">
                <a:solidFill>
                  <a:srgbClr val="62758C"/>
                </a:solidFill>
                <a:latin typeface="Arial"/>
                <a:ea typeface="Microsoft YaHei"/>
              </a:rPr>
              <a:t>and</a:t>
            </a:r>
            <a:r>
              <a:rPr sz="1000" b="0">
                <a:solidFill>
                  <a:srgbClr val="62758C"/>
                </a:solidFill>
                <a:latin typeface="Microsoft YaHei"/>
                <a:ea typeface="Microsoft YaHei"/>
              </a:rPr>
              <a:t> </a:t>
            </a:r>
            <a:r>
              <a:rPr sz="1000" b="0">
                <a:solidFill>
                  <a:srgbClr val="62758C"/>
                </a:solidFill>
                <a:latin typeface="Arial"/>
                <a:ea typeface="Microsoft YaHei"/>
              </a:rPr>
              <a:t>data</a:t>
            </a:r>
          </a:p>
        </p:txBody>
      </p:sp>
      <p:sp>
        <p:nvSpPr>
          <p:cNvPr id="204" name="Rounded Rectangle 203"/>
          <p:cNvSpPr/>
          <p:nvPr/>
        </p:nvSpPr>
        <p:spPr>
          <a:xfrm>
            <a:off x="6102350" y="9677400"/>
            <a:ext cx="4051300" cy="311150"/>
          </a:xfrm>
          <a:prstGeom prst="roundRect">
            <a:avLst>
              <a:gd name="adj" fmla="val 14285"/>
            </a:avLst>
          </a:prstGeom>
          <a:solidFill>
            <a:srgbClr val="FFFFFF"/>
          </a:solidFill>
          <a:ln w="8255">
            <a:solidFill>
              <a:srgbClr val="168D9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TextBox 204"/>
          <p:cNvSpPr txBox="1"/>
          <p:nvPr/>
        </p:nvSpPr>
        <p:spPr>
          <a:xfrm>
            <a:off x="6251278" y="9766300"/>
            <a:ext cx="3804242" cy="204469"/>
          </a:xfrm>
          <a:prstGeom prst="rect">
            <a:avLst/>
          </a:prstGeom>
          <a:noFill/>
        </p:spPr>
        <p:txBody>
          <a:bodyPr wrap="none" lIns="0" rIns="0" tIns="0" bIns="0">
            <a:spAutoFit/>
          </a:bodyPr>
          <a:lstStyle/>
          <a:p>
            <a:pPr>
              <a:lnSpc>
                <a:spcPts val="1437"/>
              </a:lnSpc>
              <a:spcBef>
                <a:spcPts val="0"/>
              </a:spcBef>
              <a:spcAft>
                <a:spcPts val="0"/>
              </a:spcAft>
            </a:pPr>
            <a:r>
              <a:rPr sz="1150" b="1">
                <a:solidFill>
                  <a:srgbClr val="168D9D"/>
                </a:solidFill>
                <a:latin typeface="Arial"/>
                <a:ea typeface="Microsoft YaHei"/>
              </a:rPr>
              <a:t>PC</a:t>
            </a:r>
            <a:r>
              <a:rPr sz="1150" b="1">
                <a:solidFill>
                  <a:srgbClr val="168D9D"/>
                </a:solidFill>
                <a:latin typeface="Microsoft YaHei"/>
                <a:ea typeface="Microsoft YaHei"/>
              </a:rPr>
              <a:t> </a:t>
            </a:r>
            <a:r>
              <a:rPr sz="1150" b="1">
                <a:solidFill>
                  <a:srgbClr val="168D9D"/>
                </a:solidFill>
                <a:latin typeface="Arial"/>
                <a:ea typeface="Microsoft YaHei"/>
              </a:rPr>
              <a:t>Agent</a:t>
            </a:r>
            <a:r>
              <a:rPr sz="1150" b="1">
                <a:solidFill>
                  <a:srgbClr val="168D9D"/>
                </a:solidFill>
                <a:latin typeface="Microsoft YaHei"/>
                <a:ea typeface="Microsoft YaHei"/>
              </a:rPr>
              <a:t> </a:t>
            </a:r>
            <a:r>
              <a:rPr sz="1150" b="1">
                <a:solidFill>
                  <a:srgbClr val="168D9D"/>
                </a:solidFill>
                <a:latin typeface="Arial"/>
                <a:ea typeface="Microsoft YaHei"/>
              </a:rPr>
              <a:t>→</a:t>
            </a:r>
            <a:r>
              <a:rPr sz="1150" b="1">
                <a:solidFill>
                  <a:srgbClr val="168D9D"/>
                </a:solidFill>
                <a:latin typeface="Microsoft YaHei"/>
                <a:ea typeface="Microsoft YaHei"/>
              </a:rPr>
              <a:t> </a:t>
            </a:r>
            <a:r>
              <a:rPr sz="1150" b="1">
                <a:solidFill>
                  <a:srgbClr val="168D9D"/>
                </a:solidFill>
                <a:latin typeface="Arial"/>
                <a:ea typeface="Microsoft YaHei"/>
              </a:rPr>
              <a:t>bounded</a:t>
            </a:r>
            <a:r>
              <a:rPr sz="1150" b="1">
                <a:solidFill>
                  <a:srgbClr val="168D9D"/>
                </a:solidFill>
                <a:latin typeface="Microsoft YaHei"/>
                <a:ea typeface="Microsoft YaHei"/>
              </a:rPr>
              <a:t> </a:t>
            </a:r>
            <a:r>
              <a:rPr sz="1150" b="1">
                <a:solidFill>
                  <a:srgbClr val="168D9D"/>
                </a:solidFill>
                <a:latin typeface="Arial"/>
                <a:ea typeface="Microsoft YaHei"/>
              </a:rPr>
              <a:t>drivers</a:t>
            </a:r>
            <a:r>
              <a:rPr sz="1150" b="1">
                <a:solidFill>
                  <a:srgbClr val="168D9D"/>
                </a:solidFill>
                <a:latin typeface="Microsoft YaHei"/>
                <a:ea typeface="Microsoft YaHei"/>
              </a:rPr>
              <a:t> </a:t>
            </a:r>
            <a:r>
              <a:rPr sz="1150" b="1">
                <a:solidFill>
                  <a:srgbClr val="168D9D"/>
                </a:solidFill>
                <a:latin typeface="Arial"/>
                <a:ea typeface="Microsoft YaHei"/>
              </a:rPr>
              <a:t>→</a:t>
            </a:r>
            <a:r>
              <a:rPr sz="1150" b="1">
                <a:solidFill>
                  <a:srgbClr val="168D9D"/>
                </a:solidFill>
                <a:latin typeface="Microsoft YaHei"/>
                <a:ea typeface="Microsoft YaHei"/>
              </a:rPr>
              <a:t> </a:t>
            </a:r>
            <a:r>
              <a:rPr sz="1150" b="1">
                <a:solidFill>
                  <a:srgbClr val="168D9D"/>
                </a:solidFill>
                <a:latin typeface="Arial"/>
                <a:ea typeface="Microsoft YaHei"/>
              </a:rPr>
              <a:t>device</a:t>
            </a:r>
            <a:r>
              <a:rPr sz="1150" b="1">
                <a:solidFill>
                  <a:srgbClr val="168D9D"/>
                </a:solidFill>
                <a:latin typeface="Microsoft YaHei"/>
                <a:ea typeface="Microsoft YaHei"/>
              </a:rPr>
              <a:t> </a:t>
            </a:r>
            <a:r>
              <a:rPr sz="1150" b="1">
                <a:solidFill>
                  <a:srgbClr val="168D9D"/>
                </a:solidFill>
                <a:latin typeface="Arial"/>
                <a:ea typeface="Microsoft YaHei"/>
              </a:rPr>
              <a:t>sessions</a:t>
            </a:r>
          </a:p>
        </p:txBody>
      </p:sp>
      <p:sp>
        <p:nvSpPr>
          <p:cNvPr id="206" name="TextBox 205"/>
          <p:cNvSpPr txBox="1"/>
          <p:nvPr/>
        </p:nvSpPr>
        <p:spPr>
          <a:xfrm>
            <a:off x="6438332" y="10134600"/>
            <a:ext cx="3430134" cy="195579"/>
          </a:xfrm>
          <a:prstGeom prst="rect">
            <a:avLst/>
          </a:prstGeom>
          <a:noFill/>
        </p:spPr>
        <p:txBody>
          <a:bodyPr wrap="none" lIns="0" rIns="0" tIns="0" bIns="0">
            <a:spAutoFit/>
          </a:bodyPr>
          <a:lstStyle/>
          <a:p>
            <a:pPr>
              <a:lnSpc>
                <a:spcPts val="1375"/>
              </a:lnSpc>
              <a:spcBef>
                <a:spcPts val="0"/>
              </a:spcBef>
              <a:spcAft>
                <a:spcPts val="0"/>
              </a:spcAft>
            </a:pPr>
            <a:r>
              <a:rPr sz="1100" b="0">
                <a:solidFill>
                  <a:srgbClr val="278565"/>
                </a:solidFill>
                <a:latin typeface="Arial"/>
                <a:ea typeface="Microsoft YaHei"/>
              </a:rPr>
              <a:t>Watchdog</a:t>
            </a:r>
            <a:r>
              <a:rPr sz="1100" b="0">
                <a:solidFill>
                  <a:srgbClr val="278565"/>
                </a:solidFill>
                <a:latin typeface="Microsoft YaHei"/>
                <a:ea typeface="Microsoft YaHei"/>
              </a:rPr>
              <a:t> </a:t>
            </a:r>
            <a:r>
              <a:rPr sz="1100" b="0">
                <a:solidFill>
                  <a:srgbClr val="278565"/>
                </a:solidFill>
                <a:latin typeface="Arial"/>
                <a:ea typeface="Microsoft YaHei"/>
              </a:rPr>
              <a:t>•</a:t>
            </a:r>
            <a:r>
              <a:rPr sz="1100" b="0">
                <a:solidFill>
                  <a:srgbClr val="278565"/>
                </a:solidFill>
                <a:latin typeface="Microsoft YaHei"/>
                <a:ea typeface="Microsoft YaHei"/>
              </a:rPr>
              <a:t> </a:t>
            </a:r>
            <a:r>
              <a:rPr sz="1100" b="0">
                <a:solidFill>
                  <a:srgbClr val="278565"/>
                </a:solidFill>
                <a:latin typeface="Arial"/>
                <a:ea typeface="Microsoft YaHei"/>
              </a:rPr>
              <a:t>command</a:t>
            </a:r>
            <a:r>
              <a:rPr sz="1100" b="0">
                <a:solidFill>
                  <a:srgbClr val="278565"/>
                </a:solidFill>
                <a:latin typeface="Microsoft YaHei"/>
                <a:ea typeface="Microsoft YaHei"/>
              </a:rPr>
              <a:t> </a:t>
            </a:r>
            <a:r>
              <a:rPr sz="1100" b="0">
                <a:solidFill>
                  <a:srgbClr val="278565"/>
                </a:solidFill>
                <a:latin typeface="Arial"/>
                <a:ea typeface="Microsoft YaHei"/>
              </a:rPr>
              <a:t>journal</a:t>
            </a:r>
            <a:r>
              <a:rPr sz="1100" b="0">
                <a:solidFill>
                  <a:srgbClr val="278565"/>
                </a:solidFill>
                <a:latin typeface="Microsoft YaHei"/>
                <a:ea typeface="Microsoft YaHei"/>
              </a:rPr>
              <a:t> </a:t>
            </a:r>
            <a:r>
              <a:rPr sz="1100" b="0">
                <a:solidFill>
                  <a:srgbClr val="278565"/>
                </a:solidFill>
                <a:latin typeface="Arial"/>
                <a:ea typeface="Microsoft YaHei"/>
              </a:rPr>
              <a:t>•</a:t>
            </a:r>
            <a:r>
              <a:rPr sz="1100" b="0">
                <a:solidFill>
                  <a:srgbClr val="278565"/>
                </a:solidFill>
                <a:latin typeface="Microsoft YaHei"/>
                <a:ea typeface="Microsoft YaHei"/>
              </a:rPr>
              <a:t> </a:t>
            </a:r>
            <a:r>
              <a:rPr sz="1100" b="0">
                <a:solidFill>
                  <a:srgbClr val="278565"/>
                </a:solidFill>
                <a:latin typeface="Arial"/>
                <a:ea typeface="Microsoft YaHei"/>
              </a:rPr>
              <a:t>raw-data</a:t>
            </a:r>
            <a:r>
              <a:rPr sz="1100" b="0">
                <a:solidFill>
                  <a:srgbClr val="278565"/>
                </a:solidFill>
                <a:latin typeface="Microsoft YaHei"/>
                <a:ea typeface="Microsoft YaHei"/>
              </a:rPr>
              <a:t> </a:t>
            </a:r>
            <a:r>
              <a:rPr sz="1100" b="0">
                <a:solidFill>
                  <a:srgbClr val="278565"/>
                </a:solidFill>
                <a:latin typeface="Arial"/>
                <a:ea typeface="Microsoft YaHei"/>
              </a:rPr>
              <a:t>outbox</a:t>
            </a:r>
          </a:p>
        </p:txBody>
      </p:sp>
      <p:cxnSp>
        <p:nvCxnSpPr>
          <p:cNvPr id="207" name="Connector 206"/>
          <p:cNvCxnSpPr/>
          <p:nvPr/>
        </p:nvCxnSpPr>
        <p:spPr>
          <a:xfrm>
            <a:off x="6927850" y="10401300"/>
            <a:ext cx="0" cy="330200"/>
          </a:xfrm>
          <a:prstGeom prst="line">
            <a:avLst/>
          </a:prstGeom>
          <a:ln w="13335">
            <a:solidFill>
              <a:srgbClr val="3B6CB0"/>
            </a:solidFill>
          </a:ln>
        </p:spPr>
        <p:style>
          <a:lnRef idx="2">
            <a:schemeClr val="accent1"/>
          </a:lnRef>
          <a:fillRef idx="0">
            <a:schemeClr val="accent1"/>
          </a:fillRef>
          <a:effectRef idx="1">
            <a:schemeClr val="accent1"/>
          </a:effectRef>
          <a:fontRef idx="minor">
            <a:schemeClr val="tx1"/>
          </a:fontRef>
        </p:style>
      </p:cxnSp>
      <p:sp>
        <p:nvSpPr>
          <p:cNvPr id="208" name="Freeform 207"/>
          <p:cNvSpPr/>
          <p:nvPr/>
        </p:nvSpPr>
        <p:spPr>
          <a:xfrm>
            <a:off x="6908800" y="10680700"/>
            <a:ext cx="38100" cy="50800"/>
          </a:xfrm>
          <a:custGeom>
            <a:avLst/>
            <a:gdLst/>
            <a:ahLst/>
            <a:cxnLst/>
            <a:rect l="l" t="t" r="r" b="b"/>
            <a:pathLst>
              <a:path w="3" h="4">
                <a:moveTo>
                  <a:pt x="2" y="4"/>
                </a:moveTo>
                <a:lnTo>
                  <a:pt x="3" y="0"/>
                </a:lnTo>
                <a:lnTo>
                  <a:pt x="0" y="0"/>
                </a:lnTo>
                <a:close/>
              </a:path>
            </a:pathLst>
          </a:custGeom>
          <a:solidFill>
            <a:srgbClr val="3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9" name="Connector 208"/>
          <p:cNvCxnSpPr/>
          <p:nvPr/>
        </p:nvCxnSpPr>
        <p:spPr>
          <a:xfrm flipV="1">
            <a:off x="7042150" y="10401300"/>
            <a:ext cx="0" cy="330200"/>
          </a:xfrm>
          <a:prstGeom prst="line">
            <a:avLst/>
          </a:prstGeom>
          <a:ln w="13335">
            <a:solidFill>
              <a:srgbClr val="3B6CB0"/>
            </a:solidFill>
          </a:ln>
        </p:spPr>
        <p:style>
          <a:lnRef idx="2">
            <a:schemeClr val="accent1"/>
          </a:lnRef>
          <a:fillRef idx="0">
            <a:schemeClr val="accent1"/>
          </a:fillRef>
          <a:effectRef idx="1">
            <a:schemeClr val="accent1"/>
          </a:effectRef>
          <a:fontRef idx="minor">
            <a:schemeClr val="tx1"/>
          </a:fontRef>
        </p:style>
      </p:cxnSp>
      <p:sp>
        <p:nvSpPr>
          <p:cNvPr id="210" name="Freeform 209"/>
          <p:cNvSpPr/>
          <p:nvPr/>
        </p:nvSpPr>
        <p:spPr>
          <a:xfrm>
            <a:off x="7023100" y="10401300"/>
            <a:ext cx="38100" cy="50800"/>
          </a:xfrm>
          <a:custGeom>
            <a:avLst/>
            <a:gdLst/>
            <a:ahLst/>
            <a:cxnLst/>
            <a:rect l="l" t="t" r="r" b="b"/>
            <a:pathLst>
              <a:path w="3" h="4">
                <a:moveTo>
                  <a:pt x="1" y="0"/>
                </a:moveTo>
                <a:lnTo>
                  <a:pt x="0" y="4"/>
                </a:lnTo>
                <a:lnTo>
                  <a:pt x="3" y="4"/>
                </a:lnTo>
                <a:close/>
              </a:path>
            </a:pathLst>
          </a:custGeom>
          <a:solidFill>
            <a:srgbClr val="3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TextBox 210"/>
          <p:cNvSpPr txBox="1"/>
          <p:nvPr/>
        </p:nvSpPr>
        <p:spPr>
          <a:xfrm>
            <a:off x="7270750" y="10483850"/>
            <a:ext cx="1899617" cy="177800"/>
          </a:xfrm>
          <a:prstGeom prst="rect">
            <a:avLst/>
          </a:prstGeom>
          <a:noFill/>
        </p:spPr>
        <p:txBody>
          <a:bodyPr wrap="none" lIns="0" rIns="0" tIns="0" bIns="0">
            <a:spAutoFit/>
          </a:bodyPr>
          <a:lstStyle/>
          <a:p>
            <a:pPr>
              <a:lnSpc>
                <a:spcPts val="1250"/>
              </a:lnSpc>
              <a:spcBef>
                <a:spcPts val="0"/>
              </a:spcBef>
              <a:spcAft>
                <a:spcPts val="0"/>
              </a:spcAft>
            </a:pPr>
            <a:r>
              <a:rPr sz="1000" b="0">
                <a:solidFill>
                  <a:srgbClr val="3B6CB0"/>
                </a:solidFill>
                <a:latin typeface="Arial"/>
                <a:ea typeface="Microsoft YaHei"/>
              </a:rPr>
              <a:t>SDK</a:t>
            </a:r>
            <a:r>
              <a:rPr sz="1000" b="0">
                <a:solidFill>
                  <a:srgbClr val="3B6CB0"/>
                </a:solidFill>
                <a:latin typeface="Microsoft YaHei"/>
                <a:ea typeface="Microsoft YaHei"/>
              </a:rPr>
              <a:t> </a:t>
            </a:r>
            <a:r>
              <a:rPr sz="1000" b="0">
                <a:solidFill>
                  <a:srgbClr val="3B6CB0"/>
                </a:solidFill>
                <a:latin typeface="Arial"/>
                <a:ea typeface="Microsoft YaHei"/>
              </a:rPr>
              <a:t>/</a:t>
            </a:r>
            <a:r>
              <a:rPr sz="1000" b="0">
                <a:solidFill>
                  <a:srgbClr val="3B6CB0"/>
                </a:solidFill>
                <a:latin typeface="Microsoft YaHei"/>
                <a:ea typeface="Microsoft YaHei"/>
              </a:rPr>
              <a:t> </a:t>
            </a:r>
            <a:r>
              <a:rPr sz="1000" b="0">
                <a:solidFill>
                  <a:srgbClr val="3B6CB0"/>
                </a:solidFill>
                <a:latin typeface="Arial"/>
                <a:ea typeface="Microsoft YaHei"/>
              </a:rPr>
              <a:t>VISA</a:t>
            </a:r>
            <a:r>
              <a:rPr sz="1000" b="0">
                <a:solidFill>
                  <a:srgbClr val="3B6CB0"/>
                </a:solidFill>
                <a:latin typeface="Microsoft YaHei"/>
                <a:ea typeface="Microsoft YaHei"/>
              </a:rPr>
              <a:t> </a:t>
            </a:r>
            <a:r>
              <a:rPr sz="1000" b="0">
                <a:solidFill>
                  <a:srgbClr val="3B6CB0"/>
                </a:solidFill>
                <a:latin typeface="Arial"/>
                <a:ea typeface="Microsoft YaHei"/>
              </a:rPr>
              <a:t>/</a:t>
            </a:r>
            <a:r>
              <a:rPr sz="1000" b="0">
                <a:solidFill>
                  <a:srgbClr val="3B6CB0"/>
                </a:solidFill>
                <a:latin typeface="Microsoft YaHei"/>
                <a:ea typeface="Microsoft YaHei"/>
              </a:rPr>
              <a:t> </a:t>
            </a:r>
            <a:r>
              <a:rPr sz="1000" b="0">
                <a:solidFill>
                  <a:srgbClr val="3B6CB0"/>
                </a:solidFill>
                <a:latin typeface="Arial"/>
                <a:ea typeface="Microsoft YaHei"/>
              </a:rPr>
              <a:t>USB</a:t>
            </a:r>
            <a:r>
              <a:rPr sz="1000" b="0">
                <a:solidFill>
                  <a:srgbClr val="3B6CB0"/>
                </a:solidFill>
                <a:latin typeface="Microsoft YaHei"/>
                <a:ea typeface="Microsoft YaHei"/>
              </a:rPr>
              <a:t> </a:t>
            </a:r>
            <a:r>
              <a:rPr sz="1000" b="0">
                <a:solidFill>
                  <a:srgbClr val="3B6CB0"/>
                </a:solidFill>
                <a:latin typeface="Arial"/>
                <a:ea typeface="Microsoft YaHei"/>
              </a:rPr>
              <a:t>/</a:t>
            </a:r>
            <a:r>
              <a:rPr sz="1000" b="0">
                <a:solidFill>
                  <a:srgbClr val="3B6CB0"/>
                </a:solidFill>
                <a:latin typeface="Microsoft YaHei"/>
                <a:ea typeface="Microsoft YaHei"/>
              </a:rPr>
              <a:t> </a:t>
            </a:r>
            <a:r>
              <a:rPr sz="1000" b="0">
                <a:solidFill>
                  <a:srgbClr val="3B6CB0"/>
                </a:solidFill>
                <a:latin typeface="Arial"/>
                <a:ea typeface="Microsoft YaHei"/>
              </a:rPr>
              <a:t>serial</a:t>
            </a:r>
            <a:r>
              <a:rPr sz="1000" b="0">
                <a:solidFill>
                  <a:srgbClr val="3B6CB0"/>
                </a:solidFill>
                <a:latin typeface="Microsoft YaHei"/>
                <a:ea typeface="Microsoft YaHei"/>
              </a:rPr>
              <a:t> </a:t>
            </a:r>
            <a:r>
              <a:rPr sz="1000" b="0">
                <a:solidFill>
                  <a:srgbClr val="3B6CB0"/>
                </a:solidFill>
                <a:latin typeface="Arial"/>
                <a:ea typeface="Microsoft YaHei"/>
              </a:rPr>
              <a:t>/</a:t>
            </a:r>
            <a:r>
              <a:rPr sz="1000" b="0">
                <a:solidFill>
                  <a:srgbClr val="3B6CB0"/>
                </a:solidFill>
                <a:latin typeface="Microsoft YaHei"/>
                <a:ea typeface="Microsoft YaHei"/>
              </a:rPr>
              <a:t> </a:t>
            </a:r>
            <a:r>
              <a:rPr sz="1000" b="0">
                <a:solidFill>
                  <a:srgbClr val="3B6CB0"/>
                </a:solidFill>
                <a:latin typeface="Arial"/>
                <a:ea typeface="Microsoft YaHei"/>
              </a:rPr>
              <a:t>LAN</a:t>
            </a:r>
          </a:p>
        </p:txBody>
      </p:sp>
      <p:sp>
        <p:nvSpPr>
          <p:cNvPr id="212" name="Rounded Rectangle 211"/>
          <p:cNvSpPr/>
          <p:nvPr/>
        </p:nvSpPr>
        <p:spPr>
          <a:xfrm>
            <a:off x="6102350" y="10731500"/>
            <a:ext cx="4051300" cy="571500"/>
          </a:xfrm>
          <a:prstGeom prst="roundRect">
            <a:avLst>
              <a:gd name="adj" fmla="val 8888"/>
            </a:avLst>
          </a:prstGeom>
          <a:solidFill>
            <a:srgbClr val="F5F8FC"/>
          </a:solidFill>
          <a:ln w="8890">
            <a:solidFill>
              <a:srgbClr val="3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TextBox 212"/>
          <p:cNvSpPr txBox="1"/>
          <p:nvPr/>
        </p:nvSpPr>
        <p:spPr>
          <a:xfrm>
            <a:off x="6210300" y="10814050"/>
            <a:ext cx="3307283" cy="195579"/>
          </a:xfrm>
          <a:prstGeom prst="rect">
            <a:avLst/>
          </a:prstGeom>
          <a:noFill/>
        </p:spPr>
        <p:txBody>
          <a:bodyPr wrap="none" lIns="0" rIns="0" tIns="0" bIns="0">
            <a:spAutoFit/>
          </a:bodyPr>
          <a:lstStyle/>
          <a:p>
            <a:pPr>
              <a:lnSpc>
                <a:spcPts val="1375"/>
              </a:lnSpc>
              <a:spcBef>
                <a:spcPts val="0"/>
              </a:spcBef>
              <a:spcAft>
                <a:spcPts val="0"/>
              </a:spcAft>
            </a:pPr>
            <a:r>
              <a:rPr sz="1100" b="1">
                <a:solidFill>
                  <a:srgbClr val="3B6CB0"/>
                </a:solidFill>
                <a:latin typeface="Arial"/>
                <a:ea typeface="Microsoft YaHei"/>
              </a:rPr>
              <a:t>Local</a:t>
            </a:r>
            <a:r>
              <a:rPr sz="1100" b="1">
                <a:solidFill>
                  <a:srgbClr val="3B6CB0"/>
                </a:solidFill>
                <a:latin typeface="Microsoft YaHei"/>
                <a:ea typeface="Microsoft YaHei"/>
              </a:rPr>
              <a:t> </a:t>
            </a:r>
            <a:r>
              <a:rPr sz="1100" b="1">
                <a:solidFill>
                  <a:srgbClr val="3B6CB0"/>
                </a:solidFill>
                <a:latin typeface="Arial"/>
                <a:ea typeface="Microsoft YaHei"/>
              </a:rPr>
              <a:t>instruments</a:t>
            </a:r>
            <a:r>
              <a:rPr sz="1100" b="1">
                <a:solidFill>
                  <a:srgbClr val="3B6CB0"/>
                </a:solidFill>
                <a:latin typeface="Microsoft YaHei"/>
                <a:ea typeface="Microsoft YaHei"/>
              </a:rPr>
              <a:t> </a:t>
            </a:r>
            <a:r>
              <a:rPr sz="1100" b="1">
                <a:solidFill>
                  <a:srgbClr val="3B6CB0"/>
                </a:solidFill>
                <a:latin typeface="Arial"/>
                <a:ea typeface="Microsoft YaHei"/>
              </a:rPr>
              <a:t>/</a:t>
            </a:r>
            <a:r>
              <a:rPr sz="1100" b="1">
                <a:solidFill>
                  <a:srgbClr val="3B6CB0"/>
                </a:solidFill>
                <a:latin typeface="Microsoft YaHei"/>
                <a:ea typeface="Microsoft YaHei"/>
              </a:rPr>
              <a:t> </a:t>
            </a:r>
            <a:r>
              <a:rPr sz="1100" b="1">
                <a:solidFill>
                  <a:srgbClr val="3B6CB0"/>
                </a:solidFill>
                <a:latin typeface="Arial"/>
                <a:ea typeface="Microsoft YaHei"/>
              </a:rPr>
              <a:t>controllers</a:t>
            </a:r>
            <a:r>
              <a:rPr sz="1100" b="1">
                <a:solidFill>
                  <a:srgbClr val="3B6CB0"/>
                </a:solidFill>
                <a:latin typeface="Microsoft YaHei"/>
                <a:ea typeface="Microsoft YaHei"/>
              </a:rPr>
              <a:t> </a:t>
            </a:r>
            <a:r>
              <a:rPr sz="1100" b="1">
                <a:solidFill>
                  <a:srgbClr val="3B6CB0"/>
                </a:solidFill>
                <a:latin typeface="Arial"/>
                <a:ea typeface="Microsoft YaHei"/>
              </a:rPr>
              <a:t>/</a:t>
            </a:r>
            <a:r>
              <a:rPr sz="1100" b="1">
                <a:solidFill>
                  <a:srgbClr val="3B6CB0"/>
                </a:solidFill>
                <a:latin typeface="Microsoft YaHei"/>
                <a:ea typeface="Microsoft YaHei"/>
              </a:rPr>
              <a:t> </a:t>
            </a:r>
            <a:r>
              <a:rPr sz="1100" b="1">
                <a:solidFill>
                  <a:srgbClr val="3B6CB0"/>
                </a:solidFill>
                <a:latin typeface="Arial"/>
                <a:ea typeface="Microsoft YaHei"/>
              </a:rPr>
              <a:t>detectors</a:t>
            </a:r>
          </a:p>
        </p:txBody>
      </p:sp>
      <p:sp>
        <p:nvSpPr>
          <p:cNvPr id="214" name="TextBox 213"/>
          <p:cNvSpPr txBox="1"/>
          <p:nvPr/>
        </p:nvSpPr>
        <p:spPr>
          <a:xfrm>
            <a:off x="6210300" y="11080750"/>
            <a:ext cx="2289981" cy="177800"/>
          </a:xfrm>
          <a:prstGeom prst="rect">
            <a:avLst/>
          </a:prstGeom>
          <a:noFill/>
        </p:spPr>
        <p:txBody>
          <a:bodyPr wrap="none" lIns="0" rIns="0" tIns="0" bIns="0">
            <a:spAutoFit/>
          </a:bodyPr>
          <a:lstStyle/>
          <a:p>
            <a:pPr>
              <a:lnSpc>
                <a:spcPts val="1250"/>
              </a:lnSpc>
              <a:spcBef>
                <a:spcPts val="0"/>
              </a:spcBef>
              <a:spcAft>
                <a:spcPts val="0"/>
              </a:spcAft>
            </a:pPr>
            <a:r>
              <a:rPr sz="1000" b="0">
                <a:solidFill>
                  <a:srgbClr val="62758C"/>
                </a:solidFill>
                <a:latin typeface="Arial"/>
                <a:ea typeface="Microsoft YaHei"/>
              </a:rPr>
              <a:t>Device</a:t>
            </a:r>
            <a:r>
              <a:rPr sz="1000" b="0">
                <a:solidFill>
                  <a:srgbClr val="62758C"/>
                </a:solidFill>
                <a:latin typeface="Microsoft YaHei"/>
                <a:ea typeface="Microsoft YaHei"/>
              </a:rPr>
              <a:t> </a:t>
            </a:r>
            <a:r>
              <a:rPr sz="1000" b="0">
                <a:solidFill>
                  <a:srgbClr val="62758C"/>
                </a:solidFill>
                <a:latin typeface="Arial"/>
                <a:ea typeface="Microsoft YaHei"/>
              </a:rPr>
              <a:t>1</a:t>
            </a:r>
            <a:r>
              <a:rPr sz="1000" b="0">
                <a:solidFill>
                  <a:srgbClr val="62758C"/>
                </a:solidFill>
                <a:latin typeface="Microsoft YaHei"/>
                <a:ea typeface="Microsoft YaHei"/>
              </a:rPr>
              <a:t> </a:t>
            </a:r>
            <a:r>
              <a:rPr sz="1000" b="0">
                <a:solidFill>
                  <a:srgbClr val="62758C"/>
                </a:solidFill>
                <a:latin typeface="Arial"/>
                <a:ea typeface="Microsoft YaHei"/>
              </a:rPr>
              <a:t>•</a:t>
            </a:r>
            <a:r>
              <a:rPr sz="1000" b="0">
                <a:solidFill>
                  <a:srgbClr val="62758C"/>
                </a:solidFill>
                <a:latin typeface="Microsoft YaHei"/>
                <a:ea typeface="Microsoft YaHei"/>
              </a:rPr>
              <a:t> </a:t>
            </a:r>
            <a:r>
              <a:rPr sz="1000" b="0">
                <a:solidFill>
                  <a:srgbClr val="62758C"/>
                </a:solidFill>
                <a:latin typeface="Arial"/>
                <a:ea typeface="Microsoft YaHei"/>
              </a:rPr>
              <a:t>Device</a:t>
            </a:r>
            <a:r>
              <a:rPr sz="1000" b="0">
                <a:solidFill>
                  <a:srgbClr val="62758C"/>
                </a:solidFill>
                <a:latin typeface="Microsoft YaHei"/>
                <a:ea typeface="Microsoft YaHei"/>
              </a:rPr>
              <a:t> </a:t>
            </a:r>
            <a:r>
              <a:rPr sz="1000" b="0">
                <a:solidFill>
                  <a:srgbClr val="62758C"/>
                </a:solidFill>
                <a:latin typeface="Arial"/>
                <a:ea typeface="Microsoft YaHei"/>
              </a:rPr>
              <a:t>2</a:t>
            </a:r>
            <a:r>
              <a:rPr sz="1000" b="0">
                <a:solidFill>
                  <a:srgbClr val="62758C"/>
                </a:solidFill>
                <a:latin typeface="Microsoft YaHei"/>
                <a:ea typeface="Microsoft YaHei"/>
              </a:rPr>
              <a:t> </a:t>
            </a:r>
            <a:r>
              <a:rPr sz="1000" b="0">
                <a:solidFill>
                  <a:srgbClr val="62758C"/>
                </a:solidFill>
                <a:latin typeface="Arial"/>
                <a:ea typeface="Microsoft YaHei"/>
              </a:rPr>
              <a:t>•</a:t>
            </a:r>
            <a:r>
              <a:rPr sz="1000" b="0">
                <a:solidFill>
                  <a:srgbClr val="62758C"/>
                </a:solidFill>
                <a:latin typeface="Microsoft YaHei"/>
                <a:ea typeface="Microsoft YaHei"/>
              </a:rPr>
              <a:t> </a:t>
            </a:r>
            <a:r>
              <a:rPr sz="1000" b="0">
                <a:solidFill>
                  <a:srgbClr val="62758C"/>
                </a:solidFill>
                <a:latin typeface="Arial"/>
                <a:ea typeface="Microsoft YaHei"/>
              </a:rPr>
              <a:t>…</a:t>
            </a:r>
            <a:r>
              <a:rPr sz="1000" b="0">
                <a:solidFill>
                  <a:srgbClr val="62758C"/>
                </a:solidFill>
                <a:latin typeface="Microsoft YaHei"/>
                <a:ea typeface="Microsoft YaHei"/>
              </a:rPr>
              <a:t> </a:t>
            </a:r>
            <a:r>
              <a:rPr sz="1000" b="0">
                <a:solidFill>
                  <a:srgbClr val="62758C"/>
                </a:solidFill>
                <a:latin typeface="Arial"/>
                <a:ea typeface="Microsoft YaHei"/>
              </a:rPr>
              <a:t>•</a:t>
            </a:r>
            <a:r>
              <a:rPr sz="1000" b="0">
                <a:solidFill>
                  <a:srgbClr val="62758C"/>
                </a:solidFill>
                <a:latin typeface="Microsoft YaHei"/>
                <a:ea typeface="Microsoft YaHei"/>
              </a:rPr>
              <a:t> </a:t>
            </a:r>
            <a:r>
              <a:rPr sz="1000" b="0">
                <a:solidFill>
                  <a:srgbClr val="62758C"/>
                </a:solidFill>
                <a:latin typeface="Arial"/>
                <a:ea typeface="Microsoft YaHei"/>
              </a:rPr>
              <a:t>Device</a:t>
            </a:r>
            <a:r>
              <a:rPr sz="1000" b="0">
                <a:solidFill>
                  <a:srgbClr val="62758C"/>
                </a:solidFill>
                <a:latin typeface="Microsoft YaHei"/>
                <a:ea typeface="Microsoft YaHei"/>
              </a:rPr>
              <a:t> </a:t>
            </a:r>
            <a:r>
              <a:rPr sz="1000" b="0">
                <a:solidFill>
                  <a:srgbClr val="62758C"/>
                </a:solidFill>
                <a:latin typeface="Arial"/>
                <a:ea typeface="Microsoft YaHei"/>
              </a:rPr>
              <a:t>m</a:t>
            </a:r>
          </a:p>
        </p:txBody>
      </p:sp>
      <p:sp>
        <p:nvSpPr>
          <p:cNvPr id="215" name="Rounded Rectangle 214"/>
          <p:cNvSpPr/>
          <p:nvPr/>
        </p:nvSpPr>
        <p:spPr>
          <a:xfrm>
            <a:off x="9677400" y="10839450"/>
            <a:ext cx="349250" cy="177800"/>
          </a:xfrm>
          <a:prstGeom prst="roundRect">
            <a:avLst>
              <a:gd name="adj" fmla="val 14285"/>
            </a:avLst>
          </a:prstGeom>
          <a:solidFill>
            <a:srgbClr val="EDF3FC"/>
          </a:solidFill>
          <a:ln w="6350">
            <a:solidFill>
              <a:srgbClr val="3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Oval 215"/>
          <p:cNvSpPr/>
          <p:nvPr/>
        </p:nvSpPr>
        <p:spPr>
          <a:xfrm>
            <a:off x="9899650" y="10896600"/>
            <a:ext cx="63500" cy="63500"/>
          </a:xfrm>
          <a:prstGeom prst="ellipse">
            <a:avLst/>
          </a:prstGeom>
          <a:solidFill>
            <a:srgbClr val="FFFFFF"/>
          </a:solidFill>
          <a:ln w="6985">
            <a:solidFill>
              <a:srgbClr val="3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7" name="Connector 216"/>
          <p:cNvCxnSpPr/>
          <p:nvPr/>
        </p:nvCxnSpPr>
        <p:spPr>
          <a:xfrm>
            <a:off x="13373100" y="8509000"/>
            <a:ext cx="0" cy="508000"/>
          </a:xfrm>
          <a:prstGeom prst="line">
            <a:avLst/>
          </a:prstGeom>
          <a:ln w="12700">
            <a:solidFill>
              <a:srgbClr val="7653CF"/>
            </a:solidFill>
          </a:ln>
        </p:spPr>
        <p:style>
          <a:lnRef idx="2">
            <a:schemeClr val="accent1"/>
          </a:lnRef>
          <a:fillRef idx="0">
            <a:schemeClr val="accent1"/>
          </a:fillRef>
          <a:effectRef idx="1">
            <a:schemeClr val="accent1"/>
          </a:effectRef>
          <a:fontRef idx="minor">
            <a:schemeClr val="tx1"/>
          </a:fontRef>
        </p:style>
      </p:cxnSp>
      <p:sp>
        <p:nvSpPr>
          <p:cNvPr id="218" name="Freeform 217"/>
          <p:cNvSpPr/>
          <p:nvPr/>
        </p:nvSpPr>
        <p:spPr>
          <a:xfrm>
            <a:off x="13347700" y="8966200"/>
            <a:ext cx="50800" cy="50800"/>
          </a:xfrm>
          <a:custGeom>
            <a:avLst/>
            <a:gdLst/>
            <a:ahLst/>
            <a:cxnLst/>
            <a:rect l="l" t="t" r="r" b="b"/>
            <a:pathLst>
              <a:path w="4" h="4">
                <a:moveTo>
                  <a:pt x="2" y="4"/>
                </a:moveTo>
                <a:lnTo>
                  <a:pt x="4" y="0"/>
                </a:lnTo>
                <a:lnTo>
                  <a:pt x="0" y="0"/>
                </a:lnTo>
                <a:close/>
              </a:path>
            </a:pathLst>
          </a:custGeom>
          <a:solidFill>
            <a:srgbClr val="7653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9" name="Connector 218"/>
          <p:cNvCxnSpPr/>
          <p:nvPr/>
        </p:nvCxnSpPr>
        <p:spPr>
          <a:xfrm flipV="1">
            <a:off x="13550900" y="8763000"/>
            <a:ext cx="0" cy="254000"/>
          </a:xfrm>
          <a:prstGeom prst="line">
            <a:avLst/>
          </a:prstGeom>
          <a:ln w="12700">
            <a:solidFill>
              <a:srgbClr val="278565"/>
            </a:solidFill>
          </a:ln>
        </p:spPr>
        <p:style>
          <a:lnRef idx="2">
            <a:schemeClr val="accent1"/>
          </a:lnRef>
          <a:fillRef idx="0">
            <a:schemeClr val="accent1"/>
          </a:fillRef>
          <a:effectRef idx="1">
            <a:schemeClr val="accent1"/>
          </a:effectRef>
          <a:fontRef idx="minor">
            <a:schemeClr val="tx1"/>
          </a:fontRef>
        </p:style>
      </p:cxnSp>
      <p:sp>
        <p:nvSpPr>
          <p:cNvPr id="220" name="Freeform 219"/>
          <p:cNvSpPr/>
          <p:nvPr/>
        </p:nvSpPr>
        <p:spPr>
          <a:xfrm>
            <a:off x="13525500" y="8763000"/>
            <a:ext cx="50800" cy="50800"/>
          </a:xfrm>
          <a:custGeom>
            <a:avLst/>
            <a:gdLst/>
            <a:ahLst/>
            <a:cxnLst/>
            <a:rect l="l" t="t" r="r" b="b"/>
            <a:pathLst>
              <a:path w="4" h="4">
                <a:moveTo>
                  <a:pt x="2" y="0"/>
                </a:moveTo>
                <a:lnTo>
                  <a:pt x="0" y="4"/>
                </a:lnTo>
                <a:lnTo>
                  <a:pt x="4" y="4"/>
                </a:lnTo>
                <a:close/>
              </a:path>
            </a:pathLst>
          </a:custGeom>
          <a:solidFill>
            <a:srgbClr val="2785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Oval 220"/>
          <p:cNvSpPr/>
          <p:nvPr/>
        </p:nvSpPr>
        <p:spPr>
          <a:xfrm>
            <a:off x="13351510" y="8487410"/>
            <a:ext cx="43180" cy="43180"/>
          </a:xfrm>
          <a:prstGeom prst="ellipse">
            <a:avLst/>
          </a:prstGeom>
          <a:solidFill>
            <a:srgbClr val="7653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Oval 221"/>
          <p:cNvSpPr/>
          <p:nvPr/>
        </p:nvSpPr>
        <p:spPr>
          <a:xfrm>
            <a:off x="13529310" y="8741410"/>
            <a:ext cx="43180" cy="43180"/>
          </a:xfrm>
          <a:prstGeom prst="ellipse">
            <a:avLst/>
          </a:prstGeom>
          <a:solidFill>
            <a:srgbClr val="2785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Rounded Rectangle 222"/>
          <p:cNvSpPr/>
          <p:nvPr/>
        </p:nvSpPr>
        <p:spPr>
          <a:xfrm>
            <a:off x="11303000" y="9017000"/>
            <a:ext cx="4318000" cy="1384300"/>
          </a:xfrm>
          <a:prstGeom prst="roundRect">
            <a:avLst>
              <a:gd name="adj" fmla="val 5504"/>
            </a:avLst>
          </a:prstGeom>
          <a:solidFill>
            <a:srgbClr val="E9F6F7"/>
          </a:solidFill>
          <a:ln w="10795">
            <a:solidFill>
              <a:srgbClr val="168D9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Rounded Rectangle 223"/>
          <p:cNvSpPr/>
          <p:nvPr/>
        </p:nvSpPr>
        <p:spPr>
          <a:xfrm>
            <a:off x="11436350" y="9137650"/>
            <a:ext cx="431800" cy="285750"/>
          </a:xfrm>
          <a:prstGeom prst="roundRect">
            <a:avLst>
              <a:gd name="adj" fmla="val 8888"/>
            </a:avLst>
          </a:prstGeom>
          <a:solidFill>
            <a:srgbClr val="EDF3FC"/>
          </a:solidFill>
          <a:ln w="12700">
            <a:solidFill>
              <a:srgbClr val="168D9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Rectangle 224"/>
          <p:cNvSpPr/>
          <p:nvPr/>
        </p:nvSpPr>
        <p:spPr>
          <a:xfrm>
            <a:off x="11480800" y="9182100"/>
            <a:ext cx="342900" cy="19685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6" name="Connector 225"/>
          <p:cNvCxnSpPr/>
          <p:nvPr/>
        </p:nvCxnSpPr>
        <p:spPr>
          <a:xfrm>
            <a:off x="11652250" y="9423400"/>
            <a:ext cx="0" cy="63500"/>
          </a:xfrm>
          <a:prstGeom prst="line">
            <a:avLst/>
          </a:prstGeom>
          <a:ln w="12700">
            <a:solidFill>
              <a:srgbClr val="168D9D"/>
            </a:solidFill>
          </a:ln>
        </p:spPr>
        <p:style>
          <a:lnRef idx="2">
            <a:schemeClr val="accent1"/>
          </a:lnRef>
          <a:fillRef idx="0">
            <a:schemeClr val="accent1"/>
          </a:fillRef>
          <a:effectRef idx="1">
            <a:schemeClr val="accent1"/>
          </a:effectRef>
          <a:fontRef idx="minor">
            <a:schemeClr val="tx1"/>
          </a:fontRef>
        </p:style>
      </p:cxnSp>
      <p:cxnSp>
        <p:nvCxnSpPr>
          <p:cNvPr id="227" name="Connector 226"/>
          <p:cNvCxnSpPr/>
          <p:nvPr/>
        </p:nvCxnSpPr>
        <p:spPr>
          <a:xfrm>
            <a:off x="11527028" y="9499600"/>
            <a:ext cx="250444" cy="0"/>
          </a:xfrm>
          <a:prstGeom prst="line">
            <a:avLst/>
          </a:prstGeom>
          <a:ln w="19050">
            <a:solidFill>
              <a:srgbClr val="168D9D"/>
            </a:solidFill>
          </a:ln>
        </p:spPr>
        <p:style>
          <a:lnRef idx="2">
            <a:schemeClr val="accent1"/>
          </a:lnRef>
          <a:fillRef idx="0">
            <a:schemeClr val="accent1"/>
          </a:fillRef>
          <a:effectRef idx="1">
            <a:schemeClr val="accent1"/>
          </a:effectRef>
          <a:fontRef idx="minor">
            <a:schemeClr val="tx1"/>
          </a:fontRef>
        </p:style>
      </p:cxnSp>
      <p:sp>
        <p:nvSpPr>
          <p:cNvPr id="228" name="TextBox 227"/>
          <p:cNvSpPr txBox="1"/>
          <p:nvPr/>
        </p:nvSpPr>
        <p:spPr>
          <a:xfrm>
            <a:off x="12039600" y="9144000"/>
            <a:ext cx="2261058" cy="248919"/>
          </a:xfrm>
          <a:prstGeom prst="rect">
            <a:avLst/>
          </a:prstGeom>
          <a:noFill/>
        </p:spPr>
        <p:txBody>
          <a:bodyPr wrap="none" lIns="0" rIns="0" tIns="0" bIns="0">
            <a:spAutoFit/>
          </a:bodyPr>
          <a:lstStyle/>
          <a:p>
            <a:pPr>
              <a:lnSpc>
                <a:spcPts val="1750"/>
              </a:lnSpc>
              <a:spcBef>
                <a:spcPts val="0"/>
              </a:spcBef>
              <a:spcAft>
                <a:spcPts val="0"/>
              </a:spcAft>
            </a:pPr>
            <a:r>
              <a:rPr sz="1400" b="1">
                <a:solidFill>
                  <a:srgbClr val="168D9D"/>
                </a:solidFill>
                <a:latin typeface="Arial"/>
                <a:ea typeface="Microsoft YaHei"/>
              </a:rPr>
              <a:t>PC</a:t>
            </a:r>
            <a:r>
              <a:rPr sz="1400" b="1">
                <a:solidFill>
                  <a:srgbClr val="168D9D"/>
                </a:solidFill>
                <a:latin typeface="Microsoft YaHei"/>
                <a:ea typeface="Microsoft YaHei"/>
              </a:rPr>
              <a:t> </a:t>
            </a:r>
            <a:r>
              <a:rPr sz="1400" b="1">
                <a:solidFill>
                  <a:srgbClr val="168D9D"/>
                </a:solidFill>
                <a:latin typeface="Arial"/>
                <a:ea typeface="Microsoft YaHei"/>
              </a:rPr>
              <a:t>N</a:t>
            </a:r>
            <a:r>
              <a:rPr sz="1400" b="1">
                <a:solidFill>
                  <a:srgbClr val="168D9D"/>
                </a:solidFill>
                <a:latin typeface="Microsoft YaHei"/>
                <a:ea typeface="Microsoft YaHei"/>
              </a:rPr>
              <a:t> </a:t>
            </a:r>
            <a:r>
              <a:rPr sz="1400" b="1">
                <a:solidFill>
                  <a:srgbClr val="168D9D"/>
                </a:solidFill>
                <a:latin typeface="Arial"/>
                <a:ea typeface="Microsoft YaHei"/>
              </a:rPr>
              <a:t>/</a:t>
            </a:r>
            <a:r>
              <a:rPr sz="1400" b="1">
                <a:solidFill>
                  <a:srgbClr val="168D9D"/>
                </a:solidFill>
                <a:latin typeface="Microsoft YaHei"/>
                <a:ea typeface="Microsoft YaHei"/>
              </a:rPr>
              <a:t> </a:t>
            </a:r>
            <a:r>
              <a:rPr sz="1400" b="1">
                <a:solidFill>
                  <a:srgbClr val="168D9D"/>
                </a:solidFill>
                <a:latin typeface="Arial"/>
                <a:ea typeface="Microsoft YaHei"/>
              </a:rPr>
              <a:t>instrument</a:t>
            </a:r>
            <a:r>
              <a:rPr sz="1400" b="1">
                <a:solidFill>
                  <a:srgbClr val="168D9D"/>
                </a:solidFill>
                <a:latin typeface="Microsoft YaHei"/>
                <a:ea typeface="Microsoft YaHei"/>
              </a:rPr>
              <a:t> </a:t>
            </a:r>
            <a:r>
              <a:rPr sz="1400" b="1">
                <a:solidFill>
                  <a:srgbClr val="168D9D"/>
                </a:solidFill>
                <a:latin typeface="Arial"/>
                <a:ea typeface="Microsoft YaHei"/>
              </a:rPr>
              <a:t>host</a:t>
            </a:r>
          </a:p>
        </p:txBody>
      </p:sp>
      <p:sp>
        <p:nvSpPr>
          <p:cNvPr id="229" name="TextBox 228"/>
          <p:cNvSpPr txBox="1"/>
          <p:nvPr/>
        </p:nvSpPr>
        <p:spPr>
          <a:xfrm>
            <a:off x="12039600" y="9398000"/>
            <a:ext cx="2994682" cy="177800"/>
          </a:xfrm>
          <a:prstGeom prst="rect">
            <a:avLst/>
          </a:prstGeom>
          <a:noFill/>
        </p:spPr>
        <p:txBody>
          <a:bodyPr wrap="none" lIns="0" rIns="0" tIns="0" bIns="0">
            <a:spAutoFit/>
          </a:bodyPr>
          <a:lstStyle/>
          <a:p>
            <a:pPr>
              <a:lnSpc>
                <a:spcPts val="1250"/>
              </a:lnSpc>
              <a:spcBef>
                <a:spcPts val="0"/>
              </a:spcBef>
              <a:spcAft>
                <a:spcPts val="0"/>
              </a:spcAft>
            </a:pPr>
            <a:r>
              <a:rPr sz="1000" b="0">
                <a:solidFill>
                  <a:srgbClr val="62758C"/>
                </a:solidFill>
                <a:latin typeface="Arial"/>
                <a:ea typeface="Microsoft YaHei"/>
              </a:rPr>
              <a:t>Local</a:t>
            </a:r>
            <a:r>
              <a:rPr sz="1000" b="0">
                <a:solidFill>
                  <a:srgbClr val="62758C"/>
                </a:solidFill>
                <a:latin typeface="Microsoft YaHei"/>
                <a:ea typeface="Microsoft YaHei"/>
              </a:rPr>
              <a:t> </a:t>
            </a:r>
            <a:r>
              <a:rPr sz="1000" b="0">
                <a:solidFill>
                  <a:srgbClr val="62758C"/>
                </a:solidFill>
                <a:latin typeface="Arial"/>
                <a:ea typeface="Microsoft YaHei"/>
              </a:rPr>
              <a:t>execution,</a:t>
            </a:r>
            <a:r>
              <a:rPr sz="1000" b="0">
                <a:solidFill>
                  <a:srgbClr val="62758C"/>
                </a:solidFill>
                <a:latin typeface="Microsoft YaHei"/>
                <a:ea typeface="Microsoft YaHei"/>
              </a:rPr>
              <a:t> </a:t>
            </a:r>
            <a:r>
              <a:rPr sz="1000" b="0">
                <a:solidFill>
                  <a:srgbClr val="62758C"/>
                </a:solidFill>
                <a:latin typeface="Arial"/>
                <a:ea typeface="Microsoft YaHei"/>
              </a:rPr>
              <a:t>vendor</a:t>
            </a:r>
            <a:r>
              <a:rPr sz="1000" b="0">
                <a:solidFill>
                  <a:srgbClr val="62758C"/>
                </a:solidFill>
                <a:latin typeface="Microsoft YaHei"/>
                <a:ea typeface="Microsoft YaHei"/>
              </a:rPr>
              <a:t> </a:t>
            </a:r>
            <a:r>
              <a:rPr sz="1000" b="0">
                <a:solidFill>
                  <a:srgbClr val="62758C"/>
                </a:solidFill>
                <a:latin typeface="Arial"/>
                <a:ea typeface="Microsoft YaHei"/>
              </a:rPr>
              <a:t>environment</a:t>
            </a:r>
            <a:r>
              <a:rPr sz="1000" b="0">
                <a:solidFill>
                  <a:srgbClr val="62758C"/>
                </a:solidFill>
                <a:latin typeface="Microsoft YaHei"/>
                <a:ea typeface="Microsoft YaHei"/>
              </a:rPr>
              <a:t> </a:t>
            </a:r>
            <a:r>
              <a:rPr sz="1000" b="0">
                <a:solidFill>
                  <a:srgbClr val="62758C"/>
                </a:solidFill>
                <a:latin typeface="Arial"/>
                <a:ea typeface="Microsoft YaHei"/>
              </a:rPr>
              <a:t>and</a:t>
            </a:r>
            <a:r>
              <a:rPr sz="1000" b="0">
                <a:solidFill>
                  <a:srgbClr val="62758C"/>
                </a:solidFill>
                <a:latin typeface="Microsoft YaHei"/>
                <a:ea typeface="Microsoft YaHei"/>
              </a:rPr>
              <a:t> </a:t>
            </a:r>
            <a:r>
              <a:rPr sz="1000" b="0">
                <a:solidFill>
                  <a:srgbClr val="62758C"/>
                </a:solidFill>
                <a:latin typeface="Arial"/>
                <a:ea typeface="Microsoft YaHei"/>
              </a:rPr>
              <a:t>data</a:t>
            </a:r>
          </a:p>
        </p:txBody>
      </p:sp>
      <p:sp>
        <p:nvSpPr>
          <p:cNvPr id="230" name="Rounded Rectangle 229"/>
          <p:cNvSpPr/>
          <p:nvPr/>
        </p:nvSpPr>
        <p:spPr>
          <a:xfrm>
            <a:off x="11436350" y="9677400"/>
            <a:ext cx="4051300" cy="311150"/>
          </a:xfrm>
          <a:prstGeom prst="roundRect">
            <a:avLst>
              <a:gd name="adj" fmla="val 14285"/>
            </a:avLst>
          </a:prstGeom>
          <a:solidFill>
            <a:srgbClr val="FFFFFF"/>
          </a:solidFill>
          <a:ln w="8255">
            <a:solidFill>
              <a:srgbClr val="168D9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TextBox 230"/>
          <p:cNvSpPr txBox="1"/>
          <p:nvPr/>
        </p:nvSpPr>
        <p:spPr>
          <a:xfrm>
            <a:off x="11585278" y="9766300"/>
            <a:ext cx="3804242" cy="204469"/>
          </a:xfrm>
          <a:prstGeom prst="rect">
            <a:avLst/>
          </a:prstGeom>
          <a:noFill/>
        </p:spPr>
        <p:txBody>
          <a:bodyPr wrap="none" lIns="0" rIns="0" tIns="0" bIns="0">
            <a:spAutoFit/>
          </a:bodyPr>
          <a:lstStyle/>
          <a:p>
            <a:pPr>
              <a:lnSpc>
                <a:spcPts val="1437"/>
              </a:lnSpc>
              <a:spcBef>
                <a:spcPts val="0"/>
              </a:spcBef>
              <a:spcAft>
                <a:spcPts val="0"/>
              </a:spcAft>
            </a:pPr>
            <a:r>
              <a:rPr sz="1150" b="1">
                <a:solidFill>
                  <a:srgbClr val="168D9D"/>
                </a:solidFill>
                <a:latin typeface="Arial"/>
                <a:ea typeface="Microsoft YaHei"/>
              </a:rPr>
              <a:t>PC</a:t>
            </a:r>
            <a:r>
              <a:rPr sz="1150" b="1">
                <a:solidFill>
                  <a:srgbClr val="168D9D"/>
                </a:solidFill>
                <a:latin typeface="Microsoft YaHei"/>
                <a:ea typeface="Microsoft YaHei"/>
              </a:rPr>
              <a:t> </a:t>
            </a:r>
            <a:r>
              <a:rPr sz="1150" b="1">
                <a:solidFill>
                  <a:srgbClr val="168D9D"/>
                </a:solidFill>
                <a:latin typeface="Arial"/>
                <a:ea typeface="Microsoft YaHei"/>
              </a:rPr>
              <a:t>Agent</a:t>
            </a:r>
            <a:r>
              <a:rPr sz="1150" b="1">
                <a:solidFill>
                  <a:srgbClr val="168D9D"/>
                </a:solidFill>
                <a:latin typeface="Microsoft YaHei"/>
                <a:ea typeface="Microsoft YaHei"/>
              </a:rPr>
              <a:t> </a:t>
            </a:r>
            <a:r>
              <a:rPr sz="1150" b="1">
                <a:solidFill>
                  <a:srgbClr val="168D9D"/>
                </a:solidFill>
                <a:latin typeface="Arial"/>
                <a:ea typeface="Microsoft YaHei"/>
              </a:rPr>
              <a:t>→</a:t>
            </a:r>
            <a:r>
              <a:rPr sz="1150" b="1">
                <a:solidFill>
                  <a:srgbClr val="168D9D"/>
                </a:solidFill>
                <a:latin typeface="Microsoft YaHei"/>
                <a:ea typeface="Microsoft YaHei"/>
              </a:rPr>
              <a:t> </a:t>
            </a:r>
            <a:r>
              <a:rPr sz="1150" b="1">
                <a:solidFill>
                  <a:srgbClr val="168D9D"/>
                </a:solidFill>
                <a:latin typeface="Arial"/>
                <a:ea typeface="Microsoft YaHei"/>
              </a:rPr>
              <a:t>bounded</a:t>
            </a:r>
            <a:r>
              <a:rPr sz="1150" b="1">
                <a:solidFill>
                  <a:srgbClr val="168D9D"/>
                </a:solidFill>
                <a:latin typeface="Microsoft YaHei"/>
                <a:ea typeface="Microsoft YaHei"/>
              </a:rPr>
              <a:t> </a:t>
            </a:r>
            <a:r>
              <a:rPr sz="1150" b="1">
                <a:solidFill>
                  <a:srgbClr val="168D9D"/>
                </a:solidFill>
                <a:latin typeface="Arial"/>
                <a:ea typeface="Microsoft YaHei"/>
              </a:rPr>
              <a:t>drivers</a:t>
            </a:r>
            <a:r>
              <a:rPr sz="1150" b="1">
                <a:solidFill>
                  <a:srgbClr val="168D9D"/>
                </a:solidFill>
                <a:latin typeface="Microsoft YaHei"/>
                <a:ea typeface="Microsoft YaHei"/>
              </a:rPr>
              <a:t> </a:t>
            </a:r>
            <a:r>
              <a:rPr sz="1150" b="1">
                <a:solidFill>
                  <a:srgbClr val="168D9D"/>
                </a:solidFill>
                <a:latin typeface="Arial"/>
                <a:ea typeface="Microsoft YaHei"/>
              </a:rPr>
              <a:t>→</a:t>
            </a:r>
            <a:r>
              <a:rPr sz="1150" b="1">
                <a:solidFill>
                  <a:srgbClr val="168D9D"/>
                </a:solidFill>
                <a:latin typeface="Microsoft YaHei"/>
                <a:ea typeface="Microsoft YaHei"/>
              </a:rPr>
              <a:t> </a:t>
            </a:r>
            <a:r>
              <a:rPr sz="1150" b="1">
                <a:solidFill>
                  <a:srgbClr val="168D9D"/>
                </a:solidFill>
                <a:latin typeface="Arial"/>
                <a:ea typeface="Microsoft YaHei"/>
              </a:rPr>
              <a:t>device</a:t>
            </a:r>
            <a:r>
              <a:rPr sz="1150" b="1">
                <a:solidFill>
                  <a:srgbClr val="168D9D"/>
                </a:solidFill>
                <a:latin typeface="Microsoft YaHei"/>
                <a:ea typeface="Microsoft YaHei"/>
              </a:rPr>
              <a:t> </a:t>
            </a:r>
            <a:r>
              <a:rPr sz="1150" b="1">
                <a:solidFill>
                  <a:srgbClr val="168D9D"/>
                </a:solidFill>
                <a:latin typeface="Arial"/>
                <a:ea typeface="Microsoft YaHei"/>
              </a:rPr>
              <a:t>sessions</a:t>
            </a:r>
          </a:p>
        </p:txBody>
      </p:sp>
      <p:sp>
        <p:nvSpPr>
          <p:cNvPr id="232" name="TextBox 231"/>
          <p:cNvSpPr txBox="1"/>
          <p:nvPr/>
        </p:nvSpPr>
        <p:spPr>
          <a:xfrm>
            <a:off x="11772332" y="10134600"/>
            <a:ext cx="3430134" cy="195579"/>
          </a:xfrm>
          <a:prstGeom prst="rect">
            <a:avLst/>
          </a:prstGeom>
          <a:noFill/>
        </p:spPr>
        <p:txBody>
          <a:bodyPr wrap="none" lIns="0" rIns="0" tIns="0" bIns="0">
            <a:spAutoFit/>
          </a:bodyPr>
          <a:lstStyle/>
          <a:p>
            <a:pPr>
              <a:lnSpc>
                <a:spcPts val="1375"/>
              </a:lnSpc>
              <a:spcBef>
                <a:spcPts val="0"/>
              </a:spcBef>
              <a:spcAft>
                <a:spcPts val="0"/>
              </a:spcAft>
            </a:pPr>
            <a:r>
              <a:rPr sz="1100" b="0">
                <a:solidFill>
                  <a:srgbClr val="278565"/>
                </a:solidFill>
                <a:latin typeface="Arial"/>
                <a:ea typeface="Microsoft YaHei"/>
              </a:rPr>
              <a:t>Watchdog</a:t>
            </a:r>
            <a:r>
              <a:rPr sz="1100" b="0">
                <a:solidFill>
                  <a:srgbClr val="278565"/>
                </a:solidFill>
                <a:latin typeface="Microsoft YaHei"/>
                <a:ea typeface="Microsoft YaHei"/>
              </a:rPr>
              <a:t> </a:t>
            </a:r>
            <a:r>
              <a:rPr sz="1100" b="0">
                <a:solidFill>
                  <a:srgbClr val="278565"/>
                </a:solidFill>
                <a:latin typeface="Arial"/>
                <a:ea typeface="Microsoft YaHei"/>
              </a:rPr>
              <a:t>•</a:t>
            </a:r>
            <a:r>
              <a:rPr sz="1100" b="0">
                <a:solidFill>
                  <a:srgbClr val="278565"/>
                </a:solidFill>
                <a:latin typeface="Microsoft YaHei"/>
                <a:ea typeface="Microsoft YaHei"/>
              </a:rPr>
              <a:t> </a:t>
            </a:r>
            <a:r>
              <a:rPr sz="1100" b="0">
                <a:solidFill>
                  <a:srgbClr val="278565"/>
                </a:solidFill>
                <a:latin typeface="Arial"/>
                <a:ea typeface="Microsoft YaHei"/>
              </a:rPr>
              <a:t>command</a:t>
            </a:r>
            <a:r>
              <a:rPr sz="1100" b="0">
                <a:solidFill>
                  <a:srgbClr val="278565"/>
                </a:solidFill>
                <a:latin typeface="Microsoft YaHei"/>
                <a:ea typeface="Microsoft YaHei"/>
              </a:rPr>
              <a:t> </a:t>
            </a:r>
            <a:r>
              <a:rPr sz="1100" b="0">
                <a:solidFill>
                  <a:srgbClr val="278565"/>
                </a:solidFill>
                <a:latin typeface="Arial"/>
                <a:ea typeface="Microsoft YaHei"/>
              </a:rPr>
              <a:t>journal</a:t>
            </a:r>
            <a:r>
              <a:rPr sz="1100" b="0">
                <a:solidFill>
                  <a:srgbClr val="278565"/>
                </a:solidFill>
                <a:latin typeface="Microsoft YaHei"/>
                <a:ea typeface="Microsoft YaHei"/>
              </a:rPr>
              <a:t> </a:t>
            </a:r>
            <a:r>
              <a:rPr sz="1100" b="0">
                <a:solidFill>
                  <a:srgbClr val="278565"/>
                </a:solidFill>
                <a:latin typeface="Arial"/>
                <a:ea typeface="Microsoft YaHei"/>
              </a:rPr>
              <a:t>•</a:t>
            </a:r>
            <a:r>
              <a:rPr sz="1100" b="0">
                <a:solidFill>
                  <a:srgbClr val="278565"/>
                </a:solidFill>
                <a:latin typeface="Microsoft YaHei"/>
                <a:ea typeface="Microsoft YaHei"/>
              </a:rPr>
              <a:t> </a:t>
            </a:r>
            <a:r>
              <a:rPr sz="1100" b="0">
                <a:solidFill>
                  <a:srgbClr val="278565"/>
                </a:solidFill>
                <a:latin typeface="Arial"/>
                <a:ea typeface="Microsoft YaHei"/>
              </a:rPr>
              <a:t>raw-data</a:t>
            </a:r>
            <a:r>
              <a:rPr sz="1100" b="0">
                <a:solidFill>
                  <a:srgbClr val="278565"/>
                </a:solidFill>
                <a:latin typeface="Microsoft YaHei"/>
                <a:ea typeface="Microsoft YaHei"/>
              </a:rPr>
              <a:t> </a:t>
            </a:r>
            <a:r>
              <a:rPr sz="1100" b="0">
                <a:solidFill>
                  <a:srgbClr val="278565"/>
                </a:solidFill>
                <a:latin typeface="Arial"/>
                <a:ea typeface="Microsoft YaHei"/>
              </a:rPr>
              <a:t>outbox</a:t>
            </a:r>
          </a:p>
        </p:txBody>
      </p:sp>
      <p:cxnSp>
        <p:nvCxnSpPr>
          <p:cNvPr id="233" name="Connector 232"/>
          <p:cNvCxnSpPr/>
          <p:nvPr/>
        </p:nvCxnSpPr>
        <p:spPr>
          <a:xfrm>
            <a:off x="12261850" y="10401300"/>
            <a:ext cx="0" cy="330200"/>
          </a:xfrm>
          <a:prstGeom prst="line">
            <a:avLst/>
          </a:prstGeom>
          <a:ln w="13335">
            <a:solidFill>
              <a:srgbClr val="3B6CB0"/>
            </a:solidFill>
          </a:ln>
        </p:spPr>
        <p:style>
          <a:lnRef idx="2">
            <a:schemeClr val="accent1"/>
          </a:lnRef>
          <a:fillRef idx="0">
            <a:schemeClr val="accent1"/>
          </a:fillRef>
          <a:effectRef idx="1">
            <a:schemeClr val="accent1"/>
          </a:effectRef>
          <a:fontRef idx="minor">
            <a:schemeClr val="tx1"/>
          </a:fontRef>
        </p:style>
      </p:cxnSp>
      <p:sp>
        <p:nvSpPr>
          <p:cNvPr id="234" name="Freeform 233"/>
          <p:cNvSpPr/>
          <p:nvPr/>
        </p:nvSpPr>
        <p:spPr>
          <a:xfrm>
            <a:off x="12242800" y="10680700"/>
            <a:ext cx="38100" cy="50800"/>
          </a:xfrm>
          <a:custGeom>
            <a:avLst/>
            <a:gdLst/>
            <a:ahLst/>
            <a:cxnLst/>
            <a:rect l="l" t="t" r="r" b="b"/>
            <a:pathLst>
              <a:path w="3" h="4">
                <a:moveTo>
                  <a:pt x="2" y="4"/>
                </a:moveTo>
                <a:lnTo>
                  <a:pt x="3" y="0"/>
                </a:lnTo>
                <a:lnTo>
                  <a:pt x="0" y="0"/>
                </a:lnTo>
                <a:close/>
              </a:path>
            </a:pathLst>
          </a:custGeom>
          <a:solidFill>
            <a:srgbClr val="3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5" name="Connector 234"/>
          <p:cNvCxnSpPr/>
          <p:nvPr/>
        </p:nvCxnSpPr>
        <p:spPr>
          <a:xfrm flipV="1">
            <a:off x="12376150" y="10401300"/>
            <a:ext cx="0" cy="330200"/>
          </a:xfrm>
          <a:prstGeom prst="line">
            <a:avLst/>
          </a:prstGeom>
          <a:ln w="13335">
            <a:solidFill>
              <a:srgbClr val="3B6CB0"/>
            </a:solidFill>
          </a:ln>
        </p:spPr>
        <p:style>
          <a:lnRef idx="2">
            <a:schemeClr val="accent1"/>
          </a:lnRef>
          <a:fillRef idx="0">
            <a:schemeClr val="accent1"/>
          </a:fillRef>
          <a:effectRef idx="1">
            <a:schemeClr val="accent1"/>
          </a:effectRef>
          <a:fontRef idx="minor">
            <a:schemeClr val="tx1"/>
          </a:fontRef>
        </p:style>
      </p:cxnSp>
      <p:sp>
        <p:nvSpPr>
          <p:cNvPr id="236" name="Freeform 235"/>
          <p:cNvSpPr/>
          <p:nvPr/>
        </p:nvSpPr>
        <p:spPr>
          <a:xfrm>
            <a:off x="12357100" y="10401300"/>
            <a:ext cx="38100" cy="50800"/>
          </a:xfrm>
          <a:custGeom>
            <a:avLst/>
            <a:gdLst/>
            <a:ahLst/>
            <a:cxnLst/>
            <a:rect l="l" t="t" r="r" b="b"/>
            <a:pathLst>
              <a:path w="3" h="4">
                <a:moveTo>
                  <a:pt x="1" y="0"/>
                </a:moveTo>
                <a:lnTo>
                  <a:pt x="0" y="4"/>
                </a:lnTo>
                <a:lnTo>
                  <a:pt x="3" y="4"/>
                </a:lnTo>
                <a:close/>
              </a:path>
            </a:pathLst>
          </a:custGeom>
          <a:solidFill>
            <a:srgbClr val="3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TextBox 236"/>
          <p:cNvSpPr txBox="1"/>
          <p:nvPr/>
        </p:nvSpPr>
        <p:spPr>
          <a:xfrm>
            <a:off x="12604750" y="10483850"/>
            <a:ext cx="1899617" cy="177800"/>
          </a:xfrm>
          <a:prstGeom prst="rect">
            <a:avLst/>
          </a:prstGeom>
          <a:noFill/>
        </p:spPr>
        <p:txBody>
          <a:bodyPr wrap="none" lIns="0" rIns="0" tIns="0" bIns="0">
            <a:spAutoFit/>
          </a:bodyPr>
          <a:lstStyle/>
          <a:p>
            <a:pPr>
              <a:lnSpc>
                <a:spcPts val="1250"/>
              </a:lnSpc>
              <a:spcBef>
                <a:spcPts val="0"/>
              </a:spcBef>
              <a:spcAft>
                <a:spcPts val="0"/>
              </a:spcAft>
            </a:pPr>
            <a:r>
              <a:rPr sz="1000" b="0">
                <a:solidFill>
                  <a:srgbClr val="3B6CB0"/>
                </a:solidFill>
                <a:latin typeface="Arial"/>
                <a:ea typeface="Microsoft YaHei"/>
              </a:rPr>
              <a:t>SDK</a:t>
            </a:r>
            <a:r>
              <a:rPr sz="1000" b="0">
                <a:solidFill>
                  <a:srgbClr val="3B6CB0"/>
                </a:solidFill>
                <a:latin typeface="Microsoft YaHei"/>
                <a:ea typeface="Microsoft YaHei"/>
              </a:rPr>
              <a:t> </a:t>
            </a:r>
            <a:r>
              <a:rPr sz="1000" b="0">
                <a:solidFill>
                  <a:srgbClr val="3B6CB0"/>
                </a:solidFill>
                <a:latin typeface="Arial"/>
                <a:ea typeface="Microsoft YaHei"/>
              </a:rPr>
              <a:t>/</a:t>
            </a:r>
            <a:r>
              <a:rPr sz="1000" b="0">
                <a:solidFill>
                  <a:srgbClr val="3B6CB0"/>
                </a:solidFill>
                <a:latin typeface="Microsoft YaHei"/>
                <a:ea typeface="Microsoft YaHei"/>
              </a:rPr>
              <a:t> </a:t>
            </a:r>
            <a:r>
              <a:rPr sz="1000" b="0">
                <a:solidFill>
                  <a:srgbClr val="3B6CB0"/>
                </a:solidFill>
                <a:latin typeface="Arial"/>
                <a:ea typeface="Microsoft YaHei"/>
              </a:rPr>
              <a:t>VISA</a:t>
            </a:r>
            <a:r>
              <a:rPr sz="1000" b="0">
                <a:solidFill>
                  <a:srgbClr val="3B6CB0"/>
                </a:solidFill>
                <a:latin typeface="Microsoft YaHei"/>
                <a:ea typeface="Microsoft YaHei"/>
              </a:rPr>
              <a:t> </a:t>
            </a:r>
            <a:r>
              <a:rPr sz="1000" b="0">
                <a:solidFill>
                  <a:srgbClr val="3B6CB0"/>
                </a:solidFill>
                <a:latin typeface="Arial"/>
                <a:ea typeface="Microsoft YaHei"/>
              </a:rPr>
              <a:t>/</a:t>
            </a:r>
            <a:r>
              <a:rPr sz="1000" b="0">
                <a:solidFill>
                  <a:srgbClr val="3B6CB0"/>
                </a:solidFill>
                <a:latin typeface="Microsoft YaHei"/>
                <a:ea typeface="Microsoft YaHei"/>
              </a:rPr>
              <a:t> </a:t>
            </a:r>
            <a:r>
              <a:rPr sz="1000" b="0">
                <a:solidFill>
                  <a:srgbClr val="3B6CB0"/>
                </a:solidFill>
                <a:latin typeface="Arial"/>
                <a:ea typeface="Microsoft YaHei"/>
              </a:rPr>
              <a:t>USB</a:t>
            </a:r>
            <a:r>
              <a:rPr sz="1000" b="0">
                <a:solidFill>
                  <a:srgbClr val="3B6CB0"/>
                </a:solidFill>
                <a:latin typeface="Microsoft YaHei"/>
                <a:ea typeface="Microsoft YaHei"/>
              </a:rPr>
              <a:t> </a:t>
            </a:r>
            <a:r>
              <a:rPr sz="1000" b="0">
                <a:solidFill>
                  <a:srgbClr val="3B6CB0"/>
                </a:solidFill>
                <a:latin typeface="Arial"/>
                <a:ea typeface="Microsoft YaHei"/>
              </a:rPr>
              <a:t>/</a:t>
            </a:r>
            <a:r>
              <a:rPr sz="1000" b="0">
                <a:solidFill>
                  <a:srgbClr val="3B6CB0"/>
                </a:solidFill>
                <a:latin typeface="Microsoft YaHei"/>
                <a:ea typeface="Microsoft YaHei"/>
              </a:rPr>
              <a:t> </a:t>
            </a:r>
            <a:r>
              <a:rPr sz="1000" b="0">
                <a:solidFill>
                  <a:srgbClr val="3B6CB0"/>
                </a:solidFill>
                <a:latin typeface="Arial"/>
                <a:ea typeface="Microsoft YaHei"/>
              </a:rPr>
              <a:t>serial</a:t>
            </a:r>
            <a:r>
              <a:rPr sz="1000" b="0">
                <a:solidFill>
                  <a:srgbClr val="3B6CB0"/>
                </a:solidFill>
                <a:latin typeface="Microsoft YaHei"/>
                <a:ea typeface="Microsoft YaHei"/>
              </a:rPr>
              <a:t> </a:t>
            </a:r>
            <a:r>
              <a:rPr sz="1000" b="0">
                <a:solidFill>
                  <a:srgbClr val="3B6CB0"/>
                </a:solidFill>
                <a:latin typeface="Arial"/>
                <a:ea typeface="Microsoft YaHei"/>
              </a:rPr>
              <a:t>/</a:t>
            </a:r>
            <a:r>
              <a:rPr sz="1000" b="0">
                <a:solidFill>
                  <a:srgbClr val="3B6CB0"/>
                </a:solidFill>
                <a:latin typeface="Microsoft YaHei"/>
                <a:ea typeface="Microsoft YaHei"/>
              </a:rPr>
              <a:t> </a:t>
            </a:r>
            <a:r>
              <a:rPr sz="1000" b="0">
                <a:solidFill>
                  <a:srgbClr val="3B6CB0"/>
                </a:solidFill>
                <a:latin typeface="Arial"/>
                <a:ea typeface="Microsoft YaHei"/>
              </a:rPr>
              <a:t>LAN</a:t>
            </a:r>
          </a:p>
        </p:txBody>
      </p:sp>
      <p:sp>
        <p:nvSpPr>
          <p:cNvPr id="238" name="Rounded Rectangle 237"/>
          <p:cNvSpPr/>
          <p:nvPr/>
        </p:nvSpPr>
        <p:spPr>
          <a:xfrm>
            <a:off x="11436350" y="10731500"/>
            <a:ext cx="4051300" cy="571500"/>
          </a:xfrm>
          <a:prstGeom prst="roundRect">
            <a:avLst>
              <a:gd name="adj" fmla="val 8888"/>
            </a:avLst>
          </a:prstGeom>
          <a:solidFill>
            <a:srgbClr val="F5F8FC"/>
          </a:solidFill>
          <a:ln w="8890">
            <a:solidFill>
              <a:srgbClr val="3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TextBox 238"/>
          <p:cNvSpPr txBox="1"/>
          <p:nvPr/>
        </p:nvSpPr>
        <p:spPr>
          <a:xfrm>
            <a:off x="11544300" y="10814050"/>
            <a:ext cx="3307283" cy="195579"/>
          </a:xfrm>
          <a:prstGeom prst="rect">
            <a:avLst/>
          </a:prstGeom>
          <a:noFill/>
        </p:spPr>
        <p:txBody>
          <a:bodyPr wrap="none" lIns="0" rIns="0" tIns="0" bIns="0">
            <a:spAutoFit/>
          </a:bodyPr>
          <a:lstStyle/>
          <a:p>
            <a:pPr>
              <a:lnSpc>
                <a:spcPts val="1375"/>
              </a:lnSpc>
              <a:spcBef>
                <a:spcPts val="0"/>
              </a:spcBef>
              <a:spcAft>
                <a:spcPts val="0"/>
              </a:spcAft>
            </a:pPr>
            <a:r>
              <a:rPr sz="1100" b="1">
                <a:solidFill>
                  <a:srgbClr val="3B6CB0"/>
                </a:solidFill>
                <a:latin typeface="Arial"/>
                <a:ea typeface="Microsoft YaHei"/>
              </a:rPr>
              <a:t>Local</a:t>
            </a:r>
            <a:r>
              <a:rPr sz="1100" b="1">
                <a:solidFill>
                  <a:srgbClr val="3B6CB0"/>
                </a:solidFill>
                <a:latin typeface="Microsoft YaHei"/>
                <a:ea typeface="Microsoft YaHei"/>
              </a:rPr>
              <a:t> </a:t>
            </a:r>
            <a:r>
              <a:rPr sz="1100" b="1">
                <a:solidFill>
                  <a:srgbClr val="3B6CB0"/>
                </a:solidFill>
                <a:latin typeface="Arial"/>
                <a:ea typeface="Microsoft YaHei"/>
              </a:rPr>
              <a:t>instruments</a:t>
            </a:r>
            <a:r>
              <a:rPr sz="1100" b="1">
                <a:solidFill>
                  <a:srgbClr val="3B6CB0"/>
                </a:solidFill>
                <a:latin typeface="Microsoft YaHei"/>
                <a:ea typeface="Microsoft YaHei"/>
              </a:rPr>
              <a:t> </a:t>
            </a:r>
            <a:r>
              <a:rPr sz="1100" b="1">
                <a:solidFill>
                  <a:srgbClr val="3B6CB0"/>
                </a:solidFill>
                <a:latin typeface="Arial"/>
                <a:ea typeface="Microsoft YaHei"/>
              </a:rPr>
              <a:t>/</a:t>
            </a:r>
            <a:r>
              <a:rPr sz="1100" b="1">
                <a:solidFill>
                  <a:srgbClr val="3B6CB0"/>
                </a:solidFill>
                <a:latin typeface="Microsoft YaHei"/>
                <a:ea typeface="Microsoft YaHei"/>
              </a:rPr>
              <a:t> </a:t>
            </a:r>
            <a:r>
              <a:rPr sz="1100" b="1">
                <a:solidFill>
                  <a:srgbClr val="3B6CB0"/>
                </a:solidFill>
                <a:latin typeface="Arial"/>
                <a:ea typeface="Microsoft YaHei"/>
              </a:rPr>
              <a:t>controllers</a:t>
            </a:r>
            <a:r>
              <a:rPr sz="1100" b="1">
                <a:solidFill>
                  <a:srgbClr val="3B6CB0"/>
                </a:solidFill>
                <a:latin typeface="Microsoft YaHei"/>
                <a:ea typeface="Microsoft YaHei"/>
              </a:rPr>
              <a:t> </a:t>
            </a:r>
            <a:r>
              <a:rPr sz="1100" b="1">
                <a:solidFill>
                  <a:srgbClr val="3B6CB0"/>
                </a:solidFill>
                <a:latin typeface="Arial"/>
                <a:ea typeface="Microsoft YaHei"/>
              </a:rPr>
              <a:t>/</a:t>
            </a:r>
            <a:r>
              <a:rPr sz="1100" b="1">
                <a:solidFill>
                  <a:srgbClr val="3B6CB0"/>
                </a:solidFill>
                <a:latin typeface="Microsoft YaHei"/>
                <a:ea typeface="Microsoft YaHei"/>
              </a:rPr>
              <a:t> </a:t>
            </a:r>
            <a:r>
              <a:rPr sz="1100" b="1">
                <a:solidFill>
                  <a:srgbClr val="3B6CB0"/>
                </a:solidFill>
                <a:latin typeface="Arial"/>
                <a:ea typeface="Microsoft YaHei"/>
              </a:rPr>
              <a:t>detectors</a:t>
            </a:r>
          </a:p>
        </p:txBody>
      </p:sp>
      <p:sp>
        <p:nvSpPr>
          <p:cNvPr id="240" name="TextBox 239"/>
          <p:cNvSpPr txBox="1"/>
          <p:nvPr/>
        </p:nvSpPr>
        <p:spPr>
          <a:xfrm>
            <a:off x="11544300" y="11080750"/>
            <a:ext cx="2289981" cy="177800"/>
          </a:xfrm>
          <a:prstGeom prst="rect">
            <a:avLst/>
          </a:prstGeom>
          <a:noFill/>
        </p:spPr>
        <p:txBody>
          <a:bodyPr wrap="none" lIns="0" rIns="0" tIns="0" bIns="0">
            <a:spAutoFit/>
          </a:bodyPr>
          <a:lstStyle/>
          <a:p>
            <a:pPr>
              <a:lnSpc>
                <a:spcPts val="1250"/>
              </a:lnSpc>
              <a:spcBef>
                <a:spcPts val="0"/>
              </a:spcBef>
              <a:spcAft>
                <a:spcPts val="0"/>
              </a:spcAft>
            </a:pPr>
            <a:r>
              <a:rPr sz="1000" b="0">
                <a:solidFill>
                  <a:srgbClr val="62758C"/>
                </a:solidFill>
                <a:latin typeface="Arial"/>
                <a:ea typeface="Microsoft YaHei"/>
              </a:rPr>
              <a:t>Device</a:t>
            </a:r>
            <a:r>
              <a:rPr sz="1000" b="0">
                <a:solidFill>
                  <a:srgbClr val="62758C"/>
                </a:solidFill>
                <a:latin typeface="Microsoft YaHei"/>
                <a:ea typeface="Microsoft YaHei"/>
              </a:rPr>
              <a:t> </a:t>
            </a:r>
            <a:r>
              <a:rPr sz="1000" b="0">
                <a:solidFill>
                  <a:srgbClr val="62758C"/>
                </a:solidFill>
                <a:latin typeface="Arial"/>
                <a:ea typeface="Microsoft YaHei"/>
              </a:rPr>
              <a:t>1</a:t>
            </a:r>
            <a:r>
              <a:rPr sz="1000" b="0">
                <a:solidFill>
                  <a:srgbClr val="62758C"/>
                </a:solidFill>
                <a:latin typeface="Microsoft YaHei"/>
                <a:ea typeface="Microsoft YaHei"/>
              </a:rPr>
              <a:t> </a:t>
            </a:r>
            <a:r>
              <a:rPr sz="1000" b="0">
                <a:solidFill>
                  <a:srgbClr val="62758C"/>
                </a:solidFill>
                <a:latin typeface="Arial"/>
                <a:ea typeface="Microsoft YaHei"/>
              </a:rPr>
              <a:t>•</a:t>
            </a:r>
            <a:r>
              <a:rPr sz="1000" b="0">
                <a:solidFill>
                  <a:srgbClr val="62758C"/>
                </a:solidFill>
                <a:latin typeface="Microsoft YaHei"/>
                <a:ea typeface="Microsoft YaHei"/>
              </a:rPr>
              <a:t> </a:t>
            </a:r>
            <a:r>
              <a:rPr sz="1000" b="0">
                <a:solidFill>
                  <a:srgbClr val="62758C"/>
                </a:solidFill>
                <a:latin typeface="Arial"/>
                <a:ea typeface="Microsoft YaHei"/>
              </a:rPr>
              <a:t>Device</a:t>
            </a:r>
            <a:r>
              <a:rPr sz="1000" b="0">
                <a:solidFill>
                  <a:srgbClr val="62758C"/>
                </a:solidFill>
                <a:latin typeface="Microsoft YaHei"/>
                <a:ea typeface="Microsoft YaHei"/>
              </a:rPr>
              <a:t> </a:t>
            </a:r>
            <a:r>
              <a:rPr sz="1000" b="0">
                <a:solidFill>
                  <a:srgbClr val="62758C"/>
                </a:solidFill>
                <a:latin typeface="Arial"/>
                <a:ea typeface="Microsoft YaHei"/>
              </a:rPr>
              <a:t>2</a:t>
            </a:r>
            <a:r>
              <a:rPr sz="1000" b="0">
                <a:solidFill>
                  <a:srgbClr val="62758C"/>
                </a:solidFill>
                <a:latin typeface="Microsoft YaHei"/>
                <a:ea typeface="Microsoft YaHei"/>
              </a:rPr>
              <a:t> </a:t>
            </a:r>
            <a:r>
              <a:rPr sz="1000" b="0">
                <a:solidFill>
                  <a:srgbClr val="62758C"/>
                </a:solidFill>
                <a:latin typeface="Arial"/>
                <a:ea typeface="Microsoft YaHei"/>
              </a:rPr>
              <a:t>•</a:t>
            </a:r>
            <a:r>
              <a:rPr sz="1000" b="0">
                <a:solidFill>
                  <a:srgbClr val="62758C"/>
                </a:solidFill>
                <a:latin typeface="Microsoft YaHei"/>
                <a:ea typeface="Microsoft YaHei"/>
              </a:rPr>
              <a:t> </a:t>
            </a:r>
            <a:r>
              <a:rPr sz="1000" b="0">
                <a:solidFill>
                  <a:srgbClr val="62758C"/>
                </a:solidFill>
                <a:latin typeface="Arial"/>
                <a:ea typeface="Microsoft YaHei"/>
              </a:rPr>
              <a:t>…</a:t>
            </a:r>
            <a:r>
              <a:rPr sz="1000" b="0">
                <a:solidFill>
                  <a:srgbClr val="62758C"/>
                </a:solidFill>
                <a:latin typeface="Microsoft YaHei"/>
                <a:ea typeface="Microsoft YaHei"/>
              </a:rPr>
              <a:t> </a:t>
            </a:r>
            <a:r>
              <a:rPr sz="1000" b="0">
                <a:solidFill>
                  <a:srgbClr val="62758C"/>
                </a:solidFill>
                <a:latin typeface="Arial"/>
                <a:ea typeface="Microsoft YaHei"/>
              </a:rPr>
              <a:t>•</a:t>
            </a:r>
            <a:r>
              <a:rPr sz="1000" b="0">
                <a:solidFill>
                  <a:srgbClr val="62758C"/>
                </a:solidFill>
                <a:latin typeface="Microsoft YaHei"/>
                <a:ea typeface="Microsoft YaHei"/>
              </a:rPr>
              <a:t> </a:t>
            </a:r>
            <a:r>
              <a:rPr sz="1000" b="0">
                <a:solidFill>
                  <a:srgbClr val="62758C"/>
                </a:solidFill>
                <a:latin typeface="Arial"/>
                <a:ea typeface="Microsoft YaHei"/>
              </a:rPr>
              <a:t>Device</a:t>
            </a:r>
            <a:r>
              <a:rPr sz="1000" b="0">
                <a:solidFill>
                  <a:srgbClr val="62758C"/>
                </a:solidFill>
                <a:latin typeface="Microsoft YaHei"/>
                <a:ea typeface="Microsoft YaHei"/>
              </a:rPr>
              <a:t> </a:t>
            </a:r>
            <a:r>
              <a:rPr sz="1000" b="0">
                <a:solidFill>
                  <a:srgbClr val="62758C"/>
                </a:solidFill>
                <a:latin typeface="Arial"/>
                <a:ea typeface="Microsoft YaHei"/>
              </a:rPr>
              <a:t>m</a:t>
            </a:r>
          </a:p>
        </p:txBody>
      </p:sp>
      <p:sp>
        <p:nvSpPr>
          <p:cNvPr id="241" name="Rounded Rectangle 240"/>
          <p:cNvSpPr/>
          <p:nvPr/>
        </p:nvSpPr>
        <p:spPr>
          <a:xfrm>
            <a:off x="15011400" y="10839450"/>
            <a:ext cx="349250" cy="177800"/>
          </a:xfrm>
          <a:prstGeom prst="roundRect">
            <a:avLst>
              <a:gd name="adj" fmla="val 14285"/>
            </a:avLst>
          </a:prstGeom>
          <a:solidFill>
            <a:srgbClr val="EDF3FC"/>
          </a:solidFill>
          <a:ln w="6350">
            <a:solidFill>
              <a:srgbClr val="3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Oval 241"/>
          <p:cNvSpPr/>
          <p:nvPr/>
        </p:nvSpPr>
        <p:spPr>
          <a:xfrm>
            <a:off x="15233650" y="10896600"/>
            <a:ext cx="63500" cy="63500"/>
          </a:xfrm>
          <a:prstGeom prst="ellipse">
            <a:avLst/>
          </a:prstGeom>
          <a:solidFill>
            <a:srgbClr val="FFFFFF"/>
          </a:solidFill>
          <a:ln w="6985">
            <a:solidFill>
              <a:srgbClr val="3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TextBox 242"/>
          <p:cNvSpPr txBox="1"/>
          <p:nvPr/>
        </p:nvSpPr>
        <p:spPr>
          <a:xfrm>
            <a:off x="5308600" y="9582150"/>
            <a:ext cx="355600" cy="426719"/>
          </a:xfrm>
          <a:prstGeom prst="rect">
            <a:avLst/>
          </a:prstGeom>
          <a:noFill/>
        </p:spPr>
        <p:txBody>
          <a:bodyPr wrap="none" lIns="0" rIns="0" tIns="0" bIns="0">
            <a:spAutoFit/>
          </a:bodyPr>
          <a:lstStyle/>
          <a:p>
            <a:pPr>
              <a:lnSpc>
                <a:spcPts val="3000"/>
              </a:lnSpc>
              <a:spcBef>
                <a:spcPts val="0"/>
              </a:spcBef>
              <a:spcAft>
                <a:spcPts val="0"/>
              </a:spcAft>
            </a:pPr>
            <a:r>
              <a:rPr sz="2400" b="1">
                <a:solidFill>
                  <a:srgbClr val="AAB8C8"/>
                </a:solidFill>
                <a:latin typeface="Arial"/>
                <a:ea typeface="Microsoft YaHei"/>
              </a:rPr>
              <a:t>…</a:t>
            </a:r>
          </a:p>
        </p:txBody>
      </p:sp>
      <p:sp>
        <p:nvSpPr>
          <p:cNvPr id="244" name="TextBox 243"/>
          <p:cNvSpPr txBox="1"/>
          <p:nvPr/>
        </p:nvSpPr>
        <p:spPr>
          <a:xfrm>
            <a:off x="10642600" y="9582150"/>
            <a:ext cx="355600" cy="426719"/>
          </a:xfrm>
          <a:prstGeom prst="rect">
            <a:avLst/>
          </a:prstGeom>
          <a:noFill/>
        </p:spPr>
        <p:txBody>
          <a:bodyPr wrap="none" lIns="0" rIns="0" tIns="0" bIns="0">
            <a:spAutoFit/>
          </a:bodyPr>
          <a:lstStyle/>
          <a:p>
            <a:pPr>
              <a:lnSpc>
                <a:spcPts val="3000"/>
              </a:lnSpc>
              <a:spcBef>
                <a:spcPts val="0"/>
              </a:spcBef>
              <a:spcAft>
                <a:spcPts val="0"/>
              </a:spcAft>
            </a:pPr>
            <a:r>
              <a:rPr sz="2400" b="1">
                <a:solidFill>
                  <a:srgbClr val="AAB8C8"/>
                </a:solidFill>
                <a:latin typeface="Arial"/>
                <a:ea typeface="Microsoft YaHei"/>
              </a:rPr>
              <a:t>…</a:t>
            </a:r>
          </a:p>
        </p:txBody>
      </p:sp>
      <p:cxnSp>
        <p:nvCxnSpPr>
          <p:cNvPr id="245" name="Connector 244"/>
          <p:cNvCxnSpPr/>
          <p:nvPr/>
        </p:nvCxnSpPr>
        <p:spPr>
          <a:xfrm>
            <a:off x="381000" y="11487150"/>
            <a:ext cx="15494000" cy="0"/>
          </a:xfrm>
          <a:prstGeom prst="line">
            <a:avLst/>
          </a:prstGeom>
          <a:ln w="9525">
            <a:solidFill>
              <a:srgbClr val="D9E3EE"/>
            </a:solidFill>
          </a:ln>
        </p:spPr>
        <p:style>
          <a:lnRef idx="2">
            <a:schemeClr val="accent1"/>
          </a:lnRef>
          <a:fillRef idx="0">
            <a:schemeClr val="accent1"/>
          </a:fillRef>
          <a:effectRef idx="1">
            <a:schemeClr val="accent1"/>
          </a:effectRef>
          <a:fontRef idx="minor">
            <a:schemeClr val="tx1"/>
          </a:fontRef>
        </p:style>
      </p:cxnSp>
      <p:sp>
        <p:nvSpPr>
          <p:cNvPr id="246" name="TextBox 245"/>
          <p:cNvSpPr txBox="1"/>
          <p:nvPr/>
        </p:nvSpPr>
        <p:spPr>
          <a:xfrm>
            <a:off x="381000" y="11576050"/>
            <a:ext cx="6368603" cy="204469"/>
          </a:xfrm>
          <a:prstGeom prst="rect">
            <a:avLst/>
          </a:prstGeom>
          <a:noFill/>
        </p:spPr>
        <p:txBody>
          <a:bodyPr wrap="none" lIns="0" rIns="0" tIns="0" bIns="0">
            <a:spAutoFit/>
          </a:bodyPr>
          <a:lstStyle/>
          <a:p>
            <a:pPr>
              <a:lnSpc>
                <a:spcPts val="1437"/>
              </a:lnSpc>
              <a:spcBef>
                <a:spcPts val="0"/>
              </a:spcBef>
              <a:spcAft>
                <a:spcPts val="0"/>
              </a:spcAft>
            </a:pPr>
            <a:r>
              <a:rPr sz="1150" b="1">
                <a:solidFill>
                  <a:srgbClr val="11233E"/>
                </a:solidFill>
                <a:latin typeface="Arial"/>
                <a:ea typeface="Microsoft YaHei"/>
              </a:rPr>
              <a:t>Representative</a:t>
            </a:r>
            <a:r>
              <a:rPr sz="1150" b="1">
                <a:solidFill>
                  <a:srgbClr val="11233E"/>
                </a:solidFill>
                <a:latin typeface="Microsoft YaHei"/>
                <a:ea typeface="Microsoft YaHei"/>
              </a:rPr>
              <a:t> </a:t>
            </a:r>
            <a:r>
              <a:rPr sz="1150" b="1">
                <a:solidFill>
                  <a:srgbClr val="11233E"/>
                </a:solidFill>
                <a:latin typeface="Arial"/>
                <a:ea typeface="Microsoft YaHei"/>
              </a:rPr>
              <a:t>PCs:</a:t>
            </a:r>
            <a:r>
              <a:rPr sz="1150" b="1">
                <a:solidFill>
                  <a:srgbClr val="11233E"/>
                </a:solidFill>
                <a:latin typeface="Microsoft YaHei"/>
                <a:ea typeface="Microsoft YaHei"/>
              </a:rPr>
              <a:t> </a:t>
            </a:r>
            <a:r>
              <a:rPr sz="1150" b="1">
                <a:solidFill>
                  <a:srgbClr val="11233E"/>
                </a:solidFill>
                <a:latin typeface="Arial"/>
                <a:ea typeface="Microsoft YaHei"/>
              </a:rPr>
              <a:t>i,</a:t>
            </a:r>
            <a:r>
              <a:rPr sz="1150" b="1">
                <a:solidFill>
                  <a:srgbClr val="11233E"/>
                </a:solidFill>
                <a:latin typeface="Microsoft YaHei"/>
                <a:ea typeface="Microsoft YaHei"/>
              </a:rPr>
              <a:t> </a:t>
            </a:r>
            <a:r>
              <a:rPr sz="1150" b="1">
                <a:solidFill>
                  <a:srgbClr val="11233E"/>
                </a:solidFill>
                <a:latin typeface="Arial"/>
                <a:ea typeface="Microsoft YaHei"/>
              </a:rPr>
              <a:t>j,</a:t>
            </a:r>
            <a:r>
              <a:rPr sz="1150" b="1">
                <a:solidFill>
                  <a:srgbClr val="11233E"/>
                </a:solidFill>
                <a:latin typeface="Microsoft YaHei"/>
                <a:ea typeface="Microsoft YaHei"/>
              </a:rPr>
              <a:t> </a:t>
            </a:r>
            <a:r>
              <a:rPr sz="1150" b="1">
                <a:solidFill>
                  <a:srgbClr val="11233E"/>
                </a:solidFill>
                <a:latin typeface="Arial"/>
                <a:ea typeface="Microsoft YaHei"/>
              </a:rPr>
              <a:t>…,</a:t>
            </a:r>
            <a:r>
              <a:rPr sz="1150" b="1">
                <a:solidFill>
                  <a:srgbClr val="11233E"/>
                </a:solidFill>
                <a:latin typeface="Microsoft YaHei"/>
                <a:ea typeface="Microsoft YaHei"/>
              </a:rPr>
              <a:t> </a:t>
            </a:r>
            <a:r>
              <a:rPr sz="1150" b="1">
                <a:solidFill>
                  <a:srgbClr val="11233E"/>
                </a:solidFill>
                <a:latin typeface="Arial"/>
                <a:ea typeface="Microsoft YaHei"/>
              </a:rPr>
              <a:t>N.</a:t>
            </a:r>
            <a:r>
              <a:rPr sz="1150" b="1">
                <a:solidFill>
                  <a:srgbClr val="11233E"/>
                </a:solidFill>
                <a:latin typeface="Microsoft YaHei"/>
                <a:ea typeface="Microsoft YaHei"/>
              </a:rPr>
              <a:t> </a:t>
            </a:r>
            <a:r>
              <a:rPr sz="1150" b="1">
                <a:solidFill>
                  <a:srgbClr val="11233E"/>
                </a:solidFill>
                <a:latin typeface="Arial"/>
                <a:ea typeface="Microsoft YaHei"/>
              </a:rPr>
              <a:t>Any</a:t>
            </a:r>
            <a:r>
              <a:rPr sz="1150" b="1">
                <a:solidFill>
                  <a:srgbClr val="11233E"/>
                </a:solidFill>
                <a:latin typeface="Microsoft YaHei"/>
                <a:ea typeface="Microsoft YaHei"/>
              </a:rPr>
              <a:t> </a:t>
            </a:r>
            <a:r>
              <a:rPr sz="1150" b="1">
                <a:solidFill>
                  <a:srgbClr val="11233E"/>
                </a:solidFill>
                <a:latin typeface="Arial"/>
                <a:ea typeface="Microsoft YaHei"/>
              </a:rPr>
              <a:t>PC</a:t>
            </a:r>
            <a:r>
              <a:rPr sz="1150" b="1">
                <a:solidFill>
                  <a:srgbClr val="11233E"/>
                </a:solidFill>
                <a:latin typeface="Microsoft YaHei"/>
                <a:ea typeface="Microsoft YaHei"/>
              </a:rPr>
              <a:t> </a:t>
            </a:r>
            <a:r>
              <a:rPr sz="1150" b="1">
                <a:solidFill>
                  <a:srgbClr val="11233E"/>
                </a:solidFill>
                <a:latin typeface="Arial"/>
                <a:ea typeface="Microsoft YaHei"/>
              </a:rPr>
              <a:t>may</a:t>
            </a:r>
            <a:r>
              <a:rPr sz="1150" b="1">
                <a:solidFill>
                  <a:srgbClr val="11233E"/>
                </a:solidFill>
                <a:latin typeface="Microsoft YaHei"/>
                <a:ea typeface="Microsoft YaHei"/>
              </a:rPr>
              <a:t> </a:t>
            </a:r>
            <a:r>
              <a:rPr sz="1150" b="1">
                <a:solidFill>
                  <a:srgbClr val="11233E"/>
                </a:solidFill>
                <a:latin typeface="Arial"/>
                <a:ea typeface="Microsoft YaHei"/>
              </a:rPr>
              <a:t>host</a:t>
            </a:r>
            <a:r>
              <a:rPr sz="1150" b="1">
                <a:solidFill>
                  <a:srgbClr val="11233E"/>
                </a:solidFill>
                <a:latin typeface="Microsoft YaHei"/>
                <a:ea typeface="Microsoft YaHei"/>
              </a:rPr>
              <a:t> </a:t>
            </a:r>
            <a:r>
              <a:rPr sz="1150" b="1">
                <a:solidFill>
                  <a:srgbClr val="11233E"/>
                </a:solidFill>
                <a:latin typeface="Arial"/>
                <a:ea typeface="Microsoft YaHei"/>
              </a:rPr>
              <a:t>any</a:t>
            </a:r>
            <a:r>
              <a:rPr sz="1150" b="1">
                <a:solidFill>
                  <a:srgbClr val="11233E"/>
                </a:solidFill>
                <a:latin typeface="Microsoft YaHei"/>
                <a:ea typeface="Microsoft YaHei"/>
              </a:rPr>
              <a:t> </a:t>
            </a:r>
            <a:r>
              <a:rPr sz="1150" b="1">
                <a:solidFill>
                  <a:srgbClr val="11233E"/>
                </a:solidFill>
                <a:latin typeface="Arial"/>
                <a:ea typeface="Microsoft YaHei"/>
              </a:rPr>
              <a:t>registered</a:t>
            </a:r>
            <a:r>
              <a:rPr sz="1150" b="1">
                <a:solidFill>
                  <a:srgbClr val="11233E"/>
                </a:solidFill>
                <a:latin typeface="Microsoft YaHei"/>
                <a:ea typeface="Microsoft YaHei"/>
              </a:rPr>
              <a:t> </a:t>
            </a:r>
            <a:r>
              <a:rPr sz="1150" b="1">
                <a:solidFill>
                  <a:srgbClr val="11233E"/>
                </a:solidFill>
                <a:latin typeface="Arial"/>
                <a:ea typeface="Microsoft YaHei"/>
              </a:rPr>
              <a:t>instrument</a:t>
            </a:r>
            <a:r>
              <a:rPr sz="1150" b="1">
                <a:solidFill>
                  <a:srgbClr val="11233E"/>
                </a:solidFill>
                <a:latin typeface="Microsoft YaHei"/>
                <a:ea typeface="Microsoft YaHei"/>
              </a:rPr>
              <a:t> </a:t>
            </a:r>
            <a:r>
              <a:rPr sz="1150" b="1">
                <a:solidFill>
                  <a:srgbClr val="11233E"/>
                </a:solidFill>
                <a:latin typeface="Arial"/>
                <a:ea typeface="Microsoft YaHei"/>
              </a:rPr>
              <a:t>set.</a:t>
            </a:r>
          </a:p>
        </p:txBody>
      </p:sp>
      <p:sp>
        <p:nvSpPr>
          <p:cNvPr id="247" name="TextBox 246"/>
          <p:cNvSpPr txBox="1"/>
          <p:nvPr/>
        </p:nvSpPr>
        <p:spPr>
          <a:xfrm>
            <a:off x="12626286" y="11582400"/>
            <a:ext cx="3299513" cy="186690"/>
          </a:xfrm>
          <a:prstGeom prst="rect">
            <a:avLst/>
          </a:prstGeom>
          <a:noFill/>
        </p:spPr>
        <p:txBody>
          <a:bodyPr wrap="none" lIns="0" rIns="0" tIns="0" bIns="0">
            <a:spAutoFit/>
          </a:bodyPr>
          <a:lstStyle/>
          <a:p>
            <a:pPr>
              <a:lnSpc>
                <a:spcPts val="1312"/>
              </a:lnSpc>
              <a:spcBef>
                <a:spcPts val="0"/>
              </a:spcBef>
              <a:spcAft>
                <a:spcPts val="0"/>
              </a:spcAft>
            </a:pPr>
            <a:r>
              <a:rPr sz="1050" b="0">
                <a:solidFill>
                  <a:srgbClr val="62758C"/>
                </a:solidFill>
                <a:latin typeface="Arial"/>
                <a:ea typeface="Microsoft YaHei"/>
              </a:rPr>
              <a:t>AI</a:t>
            </a:r>
            <a:r>
              <a:rPr sz="1050" b="0">
                <a:solidFill>
                  <a:srgbClr val="62758C"/>
                </a:solidFill>
                <a:latin typeface="Microsoft YaHei"/>
                <a:ea typeface="Microsoft YaHei"/>
              </a:rPr>
              <a:t> </a:t>
            </a:r>
            <a:r>
              <a:rPr sz="1050" b="0">
                <a:solidFill>
                  <a:srgbClr val="62758C"/>
                </a:solidFill>
                <a:latin typeface="Arial"/>
                <a:ea typeface="Microsoft YaHei"/>
              </a:rPr>
              <a:t>inference</a:t>
            </a:r>
            <a:r>
              <a:rPr sz="1050" b="0">
                <a:solidFill>
                  <a:srgbClr val="62758C"/>
                </a:solidFill>
                <a:latin typeface="Microsoft YaHei"/>
                <a:ea typeface="Microsoft YaHei"/>
              </a:rPr>
              <a:t> </a:t>
            </a:r>
            <a:r>
              <a:rPr sz="1050" b="0">
                <a:solidFill>
                  <a:srgbClr val="62758C"/>
                </a:solidFill>
                <a:latin typeface="Arial"/>
                <a:ea typeface="Microsoft YaHei"/>
              </a:rPr>
              <a:t>is</a:t>
            </a:r>
            <a:r>
              <a:rPr sz="1050" b="0">
                <a:solidFill>
                  <a:srgbClr val="62758C"/>
                </a:solidFill>
                <a:latin typeface="Microsoft YaHei"/>
                <a:ea typeface="Microsoft YaHei"/>
              </a:rPr>
              <a:t> </a:t>
            </a:r>
            <a:r>
              <a:rPr sz="1050" b="0">
                <a:solidFill>
                  <a:srgbClr val="62758C"/>
                </a:solidFill>
                <a:latin typeface="Arial"/>
                <a:ea typeface="Microsoft YaHei"/>
              </a:rPr>
              <a:t>central;</a:t>
            </a:r>
            <a:r>
              <a:rPr sz="1050" b="0">
                <a:solidFill>
                  <a:srgbClr val="62758C"/>
                </a:solidFill>
                <a:latin typeface="Microsoft YaHei"/>
                <a:ea typeface="Microsoft YaHei"/>
              </a:rPr>
              <a:t> </a:t>
            </a:r>
            <a:r>
              <a:rPr sz="1050" b="0">
                <a:solidFill>
                  <a:srgbClr val="62758C"/>
                </a:solidFill>
                <a:latin typeface="Arial"/>
                <a:ea typeface="Microsoft YaHei"/>
              </a:rPr>
              <a:t>PC-side</a:t>
            </a:r>
            <a:r>
              <a:rPr sz="1050" b="0">
                <a:solidFill>
                  <a:srgbClr val="62758C"/>
                </a:solidFill>
                <a:latin typeface="Microsoft YaHei"/>
                <a:ea typeface="Microsoft YaHei"/>
              </a:rPr>
              <a:t> </a:t>
            </a:r>
            <a:r>
              <a:rPr sz="1050" b="0">
                <a:solidFill>
                  <a:srgbClr val="62758C"/>
                </a:solidFill>
                <a:latin typeface="Arial"/>
                <a:ea typeface="Microsoft YaHei"/>
              </a:rPr>
              <a:t>LLMs</a:t>
            </a:r>
            <a:r>
              <a:rPr sz="1050" b="0">
                <a:solidFill>
                  <a:srgbClr val="62758C"/>
                </a:solidFill>
                <a:latin typeface="Microsoft YaHei"/>
                <a:ea typeface="Microsoft YaHei"/>
              </a:rPr>
              <a:t> </a:t>
            </a:r>
            <a:r>
              <a:rPr sz="1050" b="0">
                <a:solidFill>
                  <a:srgbClr val="62758C"/>
                </a:solidFill>
                <a:latin typeface="Arial"/>
                <a:ea typeface="Microsoft YaHei"/>
              </a:rPr>
              <a:t>are</a:t>
            </a:r>
            <a:r>
              <a:rPr sz="1050" b="0">
                <a:solidFill>
                  <a:srgbClr val="62758C"/>
                </a:solidFill>
                <a:latin typeface="Microsoft YaHei"/>
                <a:ea typeface="Microsoft YaHei"/>
              </a:rPr>
              <a:t> </a:t>
            </a:r>
            <a:r>
              <a:rPr sz="1050" b="0">
                <a:solidFill>
                  <a:srgbClr val="62758C"/>
                </a:solidFill>
                <a:latin typeface="Arial"/>
                <a:ea typeface="Microsoft YaHei"/>
              </a:rPr>
              <a:t>optional.</a:t>
            </a:r>
          </a:p>
        </p:txBody>
      </p:sp>
      <p:sp>
        <p:nvSpPr>
          <p:cNvPr id="248" name="Rounded Rectangle 247"/>
          <p:cNvSpPr/>
          <p:nvPr/>
        </p:nvSpPr>
        <p:spPr>
          <a:xfrm>
            <a:off x="381000" y="11874500"/>
            <a:ext cx="15494000" cy="247650"/>
          </a:xfrm>
          <a:prstGeom prst="roundRect">
            <a:avLst>
              <a:gd name="adj" fmla="val 17948"/>
            </a:avLst>
          </a:prstGeom>
          <a:solidFill>
            <a:srgbClr val="E9F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TextBox 248"/>
          <p:cNvSpPr txBox="1"/>
          <p:nvPr/>
        </p:nvSpPr>
        <p:spPr>
          <a:xfrm>
            <a:off x="3398561" y="11925300"/>
            <a:ext cx="9509676" cy="195579"/>
          </a:xfrm>
          <a:prstGeom prst="rect">
            <a:avLst/>
          </a:prstGeom>
          <a:noFill/>
        </p:spPr>
        <p:txBody>
          <a:bodyPr wrap="none" lIns="0" rIns="0" tIns="0" bIns="0">
            <a:spAutoFit/>
          </a:bodyPr>
          <a:lstStyle/>
          <a:p>
            <a:pPr>
              <a:lnSpc>
                <a:spcPts val="1375"/>
              </a:lnSpc>
              <a:spcBef>
                <a:spcPts val="0"/>
              </a:spcBef>
              <a:spcAft>
                <a:spcPts val="0"/>
              </a:spcAft>
            </a:pPr>
            <a:r>
              <a:rPr sz="1100" b="1">
                <a:solidFill>
                  <a:srgbClr val="168D9D"/>
                </a:solidFill>
                <a:latin typeface="Arial"/>
                <a:ea typeface="Microsoft YaHei"/>
              </a:rPr>
              <a:t>Skills</a:t>
            </a:r>
            <a:r>
              <a:rPr sz="1100" b="1">
                <a:solidFill>
                  <a:srgbClr val="168D9D"/>
                </a:solidFill>
                <a:latin typeface="Microsoft YaHei"/>
                <a:ea typeface="Microsoft YaHei"/>
              </a:rPr>
              <a:t> </a:t>
            </a:r>
            <a:r>
              <a:rPr sz="1100" b="1">
                <a:solidFill>
                  <a:srgbClr val="168D9D"/>
                </a:solidFill>
                <a:latin typeface="Arial"/>
                <a:ea typeface="Microsoft YaHei"/>
              </a:rPr>
              <a:t>=</a:t>
            </a:r>
            <a:r>
              <a:rPr sz="1100" b="1">
                <a:solidFill>
                  <a:srgbClr val="168D9D"/>
                </a:solidFill>
                <a:latin typeface="Microsoft YaHei"/>
                <a:ea typeface="Microsoft YaHei"/>
              </a:rPr>
              <a:t> </a:t>
            </a:r>
            <a:r>
              <a:rPr sz="1100" b="1">
                <a:solidFill>
                  <a:srgbClr val="168D9D"/>
                </a:solidFill>
                <a:latin typeface="Arial"/>
                <a:ea typeface="Microsoft YaHei"/>
              </a:rPr>
              <a:t>reusable</a:t>
            </a:r>
            <a:r>
              <a:rPr sz="1100" b="1">
                <a:solidFill>
                  <a:srgbClr val="168D9D"/>
                </a:solidFill>
                <a:latin typeface="Microsoft YaHei"/>
                <a:ea typeface="Microsoft YaHei"/>
              </a:rPr>
              <a:t> </a:t>
            </a:r>
            <a:r>
              <a:rPr sz="1100" b="1">
                <a:solidFill>
                  <a:srgbClr val="168D9D"/>
                </a:solidFill>
                <a:latin typeface="Arial"/>
                <a:ea typeface="Microsoft YaHei"/>
              </a:rPr>
              <a:t>methods</a:t>
            </a:r>
            <a:r>
              <a:rPr sz="1100" b="1">
                <a:solidFill>
                  <a:srgbClr val="168D9D"/>
                </a:solidFill>
                <a:latin typeface="Microsoft YaHei"/>
                <a:ea typeface="Microsoft YaHei"/>
              </a:rPr>
              <a:t>    </a:t>
            </a:r>
            <a:r>
              <a:rPr sz="1100" b="1">
                <a:solidFill>
                  <a:srgbClr val="168D9D"/>
                </a:solidFill>
                <a:latin typeface="Arial"/>
                <a:ea typeface="Microsoft YaHei"/>
              </a:rPr>
              <a:t>|</a:t>
            </a:r>
            <a:r>
              <a:rPr sz="1100" b="1">
                <a:solidFill>
                  <a:srgbClr val="168D9D"/>
                </a:solidFill>
                <a:latin typeface="Microsoft YaHei"/>
                <a:ea typeface="Microsoft YaHei"/>
              </a:rPr>
              <a:t>    </a:t>
            </a:r>
            <a:r>
              <a:rPr sz="1100" b="1">
                <a:solidFill>
                  <a:srgbClr val="168D9D"/>
                </a:solidFill>
                <a:latin typeface="Arial"/>
                <a:ea typeface="Microsoft YaHei"/>
              </a:rPr>
              <a:t>MCP</a:t>
            </a:r>
            <a:r>
              <a:rPr sz="1100" b="1">
                <a:solidFill>
                  <a:srgbClr val="168D9D"/>
                </a:solidFill>
                <a:latin typeface="Microsoft YaHei"/>
                <a:ea typeface="Microsoft YaHei"/>
              </a:rPr>
              <a:t> </a:t>
            </a:r>
            <a:r>
              <a:rPr sz="1100" b="1">
                <a:solidFill>
                  <a:srgbClr val="168D9D"/>
                </a:solidFill>
                <a:latin typeface="Arial"/>
                <a:ea typeface="Microsoft YaHei"/>
              </a:rPr>
              <a:t>=</a:t>
            </a:r>
            <a:r>
              <a:rPr sz="1100" b="1">
                <a:solidFill>
                  <a:srgbClr val="168D9D"/>
                </a:solidFill>
                <a:latin typeface="Microsoft YaHei"/>
                <a:ea typeface="Microsoft YaHei"/>
              </a:rPr>
              <a:t> </a:t>
            </a:r>
            <a:r>
              <a:rPr sz="1100" b="1">
                <a:solidFill>
                  <a:srgbClr val="168D9D"/>
                </a:solidFill>
                <a:latin typeface="Arial"/>
                <a:ea typeface="Microsoft YaHei"/>
              </a:rPr>
              <a:t>tool</a:t>
            </a:r>
            <a:r>
              <a:rPr sz="1100" b="1">
                <a:solidFill>
                  <a:srgbClr val="168D9D"/>
                </a:solidFill>
                <a:latin typeface="Microsoft YaHei"/>
                <a:ea typeface="Microsoft YaHei"/>
              </a:rPr>
              <a:t> </a:t>
            </a:r>
            <a:r>
              <a:rPr sz="1100" b="1">
                <a:solidFill>
                  <a:srgbClr val="168D9D"/>
                </a:solidFill>
                <a:latin typeface="Arial"/>
                <a:ea typeface="Microsoft YaHei"/>
              </a:rPr>
              <a:t>interfaces</a:t>
            </a:r>
            <a:r>
              <a:rPr sz="1100" b="1">
                <a:solidFill>
                  <a:srgbClr val="168D9D"/>
                </a:solidFill>
                <a:latin typeface="Microsoft YaHei"/>
                <a:ea typeface="Microsoft YaHei"/>
              </a:rPr>
              <a:t>    </a:t>
            </a:r>
            <a:r>
              <a:rPr sz="1100" b="1">
                <a:solidFill>
                  <a:srgbClr val="168D9D"/>
                </a:solidFill>
                <a:latin typeface="Arial"/>
                <a:ea typeface="Microsoft YaHei"/>
              </a:rPr>
              <a:t>|</a:t>
            </a:r>
            <a:r>
              <a:rPr sz="1100" b="1">
                <a:solidFill>
                  <a:srgbClr val="168D9D"/>
                </a:solidFill>
                <a:latin typeface="Microsoft YaHei"/>
                <a:ea typeface="Microsoft YaHei"/>
              </a:rPr>
              <a:t>    </a:t>
            </a:r>
            <a:r>
              <a:rPr sz="1100" b="1">
                <a:solidFill>
                  <a:srgbClr val="168D9D"/>
                </a:solidFill>
                <a:latin typeface="Arial"/>
                <a:ea typeface="Microsoft YaHei"/>
              </a:rPr>
              <a:t>Coordinator</a:t>
            </a:r>
            <a:r>
              <a:rPr sz="1100" b="1">
                <a:solidFill>
                  <a:srgbClr val="168D9D"/>
                </a:solidFill>
                <a:latin typeface="Microsoft YaHei"/>
                <a:ea typeface="Microsoft YaHei"/>
              </a:rPr>
              <a:t> </a:t>
            </a:r>
            <a:r>
              <a:rPr sz="1100" b="1">
                <a:solidFill>
                  <a:srgbClr val="168D9D"/>
                </a:solidFill>
                <a:latin typeface="Arial"/>
                <a:ea typeface="Microsoft YaHei"/>
              </a:rPr>
              <a:t>=</a:t>
            </a:r>
            <a:r>
              <a:rPr sz="1100" b="1">
                <a:solidFill>
                  <a:srgbClr val="168D9D"/>
                </a:solidFill>
                <a:latin typeface="Microsoft YaHei"/>
                <a:ea typeface="Microsoft YaHei"/>
              </a:rPr>
              <a:t> </a:t>
            </a:r>
            <a:r>
              <a:rPr sz="1100" b="1">
                <a:solidFill>
                  <a:srgbClr val="168D9D"/>
                </a:solidFill>
                <a:latin typeface="Arial"/>
                <a:ea typeface="Microsoft YaHei"/>
              </a:rPr>
              <a:t>execution</a:t>
            </a:r>
            <a:r>
              <a:rPr sz="1100" b="1">
                <a:solidFill>
                  <a:srgbClr val="168D9D"/>
                </a:solidFill>
                <a:latin typeface="Microsoft YaHei"/>
                <a:ea typeface="Microsoft YaHei"/>
              </a:rPr>
              <a:t> </a:t>
            </a:r>
            <a:r>
              <a:rPr sz="1100" b="1">
                <a:solidFill>
                  <a:srgbClr val="168D9D"/>
                </a:solidFill>
                <a:latin typeface="Arial"/>
                <a:ea typeface="Microsoft YaHei"/>
              </a:rPr>
              <a:t>authority</a:t>
            </a:r>
            <a:r>
              <a:rPr sz="1100" b="1">
                <a:solidFill>
                  <a:srgbClr val="168D9D"/>
                </a:solidFill>
                <a:latin typeface="Microsoft YaHei"/>
                <a:ea typeface="Microsoft YaHei"/>
              </a:rPr>
              <a:t>    </a:t>
            </a:r>
            <a:r>
              <a:rPr sz="1100" b="1">
                <a:solidFill>
                  <a:srgbClr val="168D9D"/>
                </a:solidFill>
                <a:latin typeface="Arial"/>
                <a:ea typeface="Microsoft YaHei"/>
              </a:rPr>
              <a:t>|</a:t>
            </a:r>
            <a:r>
              <a:rPr sz="1100" b="1">
                <a:solidFill>
                  <a:srgbClr val="168D9D"/>
                </a:solidFill>
                <a:latin typeface="Microsoft YaHei"/>
                <a:ea typeface="Microsoft YaHei"/>
              </a:rPr>
              <a:t>    </a:t>
            </a:r>
            <a:r>
              <a:rPr sz="1100" b="1">
                <a:solidFill>
                  <a:srgbClr val="168D9D"/>
                </a:solidFill>
                <a:latin typeface="Arial"/>
                <a:ea typeface="Microsoft YaHei"/>
              </a:rPr>
              <a:t>PC</a:t>
            </a:r>
            <a:r>
              <a:rPr sz="1100" b="1">
                <a:solidFill>
                  <a:srgbClr val="168D9D"/>
                </a:solidFill>
                <a:latin typeface="Microsoft YaHei"/>
                <a:ea typeface="Microsoft YaHei"/>
              </a:rPr>
              <a:t> </a:t>
            </a:r>
            <a:r>
              <a:rPr sz="1100" b="1">
                <a:solidFill>
                  <a:srgbClr val="168D9D"/>
                </a:solidFill>
                <a:latin typeface="Arial"/>
                <a:ea typeface="Microsoft YaHei"/>
              </a:rPr>
              <a:t>Agent</a:t>
            </a:r>
            <a:r>
              <a:rPr sz="1100" b="1">
                <a:solidFill>
                  <a:srgbClr val="168D9D"/>
                </a:solidFill>
                <a:latin typeface="Microsoft YaHei"/>
                <a:ea typeface="Microsoft YaHei"/>
              </a:rPr>
              <a:t> </a:t>
            </a:r>
            <a:r>
              <a:rPr sz="1100" b="1">
                <a:solidFill>
                  <a:srgbClr val="168D9D"/>
                </a:solidFill>
                <a:latin typeface="Arial"/>
                <a:ea typeface="Microsoft YaHei"/>
              </a:rPr>
              <a:t>=</a:t>
            </a:r>
            <a:r>
              <a:rPr sz="1100" b="1">
                <a:solidFill>
                  <a:srgbClr val="168D9D"/>
                </a:solidFill>
                <a:latin typeface="Microsoft YaHei"/>
                <a:ea typeface="Microsoft YaHei"/>
              </a:rPr>
              <a:t> </a:t>
            </a:r>
            <a:r>
              <a:rPr sz="1100" b="1">
                <a:solidFill>
                  <a:srgbClr val="168D9D"/>
                </a:solidFill>
                <a:latin typeface="Arial"/>
                <a:ea typeface="Microsoft YaHei"/>
              </a:rPr>
              <a:t>local</a:t>
            </a:r>
            <a:r>
              <a:rPr sz="1100" b="1">
                <a:solidFill>
                  <a:srgbClr val="168D9D"/>
                </a:solidFill>
                <a:latin typeface="Microsoft YaHei"/>
                <a:ea typeface="Microsoft YaHei"/>
              </a:rPr>
              <a:t> </a:t>
            </a:r>
            <a:r>
              <a:rPr sz="1100" b="1">
                <a:solidFill>
                  <a:srgbClr val="168D9D"/>
                </a:solidFill>
                <a:latin typeface="Arial"/>
                <a:ea typeface="Microsoft YaHei"/>
              </a:rPr>
              <a:t>device</a:t>
            </a:r>
            <a:r>
              <a:rPr sz="1100" b="1">
                <a:solidFill>
                  <a:srgbClr val="168D9D"/>
                </a:solidFill>
                <a:latin typeface="Microsoft YaHei"/>
                <a:ea typeface="Microsoft YaHei"/>
              </a:rPr>
              <a:t> </a:t>
            </a:r>
            <a:r>
              <a:rPr sz="1100" b="1">
                <a:solidFill>
                  <a:srgbClr val="168D9D"/>
                </a:solidFill>
                <a:latin typeface="Arial"/>
                <a:ea typeface="Microsoft YaHei"/>
              </a:rPr>
              <a:t>I/O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LabOS System Architecture: Scientific Skills, MCP Tools and Distributed Execution</dc:title>
  <dc:subject>Agents, skills, MCP, model routing and generic instrument-host PCs</dc:subject>
  <dc:creator>LabOS</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